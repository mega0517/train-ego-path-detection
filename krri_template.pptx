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78" r:id="rId1"/>
    <p:sldMasterId id="2147483688" r:id="rId2"/>
  </p:sldMasterIdLst>
  <p:notesMasterIdLst>
    <p:notesMasterId r:id="rId69"/>
  </p:notesMasterIdLst>
  <p:handoutMasterIdLst>
    <p:handoutMasterId r:id="rId70"/>
  </p:handoutMasterIdLst>
  <p:sldIdLst>
    <p:sldId id="3560" r:id="rId3"/>
    <p:sldId id="3642" r:id="rId4"/>
    <p:sldId id="3639" r:id="rId5"/>
    <p:sldId id="3652" r:id="rId6"/>
    <p:sldId id="3576" r:id="rId7"/>
    <p:sldId id="3171" r:id="rId8"/>
    <p:sldId id="3497" r:id="rId9"/>
    <p:sldId id="3498" r:id="rId10"/>
    <p:sldId id="3571" r:id="rId11"/>
    <p:sldId id="3396" r:id="rId12"/>
    <p:sldId id="3462" r:id="rId13"/>
    <p:sldId id="3578" r:id="rId14"/>
    <p:sldId id="3581" r:id="rId15"/>
    <p:sldId id="3461" r:id="rId16"/>
    <p:sldId id="3389" r:id="rId17"/>
    <p:sldId id="3643" r:id="rId18"/>
    <p:sldId id="3644" r:id="rId19"/>
    <p:sldId id="3645" r:id="rId20"/>
    <p:sldId id="3646" r:id="rId21"/>
    <p:sldId id="3651" r:id="rId22"/>
    <p:sldId id="3648" r:id="rId23"/>
    <p:sldId id="3649" r:id="rId24"/>
    <p:sldId id="3650" r:id="rId25"/>
    <p:sldId id="3854" r:id="rId26"/>
    <p:sldId id="3855" r:id="rId27"/>
    <p:sldId id="3856" r:id="rId28"/>
    <p:sldId id="3857" r:id="rId29"/>
    <p:sldId id="3858" r:id="rId30"/>
    <p:sldId id="3859" r:id="rId31"/>
    <p:sldId id="3860" r:id="rId32"/>
    <p:sldId id="3842" r:id="rId33"/>
    <p:sldId id="3843" r:id="rId34"/>
    <p:sldId id="3841" r:id="rId35"/>
    <p:sldId id="3833" r:id="rId36"/>
    <p:sldId id="3834" r:id="rId37"/>
    <p:sldId id="3844" r:id="rId38"/>
    <p:sldId id="3845" r:id="rId39"/>
    <p:sldId id="3846" r:id="rId40"/>
    <p:sldId id="3848" r:id="rId41"/>
    <p:sldId id="3573" r:id="rId42"/>
    <p:sldId id="3607" r:id="rId43"/>
    <p:sldId id="3603" r:id="rId44"/>
    <p:sldId id="3614" r:id="rId45"/>
    <p:sldId id="3615" r:id="rId46"/>
    <p:sldId id="3616" r:id="rId47"/>
    <p:sldId id="3617" r:id="rId48"/>
    <p:sldId id="3604" r:id="rId49"/>
    <p:sldId id="3605" r:id="rId50"/>
    <p:sldId id="3633" r:id="rId51"/>
    <p:sldId id="3618" r:id="rId52"/>
    <p:sldId id="3619" r:id="rId53"/>
    <p:sldId id="3620" r:id="rId54"/>
    <p:sldId id="3621" r:id="rId55"/>
    <p:sldId id="3622" r:id="rId56"/>
    <p:sldId id="3623" r:id="rId57"/>
    <p:sldId id="3624" r:id="rId58"/>
    <p:sldId id="3625" r:id="rId59"/>
    <p:sldId id="3626" r:id="rId60"/>
    <p:sldId id="3627" r:id="rId61"/>
    <p:sldId id="3628" r:id="rId62"/>
    <p:sldId id="3629" r:id="rId63"/>
    <p:sldId id="3630" r:id="rId64"/>
    <p:sldId id="3631" r:id="rId65"/>
    <p:sldId id="3632" r:id="rId66"/>
    <p:sldId id="3565" r:id="rId67"/>
    <p:sldId id="3566" r:id="rId68"/>
  </p:sldIdLst>
  <p:sldSz cx="12192000" cy="6858000"/>
  <p:notesSz cx="6807200" cy="9939338"/>
  <p:embeddedFontLst>
    <p:embeddedFont>
      <p:font typeface="Pretendard" panose="02000503000000020004" pitchFamily="50" charset="-127"/>
      <p:regular r:id="rId71"/>
      <p:bold r:id="rId72"/>
    </p:embeddedFont>
    <p:embeddedFont>
      <p:font typeface="Pretendard ExtraBold" panose="02000903000000020004" pitchFamily="50" charset="-127"/>
      <p:bold r:id="rId73"/>
    </p:embeddedFont>
    <p:embeddedFont>
      <p:font typeface="Pretendard Light" panose="02000403000000020004" pitchFamily="50" charset="-127"/>
      <p:regular r:id="rId74"/>
    </p:embeddedFont>
    <p:embeddedFont>
      <p:font typeface="Pretendard Medium" panose="02000603000000020004" pitchFamily="50" charset="-127"/>
      <p:regular r:id="rId75"/>
    </p:embeddedFont>
    <p:embeddedFont>
      <p:font typeface="Pretendard SemiBold" panose="02000703000000020004" pitchFamily="50" charset="-127"/>
      <p:bold r:id="rId76"/>
    </p:embeddedFont>
    <p:embeddedFont>
      <p:font typeface="Pretendard Variable Black" panose="02000003000000020004" pitchFamily="2" charset="-127"/>
      <p:bold r:id="rId77"/>
    </p:embeddedFont>
    <p:embeddedFont>
      <p:font typeface="맑은 고딕" panose="020B0503020000020004" pitchFamily="50" charset="-127"/>
      <p:regular r:id="rId78"/>
      <p:bold r:id="rId7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681" userDrawn="1">
          <p15:clr>
            <a:srgbClr val="A4A3A4"/>
          </p15:clr>
        </p15:guide>
        <p15:guide id="3" pos="2457" userDrawn="1">
          <p15:clr>
            <a:srgbClr val="A4A3A4"/>
          </p15:clr>
        </p15:guide>
        <p15:guide id="4" pos="2729" userDrawn="1">
          <p15:clr>
            <a:srgbClr val="A4A3A4"/>
          </p15:clr>
        </p15:guide>
        <p15:guide id="5" orient="horz" pos="231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lim" initials="j" lastIdx="1" clrIdx="0">
    <p:extLst>
      <p:ext uri="{19B8F6BF-5375-455C-9EA6-DF929625EA0E}">
        <p15:presenceInfo xmlns:p15="http://schemas.microsoft.com/office/powerpoint/2012/main" userId="jlim" providerId="None"/>
      </p:ext>
    </p:extLst>
  </p:cmAuthor>
  <p:cmAuthor id="2" name="iychoi" initials="i" lastIdx="4" clrIdx="1">
    <p:extLst>
      <p:ext uri="{19B8F6BF-5375-455C-9EA6-DF929625EA0E}">
        <p15:presenceInfo xmlns:p15="http://schemas.microsoft.com/office/powerpoint/2012/main" userId="iychoi" providerId="None"/>
      </p:ext>
    </p:extLst>
  </p:cmAuthor>
  <p:cmAuthor id="3" name="문국현" initials="문국현" lastIdx="3" clrIdx="2">
    <p:extLst>
      <p:ext uri="{19B8F6BF-5375-455C-9EA6-DF929625EA0E}">
        <p15:presenceInfo xmlns:p15="http://schemas.microsoft.com/office/powerpoint/2012/main" userId="문국현" providerId="None"/>
      </p:ext>
    </p:extLst>
  </p:cmAuthor>
  <p:cmAuthor id="4" name="USER" initials="U" lastIdx="1" clrIdx="3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2C7"/>
    <a:srgbClr val="00549A"/>
    <a:srgbClr val="2B8D8E"/>
    <a:srgbClr val="39BCBD"/>
    <a:srgbClr val="00ACB0"/>
    <a:srgbClr val="0181AF"/>
    <a:srgbClr val="124378"/>
    <a:srgbClr val="065BA2"/>
    <a:srgbClr val="31A5E2"/>
    <a:srgbClr val="197F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32" autoAdjust="0"/>
    <p:restoredTop sz="95788" autoAdjust="0"/>
  </p:normalViewPr>
  <p:slideViewPr>
    <p:cSldViewPr snapToGrid="0">
      <p:cViewPr varScale="1">
        <p:scale>
          <a:sx n="190" d="100"/>
          <a:sy n="190" d="100"/>
        </p:scale>
        <p:origin x="125" y="250"/>
      </p:cViewPr>
      <p:guideLst>
        <p:guide orient="horz" pos="2183"/>
        <p:guide pos="3681"/>
        <p:guide pos="2457"/>
        <p:guide pos="2729"/>
        <p:guide orient="horz" pos="231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7" d="100"/>
        <a:sy n="87" d="100"/>
      </p:scale>
      <p:origin x="0" y="-450"/>
    </p:cViewPr>
  </p:sorterViewPr>
  <p:notesViewPr>
    <p:cSldViewPr snapToGrid="0">
      <p:cViewPr varScale="1">
        <p:scale>
          <a:sx n="72" d="100"/>
          <a:sy n="72" d="100"/>
        </p:scale>
        <p:origin x="140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tableStyles" Target="tableStyle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font" Target="fonts/font4.fntdata"/><Relationship Id="rId79" Type="http://schemas.openxmlformats.org/officeDocument/2006/relationships/font" Target="fonts/font9.fntdata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viewProps" Target="view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notesMaster" Target="notesMasters/notesMaster1.xml"/><Relationship Id="rId77" Type="http://schemas.openxmlformats.org/officeDocument/2006/relationships/font" Target="fonts/font7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font" Target="fonts/font2.fntdata"/><Relationship Id="rId80" Type="http://schemas.openxmlformats.org/officeDocument/2006/relationships/commentAuthors" Target="commentAuthor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handoutMaster" Target="handoutMasters/handoutMaster1.xml"/><Relationship Id="rId75" Type="http://schemas.openxmlformats.org/officeDocument/2006/relationships/font" Target="fonts/font5.fntdata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font" Target="fonts/font3.fntdata"/><Relationship Id="rId78" Type="http://schemas.openxmlformats.org/officeDocument/2006/relationships/font" Target="fonts/font8.fntdata"/><Relationship Id="rId8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font" Target="fonts/font6.fntdata"/><Relationship Id="rId7" Type="http://schemas.openxmlformats.org/officeDocument/2006/relationships/slide" Target="slides/slide5.xml"/><Relationship Id="rId71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&#44452;&#46020;%20&#49345;&#53468;&#48516;&#49437;%20&#44208;&#44284;_v1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>
        <c:manualLayout>
          <c:layoutTarget val="inner"/>
          <c:xMode val="edge"/>
          <c:yMode val="edge"/>
          <c:x val="7.4342894238177956E-2"/>
          <c:y val="4.2511081181254226E-2"/>
          <c:w val="0.88529716558813853"/>
          <c:h val="0.8469990584875792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'수정 그래프'!$B$29</c:f>
              <c:strCache>
                <c:ptCount val="1"/>
                <c:pt idx="0">
                  <c:v>내용입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hade val="76000"/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hade val="76000"/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shade val="76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'수정 그래프'!$A$30:$A$34</c:f>
              <c:strCache>
                <c:ptCount val="5"/>
                <c:pt idx="0">
                  <c:v>301내용</c:v>
                </c:pt>
                <c:pt idx="1">
                  <c:v>361내용</c:v>
                </c:pt>
                <c:pt idx="2">
                  <c:v>401내용</c:v>
                </c:pt>
                <c:pt idx="3">
                  <c:v>431내용</c:v>
                </c:pt>
                <c:pt idx="4">
                  <c:v>431내용</c:v>
                </c:pt>
              </c:strCache>
            </c:strRef>
          </c:cat>
          <c:val>
            <c:numRef>
              <c:f>'수정 그래프'!$B$30:$B$34</c:f>
              <c:numCache>
                <c:formatCode>#,##0</c:formatCode>
                <c:ptCount val="5"/>
                <c:pt idx="0">
                  <c:v>101139</c:v>
                </c:pt>
                <c:pt idx="1">
                  <c:v>676139</c:v>
                </c:pt>
                <c:pt idx="2">
                  <c:v>506139</c:v>
                </c:pt>
                <c:pt idx="3">
                  <c:v>1818139</c:v>
                </c:pt>
                <c:pt idx="4">
                  <c:v>3270139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5-4D2F-A45A-FCAE2C3E30C9}"/>
            </c:ext>
          </c:extLst>
        </c:ser>
        <c:ser>
          <c:idx val="1"/>
          <c:order val="1"/>
          <c:tx>
            <c:strRef>
              <c:f>'수정 그래프'!$C$29</c:f>
              <c:strCache>
                <c:ptCount val="1"/>
                <c:pt idx="0">
                  <c:v>내용입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77000"/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tint val="77000"/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tint val="77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'수정 그래프'!$A$30:$A$34</c:f>
              <c:strCache>
                <c:ptCount val="5"/>
                <c:pt idx="0">
                  <c:v>301내용</c:v>
                </c:pt>
                <c:pt idx="1">
                  <c:v>361내용</c:v>
                </c:pt>
                <c:pt idx="2">
                  <c:v>401내용</c:v>
                </c:pt>
                <c:pt idx="3">
                  <c:v>431내용</c:v>
                </c:pt>
                <c:pt idx="4">
                  <c:v>431내용</c:v>
                </c:pt>
              </c:strCache>
            </c:strRef>
          </c:cat>
          <c:val>
            <c:numRef>
              <c:f>'수정 그래프'!$C$30:$C$34</c:f>
              <c:numCache>
                <c:formatCode>#,##0</c:formatCode>
                <c:ptCount val="5"/>
                <c:pt idx="0">
                  <c:v>619139</c:v>
                </c:pt>
                <c:pt idx="1">
                  <c:v>118139</c:v>
                </c:pt>
                <c:pt idx="2">
                  <c:v>442139</c:v>
                </c:pt>
                <c:pt idx="3">
                  <c:v>810139</c:v>
                </c:pt>
                <c:pt idx="4">
                  <c:v>2654139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5-4D2F-A45A-FCAE2C3E30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990061200"/>
        <c:axId val="1733613952"/>
      </c:barChart>
      <c:catAx>
        <c:axId val="1990061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33613952"/>
        <c:crosses val="autoZero"/>
        <c:auto val="1"/>
        <c:lblAlgn val="ctr"/>
        <c:lblOffset val="100"/>
        <c:noMultiLvlLbl val="0"/>
      </c:catAx>
      <c:valAx>
        <c:axId val="1733613952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eaVert" wrap="square" anchor="ctr" anchorCtr="1"/>
              <a:lstStyle/>
              <a:p>
                <a:pPr>
                  <a:defRPr sz="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/>
                  <a:t>내용입</a:t>
                </a:r>
              </a:p>
            </c:rich>
          </c:tx>
          <c:layout>
            <c:manualLayout>
              <c:xMode val="edge"/>
              <c:yMode val="edge"/>
              <c:x val="0"/>
              <c:y val="0.3751370703117778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eaVert" wrap="square" anchor="ctr" anchorCtr="1"/>
            <a:lstStyle/>
            <a:p>
              <a:pPr>
                <a:defRPr sz="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#,##0" sourceLinked="1"/>
        <c:majorTickMark val="none"/>
        <c:minorTickMark val="none"/>
        <c:tickLblPos val="nextTo"/>
        <c:crossAx val="19900612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16633784534544729"/>
          <c:y val="2.3801786341446543E-2"/>
          <c:w val="0.59150251361245143"/>
          <c:h val="6.25946970261630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400"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내용</c:v>
                </c:pt>
              </c:strCache>
            </c:strRef>
          </c:tx>
          <c:dPt>
            <c:idx val="0"/>
            <c:bubble3D val="0"/>
            <c:spPr>
              <a:solidFill>
                <a:srgbClr val="00549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081-40B3-8F31-8599B851DEB0}"/>
              </c:ext>
            </c:extLst>
          </c:dPt>
          <c:dPt>
            <c:idx val="1"/>
            <c:bubble3D val="0"/>
            <c:spPr>
              <a:solidFill>
                <a:srgbClr val="129AE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081-40B3-8F31-8599B851DEB0}"/>
              </c:ext>
            </c:extLst>
          </c:dPt>
          <c:dPt>
            <c:idx val="2"/>
            <c:bubble3D val="0"/>
            <c:spPr>
              <a:solidFill>
                <a:srgbClr val="00C2C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081-40B3-8F31-8599B851DEB0}"/>
              </c:ext>
            </c:extLst>
          </c:dPt>
          <c:cat>
            <c:strRef>
              <c:f>Sheet1!$A$2:$A$4</c:f>
              <c:strCache>
                <c:ptCount val="3"/>
                <c:pt idx="0">
                  <c:v>내용입</c:v>
                </c:pt>
                <c:pt idx="1">
                  <c:v>내용입</c:v>
                </c:pt>
                <c:pt idx="2">
                  <c:v>내용입 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</c:v>
                </c:pt>
                <c:pt idx="1">
                  <c:v>62</c:v>
                </c:pt>
                <c:pt idx="2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081-40B3-8F31-8599B851DE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내용</c:v>
                </c:pt>
              </c:strCache>
            </c:strRef>
          </c:tx>
          <c:dPt>
            <c:idx val="0"/>
            <c:bubble3D val="0"/>
            <c:spPr>
              <a:solidFill>
                <a:srgbClr val="00549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F37-4E07-9F26-C8DF02A35C19}"/>
              </c:ext>
            </c:extLst>
          </c:dPt>
          <c:dPt>
            <c:idx val="1"/>
            <c:bubble3D val="0"/>
            <c:spPr>
              <a:solidFill>
                <a:srgbClr val="2788B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F37-4E07-9F26-C8DF02A35C19}"/>
              </c:ext>
            </c:extLst>
          </c:dPt>
          <c:dPt>
            <c:idx val="2"/>
            <c:bubble3D val="0"/>
            <c:spPr>
              <a:solidFill>
                <a:srgbClr val="129AE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F37-4E07-9F26-C8DF02A35C19}"/>
              </c:ext>
            </c:extLst>
          </c:dPt>
          <c:dPt>
            <c:idx val="3"/>
            <c:bubble3D val="0"/>
            <c:spPr>
              <a:solidFill>
                <a:srgbClr val="12B7E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F37-4E07-9F26-C8DF02A35C19}"/>
              </c:ext>
            </c:extLst>
          </c:dPt>
          <c:dPt>
            <c:idx val="4"/>
            <c:bubble3D val="0"/>
            <c:spPr>
              <a:solidFill>
                <a:srgbClr val="00C2C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F37-4E07-9F26-C8DF02A35C19}"/>
              </c:ext>
            </c:extLst>
          </c:dPt>
          <c:dPt>
            <c:idx val="5"/>
            <c:bubble3D val="0"/>
            <c:spPr>
              <a:solidFill>
                <a:srgbClr val="01ADC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0F37-4E07-9F26-C8DF02A35C19}"/>
              </c:ext>
            </c:extLst>
          </c:dPt>
          <c:dPt>
            <c:idx val="6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0F37-4E07-9F26-C8DF02A35C19}"/>
              </c:ext>
            </c:extLst>
          </c:dPt>
          <c:cat>
            <c:strRef>
              <c:f>Sheet1!$A$2:$A$8</c:f>
              <c:strCache>
                <c:ptCount val="7"/>
                <c:pt idx="0">
                  <c:v>내용</c:v>
                </c:pt>
                <c:pt idx="1">
                  <c:v>내용입력</c:v>
                </c:pt>
                <c:pt idx="2">
                  <c:v>내용</c:v>
                </c:pt>
                <c:pt idx="3">
                  <c:v>내용</c:v>
                </c:pt>
                <c:pt idx="4">
                  <c:v>내용</c:v>
                </c:pt>
                <c:pt idx="5">
                  <c:v>내용</c:v>
                </c:pt>
                <c:pt idx="6">
                  <c:v>내용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47</c:v>
                </c:pt>
                <c:pt idx="1">
                  <c:v>40</c:v>
                </c:pt>
                <c:pt idx="2">
                  <c:v>33</c:v>
                </c:pt>
                <c:pt idx="3">
                  <c:v>9</c:v>
                </c:pt>
                <c:pt idx="4">
                  <c:v>4</c:v>
                </c:pt>
                <c:pt idx="5">
                  <c:v>4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F37-4E07-9F26-C8DF02A35C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341485052810608"/>
          <c:y val="6.0918203466799582E-2"/>
          <c:w val="0.79520165721877378"/>
          <c:h val="0.730127561933143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내용</c:v>
                </c:pt>
              </c:strCache>
            </c:strRef>
          </c:tx>
          <c:spPr>
            <a:solidFill>
              <a:srgbClr val="108DDA"/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5159</c:v>
                </c:pt>
                <c:pt idx="1">
                  <c:v>5160</c:v>
                </c:pt>
                <c:pt idx="2">
                  <c:v>5161</c:v>
                </c:pt>
                <c:pt idx="3">
                  <c:v>5162</c:v>
                </c:pt>
                <c:pt idx="4">
                  <c:v>5163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9639</c:v>
                </c:pt>
                <c:pt idx="1">
                  <c:v>17139</c:v>
                </c:pt>
                <c:pt idx="2">
                  <c:v>15139</c:v>
                </c:pt>
                <c:pt idx="3">
                  <c:v>8939</c:v>
                </c:pt>
                <c:pt idx="4">
                  <c:v>11139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A5-494B-A068-89BC422BEE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내용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5159</c:v>
                </c:pt>
                <c:pt idx="1">
                  <c:v>5160</c:v>
                </c:pt>
                <c:pt idx="2">
                  <c:v>5161</c:v>
                </c:pt>
                <c:pt idx="3">
                  <c:v>5162</c:v>
                </c:pt>
                <c:pt idx="4">
                  <c:v>5163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731</c:v>
                </c:pt>
                <c:pt idx="1">
                  <c:v>1031</c:v>
                </c:pt>
                <c:pt idx="2">
                  <c:v>931</c:v>
                </c:pt>
                <c:pt idx="3">
                  <c:v>4139</c:v>
                </c:pt>
                <c:pt idx="4">
                  <c:v>4439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1A5-494B-A068-89BC422BEE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98786352"/>
        <c:axId val="1598788064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내용입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">
                <a:solidFill>
                  <a:schemeClr val="accent2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5159</c:v>
                </c:pt>
                <c:pt idx="1">
                  <c:v>5160</c:v>
                </c:pt>
                <c:pt idx="2">
                  <c:v>5161</c:v>
                </c:pt>
                <c:pt idx="3">
                  <c:v>5162</c:v>
                </c:pt>
                <c:pt idx="4">
                  <c:v>5163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9460</c:v>
                </c:pt>
                <c:pt idx="1">
                  <c:v>17057</c:v>
                </c:pt>
                <c:pt idx="2">
                  <c:v>14884</c:v>
                </c:pt>
                <c:pt idx="3">
                  <c:v>8766</c:v>
                </c:pt>
                <c:pt idx="4">
                  <c:v>10972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1A5-494B-A068-89BC422BEE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4063072"/>
        <c:axId val="392364560"/>
      </c:lineChart>
      <c:catAx>
        <c:axId val="1598786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598788064"/>
        <c:crosses val="autoZero"/>
        <c:auto val="1"/>
        <c:lblAlgn val="ctr"/>
        <c:lblOffset val="100"/>
        <c:noMultiLvlLbl val="0"/>
      </c:catAx>
      <c:valAx>
        <c:axId val="1598788064"/>
        <c:scaling>
          <c:orientation val="minMax"/>
          <c:max val="14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598786352"/>
        <c:crosses val="autoZero"/>
        <c:crossBetween val="between"/>
      </c:valAx>
      <c:valAx>
        <c:axId val="392364560"/>
        <c:scaling>
          <c:orientation val="minMax"/>
          <c:max val="14000"/>
        </c:scaling>
        <c:delete val="1"/>
        <c:axPos val="r"/>
        <c:numFmt formatCode="General" sourceLinked="1"/>
        <c:majorTickMark val="none"/>
        <c:minorTickMark val="none"/>
        <c:tickLblPos val="nextTo"/>
        <c:crossAx val="164063072"/>
        <c:crosses val="max"/>
        <c:crossBetween val="between"/>
      </c:valAx>
      <c:catAx>
        <c:axId val="16406307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9236456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0436586811987177"/>
          <c:y val="0.88477738255803251"/>
          <c:w val="0.7912682637602565"/>
          <c:h val="9.86085619510221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3380388572546511E-2"/>
          <c:y val="0"/>
          <c:w val="0.89323922285490698"/>
          <c:h val="0.7898084859788780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내용입</c:v>
                </c:pt>
              </c:strCache>
            </c:strRef>
          </c:tx>
          <c:spPr>
            <a:solidFill>
              <a:srgbClr val="274893"/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5158</c:v>
                </c:pt>
                <c:pt idx="1">
                  <c:v>5159</c:v>
                </c:pt>
                <c:pt idx="2">
                  <c:v>5160</c:v>
                </c:pt>
                <c:pt idx="3">
                  <c:v>5161</c:v>
                </c:pt>
                <c:pt idx="4">
                  <c:v>5162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19670</c:v>
                </c:pt>
                <c:pt idx="1">
                  <c:v>21139</c:v>
                </c:pt>
                <c:pt idx="2">
                  <c:v>22639</c:v>
                </c:pt>
                <c:pt idx="3">
                  <c:v>23939</c:v>
                </c:pt>
                <c:pt idx="4">
                  <c:v>20199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C1-9442-B794-CF4FDAD2E4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내용입</c:v>
                </c:pt>
              </c:strCache>
            </c:strRef>
          </c:tx>
          <c:spPr>
            <a:solidFill>
              <a:srgbClr val="00999F"/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5158</c:v>
                </c:pt>
                <c:pt idx="1">
                  <c:v>5159</c:v>
                </c:pt>
                <c:pt idx="2">
                  <c:v>5160</c:v>
                </c:pt>
                <c:pt idx="3">
                  <c:v>5161</c:v>
                </c:pt>
                <c:pt idx="4">
                  <c:v>5162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12621</c:v>
                </c:pt>
                <c:pt idx="1">
                  <c:v>14639</c:v>
                </c:pt>
                <c:pt idx="2">
                  <c:v>16339</c:v>
                </c:pt>
                <c:pt idx="3">
                  <c:v>17939</c:v>
                </c:pt>
                <c:pt idx="4">
                  <c:v>21013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C1-9442-B794-CF4FDAD2E4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19769871"/>
        <c:axId val="2146071871"/>
      </c:barChart>
      <c:catAx>
        <c:axId val="20197698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0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146071871"/>
        <c:crosses val="autoZero"/>
        <c:auto val="1"/>
        <c:lblAlgn val="ctr"/>
        <c:lblOffset val="100"/>
        <c:noMultiLvlLbl val="0"/>
      </c:catAx>
      <c:valAx>
        <c:axId val="2146071871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197698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3987500915460294"/>
          <c:y val="0.8914189018559967"/>
          <c:w val="0.51085458495804414"/>
          <c:h val="9.761649352807737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4590696594940489E-2"/>
          <c:y val="6.3456849342447136E-2"/>
          <c:w val="0.90894182174710003"/>
          <c:h val="0.7120558020546028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내용</c:v>
                </c:pt>
              </c:strCache>
            </c:strRef>
          </c:tx>
          <c:spPr>
            <a:ln w="19050" cap="rnd">
              <a:solidFill>
                <a:srgbClr val="00999F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bg1"/>
              </a:solidFill>
              <a:ln w="15875">
                <a:solidFill>
                  <a:srgbClr val="00999F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5152</c:v>
                </c:pt>
                <c:pt idx="1">
                  <c:v>5154</c:v>
                </c:pt>
                <c:pt idx="2">
                  <c:v>5158</c:v>
                </c:pt>
                <c:pt idx="3">
                  <c:v>5160</c:v>
                </c:pt>
                <c:pt idx="4">
                  <c:v>5162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109</c:v>
                </c:pt>
                <c:pt idx="1">
                  <c:v>110</c:v>
                </c:pt>
                <c:pt idx="2">
                  <c:v>111</c:v>
                </c:pt>
                <c:pt idx="3">
                  <c:v>111.7</c:v>
                </c:pt>
                <c:pt idx="4">
                  <c:v>111.3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079-2642-BEE9-B457AE385C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내용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diamond"/>
            <c:size val="7"/>
            <c:spPr>
              <a:solidFill>
                <a:schemeClr val="bg1"/>
              </a:solidFill>
              <a:ln w="15875">
                <a:solidFill>
                  <a:schemeClr val="accent2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5152</c:v>
                </c:pt>
                <c:pt idx="1">
                  <c:v>5154</c:v>
                </c:pt>
                <c:pt idx="2">
                  <c:v>5158</c:v>
                </c:pt>
                <c:pt idx="3">
                  <c:v>5160</c:v>
                </c:pt>
                <c:pt idx="4">
                  <c:v>5162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87</c:v>
                </c:pt>
                <c:pt idx="1">
                  <c:v>92</c:v>
                </c:pt>
                <c:pt idx="2">
                  <c:v>98</c:v>
                </c:pt>
                <c:pt idx="3">
                  <c:v>101</c:v>
                </c:pt>
                <c:pt idx="4">
                  <c:v>101.2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079-2642-BEE9-B457AE385C3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내용</c:v>
                </c:pt>
              </c:strCache>
            </c:strRef>
          </c:tx>
          <c:spPr>
            <a:ln w="25400" cap="rnd">
              <a:solidFill>
                <a:srgbClr val="0066FF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rgbClr val="0066FF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5152</c:v>
                </c:pt>
                <c:pt idx="1">
                  <c:v>5154</c:v>
                </c:pt>
                <c:pt idx="2">
                  <c:v>5158</c:v>
                </c:pt>
                <c:pt idx="3">
                  <c:v>5160</c:v>
                </c:pt>
                <c:pt idx="4">
                  <c:v>5162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93.6</c:v>
                </c:pt>
                <c:pt idx="1">
                  <c:v>97.1</c:v>
                </c:pt>
                <c:pt idx="2">
                  <c:v>101.4</c:v>
                </c:pt>
                <c:pt idx="3">
                  <c:v>102.7</c:v>
                </c:pt>
                <c:pt idx="4">
                  <c:v>101.5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079-2642-BEE9-B457AE385C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9759295"/>
        <c:axId val="1619154256"/>
      </c:lineChart>
      <c:catAx>
        <c:axId val="79759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619154256"/>
        <c:crosses val="autoZero"/>
        <c:auto val="1"/>
        <c:lblAlgn val="ctr"/>
        <c:lblOffset val="100"/>
        <c:noMultiLvlLbl val="0"/>
      </c:catAx>
      <c:valAx>
        <c:axId val="1619154256"/>
        <c:scaling>
          <c:orientation val="minMax"/>
          <c:max val="100"/>
          <c:min val="7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97592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9216698953710323"/>
          <c:y val="0.86484078729063518"/>
          <c:w val="0.35765733421116197"/>
          <c:h val="9.30508828873907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2949788" cy="498693"/>
          </a:xfrm>
          <a:prstGeom prst="rect">
            <a:avLst/>
          </a:prstGeom>
        </p:spPr>
        <p:txBody>
          <a:bodyPr vert="horz" lIns="92202" tIns="46101" rIns="92202" bIns="46101" rtlCol="0"/>
          <a:lstStyle>
            <a:lvl1pPr algn="l">
              <a:defRPr sz="1200"/>
            </a:lvl1pPr>
          </a:lstStyle>
          <a:p>
            <a:endParaRPr lang="ko-KR" altLang="en-US" dirty="0">
              <a:latin typeface="Pretendard SemiBold" panose="02000703000000020004" pitchFamily="2" charset="-127"/>
              <a:ea typeface="Pretendard SemiBold" panose="02000703000000020004" pitchFamily="2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841" y="3"/>
            <a:ext cx="2949788" cy="498693"/>
          </a:xfrm>
          <a:prstGeom prst="rect">
            <a:avLst/>
          </a:prstGeom>
        </p:spPr>
        <p:txBody>
          <a:bodyPr vert="horz" lIns="92202" tIns="46101" rIns="92202" bIns="46101" rtlCol="0"/>
          <a:lstStyle>
            <a:lvl1pPr algn="r">
              <a:defRPr sz="1200"/>
            </a:lvl1pPr>
          </a:lstStyle>
          <a:p>
            <a:fld id="{B236143C-47DA-4D33-A282-207CD42FB510}" type="datetimeFigureOut">
              <a:rPr lang="ko-KR" altLang="en-US" smtClean="0">
                <a:latin typeface="Pretendard SemiBold" panose="02000703000000020004" pitchFamily="2" charset="-127"/>
                <a:ea typeface="Pretendard SemiBold" panose="02000703000000020004" pitchFamily="2" charset="-127"/>
              </a:rPr>
              <a:t>2026-04-23</a:t>
            </a:fld>
            <a:endParaRPr lang="ko-KR" altLang="en-US" dirty="0">
              <a:latin typeface="Pretendard SemiBold" panose="02000703000000020004" pitchFamily="2" charset="-127"/>
              <a:ea typeface="Pretendard SemiBold" panose="02000703000000020004" pitchFamily="2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3" y="9440647"/>
            <a:ext cx="2949788" cy="498692"/>
          </a:xfrm>
          <a:prstGeom prst="rect">
            <a:avLst/>
          </a:prstGeom>
        </p:spPr>
        <p:txBody>
          <a:bodyPr vert="horz" lIns="92202" tIns="46101" rIns="92202" bIns="46101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Pretendard SemiBold" panose="02000703000000020004" pitchFamily="2" charset="-127"/>
              <a:ea typeface="Pretendard SemiBold" panose="02000703000000020004" pitchFamily="2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841" y="9440647"/>
            <a:ext cx="2949788" cy="498692"/>
          </a:xfrm>
          <a:prstGeom prst="rect">
            <a:avLst/>
          </a:prstGeom>
        </p:spPr>
        <p:txBody>
          <a:bodyPr vert="horz" lIns="92202" tIns="46101" rIns="92202" bIns="46101" rtlCol="0" anchor="b"/>
          <a:lstStyle>
            <a:lvl1pPr algn="r">
              <a:defRPr sz="1200"/>
            </a:lvl1pPr>
          </a:lstStyle>
          <a:p>
            <a:fld id="{6D286B8C-5423-4459-A12D-A0ED42E8C5A5}" type="slidenum">
              <a:rPr lang="ko-KR" altLang="en-US" smtClean="0">
                <a:latin typeface="Pretendard SemiBold" panose="02000703000000020004" pitchFamily="2" charset="-127"/>
                <a:ea typeface="Pretendard SemiBold" panose="02000703000000020004" pitchFamily="2" charset="-127"/>
              </a:rPr>
              <a:t>‹#›</a:t>
            </a:fld>
            <a:endParaRPr lang="ko-KR" altLang="en-US" dirty="0">
              <a:latin typeface="Pretendard SemiBold" panose="02000703000000020004" pitchFamily="2" charset="-127"/>
              <a:ea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74799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2949788" cy="498693"/>
          </a:xfrm>
          <a:prstGeom prst="rect">
            <a:avLst/>
          </a:prstGeom>
        </p:spPr>
        <p:txBody>
          <a:bodyPr vert="horz" lIns="92202" tIns="46101" rIns="92202" bIns="46101" rtlCol="0"/>
          <a:lstStyle>
            <a:lvl1pPr algn="l">
              <a:defRPr sz="1200">
                <a:latin typeface="Pretendard SemiBold" panose="02000703000000020004" pitchFamily="2" charset="-127"/>
                <a:ea typeface="Pretendard SemiBold" panose="02000703000000020004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41" y="3"/>
            <a:ext cx="2949788" cy="498693"/>
          </a:xfrm>
          <a:prstGeom prst="rect">
            <a:avLst/>
          </a:prstGeom>
        </p:spPr>
        <p:txBody>
          <a:bodyPr vert="horz" lIns="92202" tIns="46101" rIns="92202" bIns="46101" rtlCol="0"/>
          <a:lstStyle>
            <a:lvl1pPr algn="r">
              <a:defRPr sz="1200">
                <a:latin typeface="Pretendard SemiBold" panose="02000703000000020004" pitchFamily="2" charset="-127"/>
                <a:ea typeface="Pretendard SemiBold" panose="02000703000000020004" pitchFamily="2" charset="-127"/>
              </a:defRPr>
            </a:lvl1pPr>
          </a:lstStyle>
          <a:p>
            <a:fld id="{BE9881B5-A0BD-48F4-8217-503688C6C837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59475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02" tIns="46101" rIns="92202" bIns="46101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1" y="4783312"/>
            <a:ext cx="5445760" cy="3913614"/>
          </a:xfrm>
          <a:prstGeom prst="rect">
            <a:avLst/>
          </a:prstGeom>
        </p:spPr>
        <p:txBody>
          <a:bodyPr vert="horz" lIns="92202" tIns="46101" rIns="92202" bIns="46101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440647"/>
            <a:ext cx="2949788" cy="498692"/>
          </a:xfrm>
          <a:prstGeom prst="rect">
            <a:avLst/>
          </a:prstGeom>
        </p:spPr>
        <p:txBody>
          <a:bodyPr vert="horz" lIns="92202" tIns="46101" rIns="92202" bIns="46101" rtlCol="0" anchor="b"/>
          <a:lstStyle>
            <a:lvl1pPr algn="l">
              <a:defRPr sz="1200">
                <a:latin typeface="Pretendard SemiBold" panose="02000703000000020004" pitchFamily="2" charset="-127"/>
                <a:ea typeface="Pretendard SemiBold" panose="02000703000000020004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41" y="9440647"/>
            <a:ext cx="2949788" cy="498692"/>
          </a:xfrm>
          <a:prstGeom prst="rect">
            <a:avLst/>
          </a:prstGeom>
        </p:spPr>
        <p:txBody>
          <a:bodyPr vert="horz" lIns="92202" tIns="46101" rIns="92202" bIns="46101" rtlCol="0" anchor="b"/>
          <a:lstStyle>
            <a:lvl1pPr algn="r">
              <a:defRPr sz="1200">
                <a:latin typeface="Pretendard SemiBold" panose="02000703000000020004" pitchFamily="2" charset="-127"/>
                <a:ea typeface="Pretendard SemiBold" panose="02000703000000020004" pitchFamily="2" charset="-127"/>
              </a:defRPr>
            </a:lvl1pPr>
          </a:lstStyle>
          <a:p>
            <a:fld id="{0C2537A4-7DA1-4A3C-8B0D-3AF34390E42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272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Pretendard SemiBold" panose="02000703000000020004" pitchFamily="2" charset="-127"/>
        <a:ea typeface="Pretendard SemiBold" panose="02000703000000020004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Pretendard SemiBold" panose="02000703000000020004" pitchFamily="2" charset="-127"/>
        <a:ea typeface="Pretendard SemiBold" panose="02000703000000020004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Pretendard SemiBold" panose="02000703000000020004" pitchFamily="2" charset="-127"/>
        <a:ea typeface="Pretendard SemiBold" panose="02000703000000020004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Pretendard SemiBold" panose="02000703000000020004" pitchFamily="2" charset="-127"/>
        <a:ea typeface="Pretendard SemiBold" panose="02000703000000020004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Pretendard SemiBold" panose="02000703000000020004" pitchFamily="2" charset="-127"/>
        <a:ea typeface="Pretendard SemiBold" panose="02000703000000020004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537A4-7DA1-4A3C-8B0D-3AF34390E42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998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263DE-6A31-40BD-B1AF-BF406852754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4728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263DE-6A31-40BD-B1AF-BF406852754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076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263DE-6A31-40BD-B1AF-BF406852754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563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F263DE-6A31-40BD-B1AF-BF406852754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3158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263DE-6A31-40BD-B1AF-BF4068527546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1137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537A4-7DA1-4A3C-8B0D-3AF34390E42C}" type="slidenum">
              <a:rPr lang="ko-KR" altLang="en-US" smtClean="0"/>
              <a:pPr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88295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537A4-7DA1-4A3C-8B0D-3AF34390E42C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93967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537A4-7DA1-4A3C-8B0D-3AF34390E42C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55047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537A4-7DA1-4A3C-8B0D-3AF34390E42C}" type="slidenum">
              <a:rPr lang="ko-KR" altLang="en-US" smtClean="0"/>
              <a:pPr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79333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537A4-7DA1-4A3C-8B0D-3AF34390E42C}" type="slidenum">
              <a:rPr lang="ko-KR" altLang="en-US" smtClean="0"/>
              <a:pPr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6831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F871A-581D-779A-9633-A9AAE99D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94C7C9-3210-CCE4-1486-70E1E5DB8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6DACA6-2F0B-82BE-A9B7-92BB120C5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CB0A01-567C-B638-D085-6D5727622C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8515">
              <a:defRPr/>
            </a:pPr>
            <a:fld id="{8E6A985D-8DBD-FF41-9A9B-9787A4003523}" type="slidenum">
              <a:rPr lang="en-US" altLang="ko-KR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pPr defTabSz="918515">
                <a:defRPr/>
              </a:pPr>
              <a:t>49</a:t>
            </a:fld>
            <a:endParaRPr kumimoji="1" lang="ko-KR" altLang="en-US">
              <a:solidFill>
                <a:prstClr val="black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3178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제목 1">
            <a:extLst>
              <a:ext uri="{FF2B5EF4-FFF2-40B4-BE49-F238E27FC236}">
                <a16:creationId xmlns:a16="http://schemas.microsoft.com/office/drawing/2014/main" id="{841269AA-DA3B-B46E-53CA-569862BCBF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4370" y="2942627"/>
            <a:ext cx="11381489" cy="1048316"/>
          </a:xfrm>
          <a:prstGeom prst="rect">
            <a:avLst/>
          </a:prstGeom>
        </p:spPr>
        <p:txBody>
          <a:bodyPr anchor="ctr"/>
          <a:lstStyle>
            <a:lvl1pPr marL="0" algn="l" defTabSz="914400" rtl="0" eaLnBrk="1" latinLnBrk="1" hangingPunct="1">
              <a:lnSpc>
                <a:spcPct val="100000"/>
              </a:lnSpc>
              <a:defRPr lang="ko-KR" altLang="en-US" sz="4400" kern="1200" spc="-50" dirty="0">
                <a:ln w="2540" cap="sq">
                  <a:noFill/>
                  <a:miter lim="800000"/>
                </a:ln>
                <a:gradFill flip="none" rotWithShape="1">
                  <a:gsLst>
                    <a:gs pos="0">
                      <a:srgbClr val="002060"/>
                    </a:gs>
                    <a:gs pos="100000">
                      <a:srgbClr val="002060"/>
                    </a:gs>
                  </a:gsLst>
                  <a:lin ang="16200000" scaled="1"/>
                  <a:tileRect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0" name="부제목 2">
            <a:extLst>
              <a:ext uri="{FF2B5EF4-FFF2-40B4-BE49-F238E27FC236}">
                <a16:creationId xmlns:a16="http://schemas.microsoft.com/office/drawing/2014/main" id="{48555BB1-283C-6362-7F56-25E40E40D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371" y="2134827"/>
            <a:ext cx="11381490" cy="72699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lang="ko-KR" altLang="en-US" sz="3600" kern="12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11011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스터(큰글씨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0DC7DE4E-9176-3F61-4FBF-776B93CD3F46}"/>
              </a:ext>
            </a:extLst>
          </p:cNvPr>
          <p:cNvSpPr/>
          <p:nvPr userDrawn="1"/>
        </p:nvSpPr>
        <p:spPr>
          <a:xfrm>
            <a:off x="-1" y="0"/>
            <a:ext cx="12191993" cy="767064"/>
          </a:xfrm>
          <a:prstGeom prst="rect">
            <a:avLst/>
          </a:prstGeom>
          <a:solidFill>
            <a:srgbClr val="E5EDF7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F2CB9D70-139D-4C2C-CBEC-E2A661A6D0A0}"/>
              </a:ext>
            </a:extLst>
          </p:cNvPr>
          <p:cNvSpPr/>
          <p:nvPr userDrawn="1"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id="{E262F9FD-DF62-73CA-2265-47641EC824FB}"/>
              </a:ext>
            </a:extLst>
          </p:cNvPr>
          <p:cNvCxnSpPr/>
          <p:nvPr userDrawn="1"/>
        </p:nvCxnSpPr>
        <p:spPr>
          <a:xfrm>
            <a:off x="-1" y="767064"/>
            <a:ext cx="12192001" cy="0"/>
          </a:xfrm>
          <a:prstGeom prst="line">
            <a:avLst/>
          </a:prstGeom>
          <a:ln w="12700">
            <a:solidFill>
              <a:srgbClr val="274893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제목 1">
            <a:extLst>
              <a:ext uri="{FF2B5EF4-FFF2-40B4-BE49-F238E27FC236}">
                <a16:creationId xmlns:a16="http://schemas.microsoft.com/office/drawing/2014/main" id="{8973A8A1-3AC7-2DB0-94B0-6145D2BAB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109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100000"/>
              </a:lnSpc>
              <a:defRPr kumimoji="1" lang="ko-KR" altLang="en-US" sz="26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0"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58CCBD-E251-2C14-5B77-B9C4FB549C2E}"/>
              </a:ext>
            </a:extLst>
          </p:cNvPr>
          <p:cNvSpPr txBox="1"/>
          <p:nvPr userDrawn="1"/>
        </p:nvSpPr>
        <p:spPr>
          <a:xfrm>
            <a:off x="11701872" y="656749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b="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pPr algn="ctr"/>
              <a:t>‹#›</a:t>
            </a:fld>
            <a:endParaRPr lang="ko-KR" altLang="en-US" sz="800" dirty="0"/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47D298C5-1D06-8A44-1303-E2ACA89A7F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33864" y="232611"/>
            <a:ext cx="637218" cy="31860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070B63B-7176-792E-82D6-DA0E2CFB1F6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05" t="361"/>
          <a:stretch>
            <a:fillRect/>
          </a:stretch>
        </p:blipFill>
        <p:spPr>
          <a:xfrm>
            <a:off x="0" y="0"/>
            <a:ext cx="704190" cy="79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266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스터(작은글씨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0DC7DE4E-9176-3F61-4FBF-776B93CD3F46}"/>
              </a:ext>
            </a:extLst>
          </p:cNvPr>
          <p:cNvSpPr/>
          <p:nvPr userDrawn="1"/>
        </p:nvSpPr>
        <p:spPr>
          <a:xfrm>
            <a:off x="-1" y="0"/>
            <a:ext cx="12191993" cy="767064"/>
          </a:xfrm>
          <a:prstGeom prst="rect">
            <a:avLst/>
          </a:prstGeom>
          <a:solidFill>
            <a:srgbClr val="E5EDF7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F2CB9D70-139D-4C2C-CBEC-E2A661A6D0A0}"/>
              </a:ext>
            </a:extLst>
          </p:cNvPr>
          <p:cNvSpPr/>
          <p:nvPr userDrawn="1"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id="{E262F9FD-DF62-73CA-2265-47641EC824FB}"/>
              </a:ext>
            </a:extLst>
          </p:cNvPr>
          <p:cNvCxnSpPr/>
          <p:nvPr userDrawn="1"/>
        </p:nvCxnSpPr>
        <p:spPr>
          <a:xfrm>
            <a:off x="-1" y="767064"/>
            <a:ext cx="12192001" cy="0"/>
          </a:xfrm>
          <a:prstGeom prst="line">
            <a:avLst/>
          </a:prstGeom>
          <a:ln w="12700">
            <a:solidFill>
              <a:srgbClr val="274893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제목 1">
            <a:extLst>
              <a:ext uri="{FF2B5EF4-FFF2-40B4-BE49-F238E27FC236}">
                <a16:creationId xmlns:a16="http://schemas.microsoft.com/office/drawing/2014/main" id="{8973A8A1-3AC7-2DB0-94B0-6145D2BAB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27917"/>
            <a:ext cx="10384753" cy="4109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100000"/>
              </a:lnSpc>
              <a:defRPr kumimoji="1" lang="ko-KR" altLang="en-US" sz="2600" b="1" kern="1200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0"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58CCBD-E251-2C14-5B77-B9C4FB549C2E}"/>
              </a:ext>
            </a:extLst>
          </p:cNvPr>
          <p:cNvSpPr txBox="1"/>
          <p:nvPr userDrawn="1"/>
        </p:nvSpPr>
        <p:spPr>
          <a:xfrm>
            <a:off x="11701872" y="656749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b="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pPr algn="ctr"/>
              <a:t>‹#›</a:t>
            </a:fld>
            <a:endParaRPr lang="ko-KR" altLang="en-US" sz="800" dirty="0"/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47D298C5-1D06-8A44-1303-E2ACA89A7F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33864" y="232611"/>
            <a:ext cx="637218" cy="318609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25C870-7686-3DA8-81A0-6C39A61C84F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05" t="361"/>
          <a:stretch>
            <a:fillRect/>
          </a:stretch>
        </p:blipFill>
        <p:spPr>
          <a:xfrm>
            <a:off x="0" y="0"/>
            <a:ext cx="704190" cy="79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636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0233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AD9AB6D-309B-60BB-D777-7BE5686115AC}"/>
              </a:ext>
            </a:extLst>
          </p:cNvPr>
          <p:cNvSpPr/>
          <p:nvPr userDrawn="1"/>
        </p:nvSpPr>
        <p:spPr>
          <a:xfrm>
            <a:off x="-1" y="0"/>
            <a:ext cx="12191993" cy="767064"/>
          </a:xfrm>
          <a:prstGeom prst="rect">
            <a:avLst/>
          </a:prstGeom>
          <a:solidFill>
            <a:srgbClr val="E5EDF7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모서리가 둥근 직사각형 14">
            <a:extLst>
              <a:ext uri="{FF2B5EF4-FFF2-40B4-BE49-F238E27FC236}">
                <a16:creationId xmlns:a16="http://schemas.microsoft.com/office/drawing/2014/main" id="{A91E2788-B992-937E-F379-ED0DCE905456}"/>
              </a:ext>
            </a:extLst>
          </p:cNvPr>
          <p:cNvSpPr/>
          <p:nvPr userDrawn="1"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cxnSp>
        <p:nvCxnSpPr>
          <p:cNvPr id="7" name="직선 연결선[R] 2">
            <a:extLst>
              <a:ext uri="{FF2B5EF4-FFF2-40B4-BE49-F238E27FC236}">
                <a16:creationId xmlns:a16="http://schemas.microsoft.com/office/drawing/2014/main" id="{9FDD8833-A9F4-36E9-E70B-B8D873885DC6}"/>
              </a:ext>
            </a:extLst>
          </p:cNvPr>
          <p:cNvCxnSpPr/>
          <p:nvPr userDrawn="1"/>
        </p:nvCxnSpPr>
        <p:spPr>
          <a:xfrm>
            <a:off x="-1" y="767064"/>
            <a:ext cx="12192001" cy="0"/>
          </a:xfrm>
          <a:prstGeom prst="line">
            <a:avLst/>
          </a:prstGeom>
          <a:ln w="12700">
            <a:solidFill>
              <a:srgbClr val="274893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F36CCAF9-6A4C-49CE-31CF-E4B791291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109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100000"/>
              </a:lnSpc>
              <a:defRPr kumimoji="1" lang="ko-KR" altLang="en-US" sz="26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0"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06A612-F19A-F7A2-0D02-AD1BD3CEEBC5}"/>
              </a:ext>
            </a:extLst>
          </p:cNvPr>
          <p:cNvSpPr txBox="1"/>
          <p:nvPr userDrawn="1"/>
        </p:nvSpPr>
        <p:spPr>
          <a:xfrm>
            <a:off x="11701872" y="656749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b="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pPr algn="ctr"/>
              <a:t>‹#›</a:t>
            </a:fld>
            <a:endParaRPr lang="ko-KR" altLang="en-US" sz="800" dirty="0"/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E7EBABAC-6F08-10C2-BCB5-B09B0D35DD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33864" y="232611"/>
            <a:ext cx="637218" cy="31860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21B6896-F82B-6475-6A18-F8F43E2B55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05" t="361"/>
          <a:stretch>
            <a:fillRect/>
          </a:stretch>
        </p:blipFill>
        <p:spPr>
          <a:xfrm>
            <a:off x="0" y="0"/>
            <a:ext cx="704190" cy="79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561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AD9AB6D-309B-60BB-D777-7BE5686115AC}"/>
              </a:ext>
            </a:extLst>
          </p:cNvPr>
          <p:cNvSpPr/>
          <p:nvPr userDrawn="1"/>
        </p:nvSpPr>
        <p:spPr>
          <a:xfrm>
            <a:off x="-1" y="0"/>
            <a:ext cx="12191993" cy="767064"/>
          </a:xfrm>
          <a:prstGeom prst="rect">
            <a:avLst/>
          </a:prstGeom>
          <a:solidFill>
            <a:srgbClr val="E5EDF7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모서리가 둥근 직사각형 14">
            <a:extLst>
              <a:ext uri="{FF2B5EF4-FFF2-40B4-BE49-F238E27FC236}">
                <a16:creationId xmlns:a16="http://schemas.microsoft.com/office/drawing/2014/main" id="{A91E2788-B992-937E-F379-ED0DCE905456}"/>
              </a:ext>
            </a:extLst>
          </p:cNvPr>
          <p:cNvSpPr/>
          <p:nvPr userDrawn="1"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cxnSp>
        <p:nvCxnSpPr>
          <p:cNvPr id="7" name="직선 연결선[R] 2">
            <a:extLst>
              <a:ext uri="{FF2B5EF4-FFF2-40B4-BE49-F238E27FC236}">
                <a16:creationId xmlns:a16="http://schemas.microsoft.com/office/drawing/2014/main" id="{9FDD8833-A9F4-36E9-E70B-B8D873885DC6}"/>
              </a:ext>
            </a:extLst>
          </p:cNvPr>
          <p:cNvCxnSpPr/>
          <p:nvPr userDrawn="1"/>
        </p:nvCxnSpPr>
        <p:spPr>
          <a:xfrm>
            <a:off x="-1" y="767064"/>
            <a:ext cx="12192001" cy="0"/>
          </a:xfrm>
          <a:prstGeom prst="line">
            <a:avLst/>
          </a:prstGeom>
          <a:ln w="12700">
            <a:solidFill>
              <a:srgbClr val="274893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F36CCAF9-6A4C-49CE-31CF-E4B791291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109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100000"/>
              </a:lnSpc>
              <a:defRPr kumimoji="1" lang="ko-KR" altLang="en-US" sz="2600" b="1" kern="1200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0"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06A612-F19A-F7A2-0D02-AD1BD3CEEBC5}"/>
              </a:ext>
            </a:extLst>
          </p:cNvPr>
          <p:cNvSpPr txBox="1"/>
          <p:nvPr userDrawn="1"/>
        </p:nvSpPr>
        <p:spPr>
          <a:xfrm>
            <a:off x="11701872" y="656749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b="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pPr algn="ctr"/>
              <a:t>‹#›</a:t>
            </a:fld>
            <a:endParaRPr lang="ko-KR" altLang="en-US" sz="800" dirty="0"/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E7EBABAC-6F08-10C2-BCB5-B09B0D35DD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33864" y="232611"/>
            <a:ext cx="637218" cy="31860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21B6896-F82B-6475-6A18-F8F43E2B55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05" t="361"/>
          <a:stretch>
            <a:fillRect/>
          </a:stretch>
        </p:blipFill>
        <p:spPr>
          <a:xfrm>
            <a:off x="0" y="0"/>
            <a:ext cx="704190" cy="79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842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9CDCB8-73E9-4066-8196-62D8BF5A9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942DAE1-CCA1-4B42-A431-117318CD3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5B2457-94E0-4D25-8707-EA8240EF7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FC770-E5E4-4915-AB8C-0FF3B39684FA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4F78F9-EFA9-441A-9C86-37AA113A9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FF3139-72A1-4C16-9E41-A84DBAA45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301B-EC5E-4EB7-85AE-6C2C764B1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0981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14">
            <a:extLst>
              <a:ext uri="{FF2B5EF4-FFF2-40B4-BE49-F238E27FC236}">
                <a16:creationId xmlns:a16="http://schemas.microsoft.com/office/drawing/2014/main" id="{D477D4CA-6219-5DF5-9BF9-9A24B624546B}"/>
              </a:ext>
            </a:extLst>
          </p:cNvPr>
          <p:cNvSpPr/>
          <p:nvPr userDrawn="1"/>
        </p:nvSpPr>
        <p:spPr>
          <a:xfrm>
            <a:off x="11638319" y="6535589"/>
            <a:ext cx="396000" cy="180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6FCFECAF-3A46-2742-A72F-DA523335C49A}" type="slidenum">
              <a:rPr kumimoji="1" lang="en-US" altLang="ko-KR" sz="900" spc="-40">
                <a:solidFill>
                  <a:schemeClr val="tx1">
                    <a:lumMod val="65000"/>
                    <a:lumOff val="3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‹#›</a:t>
            </a:fld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076CDA8-945F-1F4C-0893-46867E65A9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74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6060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0031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9" r:id="rId2"/>
    <p:sldLayoutId id="2147483686" r:id="rId3"/>
    <p:sldLayoutId id="2147483685" r:id="rId4"/>
    <p:sldLayoutId id="2147483687" r:id="rId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E34E4C5-0842-4DB2-A638-429105240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6B2D63-2325-464B-9864-89C77F9E8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3AC57E-D191-4979-87DE-8E8DAE5B48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30320E-468A-41DB-8DC6-127441CE2E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BA80E2-24B7-45FE-9F3A-AF6A438DF8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defRPr>
            </a:lvl1pPr>
          </a:lstStyle>
          <a:p>
            <a:fld id="{55AB301B-EC5E-4EB7-85AE-6C2C764B161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2724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svg"/><Relationship Id="rId4" Type="http://schemas.openxmlformats.org/officeDocument/2006/relationships/image" Target="../media/image1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svg"/><Relationship Id="rId4" Type="http://schemas.openxmlformats.org/officeDocument/2006/relationships/image" Target="../media/image1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8.svg"/><Relationship Id="rId7" Type="http://schemas.openxmlformats.org/officeDocument/2006/relationships/image" Target="../media/image11.svg"/><Relationship Id="rId12" Type="http://schemas.openxmlformats.org/officeDocument/2006/relationships/image" Target="../media/image30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4.png"/><Relationship Id="rId9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7" Type="http://schemas.openxmlformats.org/officeDocument/2006/relationships/image" Target="../media/image41.png"/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5.svg"/><Relationship Id="rId7" Type="http://schemas.openxmlformats.org/officeDocument/2006/relationships/image" Target="../media/image45.png"/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9.sv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35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35.svg"/><Relationship Id="rId7" Type="http://schemas.openxmlformats.org/officeDocument/2006/relationships/image" Target="../media/image56.png"/><Relationship Id="rId12" Type="http://schemas.openxmlformats.org/officeDocument/2006/relationships/image" Target="../media/image6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5.png"/><Relationship Id="rId11" Type="http://schemas.openxmlformats.org/officeDocument/2006/relationships/image" Target="../media/image59.png"/><Relationship Id="rId5" Type="http://schemas.openxmlformats.org/officeDocument/2006/relationships/image" Target="../media/image54.png"/><Relationship Id="rId10" Type="http://schemas.openxmlformats.org/officeDocument/2006/relationships/image" Target="../media/image58.png"/><Relationship Id="rId4" Type="http://schemas.openxmlformats.org/officeDocument/2006/relationships/image" Target="../media/image49.svg"/><Relationship Id="rId9" Type="http://schemas.openxmlformats.org/officeDocument/2006/relationships/chart" Target="../charts/char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13" Type="http://schemas.openxmlformats.org/officeDocument/2006/relationships/image" Target="../media/image69.png"/><Relationship Id="rId3" Type="http://schemas.openxmlformats.org/officeDocument/2006/relationships/image" Target="../media/image35.svg"/><Relationship Id="rId7" Type="http://schemas.openxmlformats.org/officeDocument/2006/relationships/image" Target="../media/image64.png"/><Relationship Id="rId12" Type="http://schemas.openxmlformats.org/officeDocument/2006/relationships/image" Target="../media/image68.png"/><Relationship Id="rId17" Type="http://schemas.openxmlformats.org/officeDocument/2006/relationships/image" Target="../media/image11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3.png"/><Relationship Id="rId11" Type="http://schemas.openxmlformats.org/officeDocument/2006/relationships/image" Target="../media/image67.png"/><Relationship Id="rId5" Type="http://schemas.openxmlformats.org/officeDocument/2006/relationships/image" Target="../media/image62.png"/><Relationship Id="rId15" Type="http://schemas.openxmlformats.org/officeDocument/2006/relationships/image" Target="../media/image71.png"/><Relationship Id="rId10" Type="http://schemas.openxmlformats.org/officeDocument/2006/relationships/image" Target="../media/image66.png"/><Relationship Id="rId4" Type="http://schemas.openxmlformats.org/officeDocument/2006/relationships/image" Target="../media/image61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9.svg"/><Relationship Id="rId4" Type="http://schemas.openxmlformats.org/officeDocument/2006/relationships/image" Target="../media/image10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7" Type="http://schemas.openxmlformats.org/officeDocument/2006/relationships/image" Target="../media/image8.sv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3" Type="http://schemas.openxmlformats.org/officeDocument/2006/relationships/image" Target="../media/image78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49.svg"/><Relationship Id="rId10" Type="http://schemas.openxmlformats.org/officeDocument/2006/relationships/image" Target="../media/image84.png"/><Relationship Id="rId4" Type="http://schemas.openxmlformats.org/officeDocument/2006/relationships/image" Target="../media/image79.png"/><Relationship Id="rId9" Type="http://schemas.openxmlformats.org/officeDocument/2006/relationships/image" Target="../media/image83.png"/><Relationship Id="rId14" Type="http://schemas.openxmlformats.org/officeDocument/2006/relationships/image" Target="../media/image8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88.png"/><Relationship Id="rId4" Type="http://schemas.openxmlformats.org/officeDocument/2006/relationships/image" Target="../media/image8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9.sv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jpe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jpeg"/><Relationship Id="rId4" Type="http://schemas.openxmlformats.org/officeDocument/2006/relationships/image" Target="../media/image91.jpeg"/><Relationship Id="rId9" Type="http://schemas.openxmlformats.org/officeDocument/2006/relationships/image" Target="../media/image96.jpe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jpeg"/><Relationship Id="rId3" Type="http://schemas.openxmlformats.org/officeDocument/2006/relationships/image" Target="../media/image98.png"/><Relationship Id="rId7" Type="http://schemas.openxmlformats.org/officeDocument/2006/relationships/image" Target="../media/image102.jpe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jpeg"/><Relationship Id="rId5" Type="http://schemas.openxmlformats.org/officeDocument/2006/relationships/image" Target="../media/image100.png"/><Relationship Id="rId10" Type="http://schemas.openxmlformats.org/officeDocument/2006/relationships/image" Target="../media/image8.svg"/><Relationship Id="rId4" Type="http://schemas.openxmlformats.org/officeDocument/2006/relationships/image" Target="../media/image99.jpeg"/><Relationship Id="rId9" Type="http://schemas.openxmlformats.org/officeDocument/2006/relationships/image" Target="../media/image13.sv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05.png"/><Relationship Id="rId7" Type="http://schemas.openxmlformats.org/officeDocument/2006/relationships/image" Target="../media/image108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11" Type="http://schemas.openxmlformats.org/officeDocument/2006/relationships/image" Target="../media/image112.png"/><Relationship Id="rId5" Type="http://schemas.openxmlformats.org/officeDocument/2006/relationships/image" Target="../media/image107.png"/><Relationship Id="rId10" Type="http://schemas.openxmlformats.org/officeDocument/2006/relationships/image" Target="../media/image111.png"/><Relationship Id="rId4" Type="http://schemas.openxmlformats.org/officeDocument/2006/relationships/image" Target="../media/image106.png"/><Relationship Id="rId9" Type="http://schemas.openxmlformats.org/officeDocument/2006/relationships/image" Target="../media/image11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svg"/><Relationship Id="rId2" Type="http://schemas.openxmlformats.org/officeDocument/2006/relationships/image" Target="../media/image116.sv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0.svg"/><Relationship Id="rId7" Type="http://schemas.openxmlformats.org/officeDocument/2006/relationships/image" Target="../media/image1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10" Type="http://schemas.openxmlformats.org/officeDocument/2006/relationships/image" Target="../media/image8.svg"/><Relationship Id="rId4" Type="http://schemas.openxmlformats.org/officeDocument/2006/relationships/chart" Target="../charts/chart4.xml"/><Relationship Id="rId9" Type="http://schemas.openxmlformats.org/officeDocument/2006/relationships/image" Target="../media/image120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3" Type="http://schemas.openxmlformats.org/officeDocument/2006/relationships/image" Target="../media/image122.jpeg"/><Relationship Id="rId7" Type="http://schemas.openxmlformats.org/officeDocument/2006/relationships/image" Target="../media/image126.png"/><Relationship Id="rId12" Type="http://schemas.openxmlformats.org/officeDocument/2006/relationships/image" Target="../media/image8.sv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5.jpeg"/><Relationship Id="rId11" Type="http://schemas.openxmlformats.org/officeDocument/2006/relationships/image" Target="../media/image11.svg"/><Relationship Id="rId5" Type="http://schemas.openxmlformats.org/officeDocument/2006/relationships/image" Target="../media/image124.jpeg"/><Relationship Id="rId10" Type="http://schemas.openxmlformats.org/officeDocument/2006/relationships/image" Target="../media/image15.svg"/><Relationship Id="rId4" Type="http://schemas.openxmlformats.org/officeDocument/2006/relationships/image" Target="../media/image123.jpeg"/><Relationship Id="rId9" Type="http://schemas.microsoft.com/office/2007/relationships/hdphoto" Target="../media/hdphoto1.wdp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129.jpeg"/><Relationship Id="rId7" Type="http://schemas.openxmlformats.org/officeDocument/2006/relationships/image" Target="../media/image133.png"/><Relationship Id="rId2" Type="http://schemas.openxmlformats.org/officeDocument/2006/relationships/image" Target="../media/image128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2.png"/><Relationship Id="rId5" Type="http://schemas.openxmlformats.org/officeDocument/2006/relationships/image" Target="../media/image131.jpeg"/><Relationship Id="rId10" Type="http://schemas.openxmlformats.org/officeDocument/2006/relationships/image" Target="../media/image8.svg"/><Relationship Id="rId4" Type="http://schemas.openxmlformats.org/officeDocument/2006/relationships/image" Target="../media/image130.png"/><Relationship Id="rId9" Type="http://schemas.openxmlformats.org/officeDocument/2006/relationships/image" Target="../media/image15.sv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svg"/><Relationship Id="rId4" Type="http://schemas.openxmlformats.org/officeDocument/2006/relationships/image" Target="../media/image13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jpeg"/><Relationship Id="rId7" Type="http://schemas.openxmlformats.org/officeDocument/2006/relationships/image" Target="../media/image8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svg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41.png"/><Relationship Id="rId7" Type="http://schemas.openxmlformats.org/officeDocument/2006/relationships/image" Target="../media/image10.sv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svg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44.png"/><Relationship Id="rId7" Type="http://schemas.openxmlformats.org/officeDocument/2006/relationships/image" Target="../media/image148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7.png"/><Relationship Id="rId5" Type="http://schemas.openxmlformats.org/officeDocument/2006/relationships/image" Target="../media/image146.png"/><Relationship Id="rId4" Type="http://schemas.openxmlformats.org/officeDocument/2006/relationships/image" Target="../media/image145.png"/><Relationship Id="rId9" Type="http://schemas.openxmlformats.org/officeDocument/2006/relationships/image" Target="../media/image8.sv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158.png"/><Relationship Id="rId3" Type="http://schemas.openxmlformats.org/officeDocument/2006/relationships/image" Target="../media/image12.svg"/><Relationship Id="rId7" Type="http://schemas.openxmlformats.org/officeDocument/2006/relationships/image" Target="../media/image152.png"/><Relationship Id="rId12" Type="http://schemas.openxmlformats.org/officeDocument/2006/relationships/image" Target="../media/image157.jp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1.png"/><Relationship Id="rId11" Type="http://schemas.openxmlformats.org/officeDocument/2006/relationships/image" Target="../media/image156.png"/><Relationship Id="rId5" Type="http://schemas.openxmlformats.org/officeDocument/2006/relationships/image" Target="../media/image150.png"/><Relationship Id="rId15" Type="http://schemas.openxmlformats.org/officeDocument/2006/relationships/image" Target="../media/image8.svg"/><Relationship Id="rId10" Type="http://schemas.openxmlformats.org/officeDocument/2006/relationships/image" Target="../media/image155.png"/><Relationship Id="rId4" Type="http://schemas.openxmlformats.org/officeDocument/2006/relationships/image" Target="../media/image149.png"/><Relationship Id="rId9" Type="http://schemas.openxmlformats.org/officeDocument/2006/relationships/image" Target="../media/image154.png"/><Relationship Id="rId14" Type="http://schemas.openxmlformats.org/officeDocument/2006/relationships/image" Target="../media/image15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8.svg"/><Relationship Id="rId2" Type="http://schemas.openxmlformats.org/officeDocument/2006/relationships/image" Target="../media/image160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2.png"/><Relationship Id="rId5" Type="http://schemas.openxmlformats.org/officeDocument/2006/relationships/image" Target="../media/image161.png"/><Relationship Id="rId4" Type="http://schemas.openxmlformats.org/officeDocument/2006/relationships/image" Target="../media/image11.sv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jpeg"/><Relationship Id="rId13" Type="http://schemas.openxmlformats.org/officeDocument/2006/relationships/image" Target="../media/image15.svg"/><Relationship Id="rId3" Type="http://schemas.openxmlformats.org/officeDocument/2006/relationships/image" Target="../media/image163.png"/><Relationship Id="rId7" Type="http://schemas.openxmlformats.org/officeDocument/2006/relationships/image" Target="../media/image167.png"/><Relationship Id="rId12" Type="http://schemas.openxmlformats.org/officeDocument/2006/relationships/image" Target="../media/image172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6.png"/><Relationship Id="rId11" Type="http://schemas.openxmlformats.org/officeDocument/2006/relationships/image" Target="../media/image171.jpeg"/><Relationship Id="rId5" Type="http://schemas.openxmlformats.org/officeDocument/2006/relationships/image" Target="../media/image165.png"/><Relationship Id="rId10" Type="http://schemas.openxmlformats.org/officeDocument/2006/relationships/image" Target="../media/image170.png"/><Relationship Id="rId4" Type="http://schemas.openxmlformats.org/officeDocument/2006/relationships/image" Target="../media/image164.png"/><Relationship Id="rId9" Type="http://schemas.openxmlformats.org/officeDocument/2006/relationships/image" Target="../media/image169.jpeg"/><Relationship Id="rId14" Type="http://schemas.openxmlformats.org/officeDocument/2006/relationships/image" Target="../media/image8.sv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jpeg"/><Relationship Id="rId13" Type="http://schemas.openxmlformats.org/officeDocument/2006/relationships/image" Target="../media/image182.jpeg"/><Relationship Id="rId3" Type="http://schemas.openxmlformats.org/officeDocument/2006/relationships/image" Target="../media/image15.svg"/><Relationship Id="rId7" Type="http://schemas.openxmlformats.org/officeDocument/2006/relationships/image" Target="../media/image176.png"/><Relationship Id="rId12" Type="http://schemas.openxmlformats.org/officeDocument/2006/relationships/image" Target="../media/image181.svg"/><Relationship Id="rId2" Type="http://schemas.openxmlformats.org/officeDocument/2006/relationships/image" Target="../media/image12.svg"/><Relationship Id="rId16" Type="http://schemas.openxmlformats.org/officeDocument/2006/relationships/image" Target="../media/image8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5.svg"/><Relationship Id="rId11" Type="http://schemas.openxmlformats.org/officeDocument/2006/relationships/image" Target="../media/image180.svg"/><Relationship Id="rId5" Type="http://schemas.openxmlformats.org/officeDocument/2006/relationships/image" Target="../media/image174.png"/><Relationship Id="rId15" Type="http://schemas.openxmlformats.org/officeDocument/2006/relationships/image" Target="../media/image184.svg"/><Relationship Id="rId10" Type="http://schemas.openxmlformats.org/officeDocument/2006/relationships/image" Target="../media/image179.jpeg"/><Relationship Id="rId4" Type="http://schemas.openxmlformats.org/officeDocument/2006/relationships/image" Target="../media/image173.gif"/><Relationship Id="rId9" Type="http://schemas.openxmlformats.org/officeDocument/2006/relationships/image" Target="../media/image178.jpeg"/><Relationship Id="rId14" Type="http://schemas.openxmlformats.org/officeDocument/2006/relationships/image" Target="../media/image183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png"/><Relationship Id="rId3" Type="http://schemas.openxmlformats.org/officeDocument/2006/relationships/image" Target="../media/image10.svg"/><Relationship Id="rId7" Type="http://schemas.openxmlformats.org/officeDocument/2006/relationships/image" Target="../media/image188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7.png"/><Relationship Id="rId11" Type="http://schemas.openxmlformats.org/officeDocument/2006/relationships/image" Target="../media/image8.svg"/><Relationship Id="rId5" Type="http://schemas.openxmlformats.org/officeDocument/2006/relationships/image" Target="../media/image186.png"/><Relationship Id="rId10" Type="http://schemas.openxmlformats.org/officeDocument/2006/relationships/image" Target="../media/image191.png"/><Relationship Id="rId4" Type="http://schemas.openxmlformats.org/officeDocument/2006/relationships/image" Target="../media/image185.jpeg"/><Relationship Id="rId9" Type="http://schemas.openxmlformats.org/officeDocument/2006/relationships/image" Target="../media/image190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png"/><Relationship Id="rId3" Type="http://schemas.openxmlformats.org/officeDocument/2006/relationships/image" Target="../media/image15.svg"/><Relationship Id="rId7" Type="http://schemas.openxmlformats.org/officeDocument/2006/relationships/image" Target="../media/image195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4.png"/><Relationship Id="rId5" Type="http://schemas.openxmlformats.org/officeDocument/2006/relationships/image" Target="../media/image193.png"/><Relationship Id="rId4" Type="http://schemas.openxmlformats.org/officeDocument/2006/relationships/image" Target="../media/image192.png"/><Relationship Id="rId9" Type="http://schemas.openxmlformats.org/officeDocument/2006/relationships/image" Target="../media/image8.sv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svg"/><Relationship Id="rId4" Type="http://schemas.openxmlformats.org/officeDocument/2006/relationships/image" Target="../media/image197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8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0.jpeg"/><Relationship Id="rId5" Type="http://schemas.openxmlformats.org/officeDocument/2006/relationships/image" Target="../media/image199.jpeg"/><Relationship Id="rId4" Type="http://schemas.openxmlformats.org/officeDocument/2006/relationships/image" Target="../media/image198.jpe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svg"/><Relationship Id="rId5" Type="http://schemas.openxmlformats.org/officeDocument/2006/relationships/image" Target="../media/image202.png"/><Relationship Id="rId4" Type="http://schemas.openxmlformats.org/officeDocument/2006/relationships/image" Target="../media/image20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3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4.sv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5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78BA1BD-D2C7-E242-9E7B-803EC9461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44CEB14-CEA6-85CD-E71B-C459C1B883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84551" y="299529"/>
            <a:ext cx="2465294" cy="42548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B157CBF-68F7-7C39-A704-3EFE24B3162F}"/>
              </a:ext>
            </a:extLst>
          </p:cNvPr>
          <p:cNvSpPr/>
          <p:nvPr/>
        </p:nvSpPr>
        <p:spPr>
          <a:xfrm>
            <a:off x="736869" y="3512930"/>
            <a:ext cx="17812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kern="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2025. 0. 00. (</a:t>
            </a:r>
            <a:r>
              <a:rPr lang="ko-KR" altLang="en-US" kern="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수</a:t>
            </a:r>
            <a:r>
              <a:rPr lang="en-US" altLang="ko-KR" kern="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C3E363-70F0-A851-4235-5ACFF04D9904}"/>
              </a:ext>
            </a:extLst>
          </p:cNvPr>
          <p:cNvSpPr txBox="1"/>
          <p:nvPr/>
        </p:nvSpPr>
        <p:spPr>
          <a:xfrm>
            <a:off x="760235" y="2807067"/>
            <a:ext cx="3684991" cy="468000"/>
          </a:xfrm>
          <a:prstGeom prst="rect">
            <a:avLst/>
          </a:prstGeom>
          <a:solidFill>
            <a:srgbClr val="043C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>
              <a:defRPr>
                <a:solidFill>
                  <a:schemeClr val="lt1"/>
                </a:solidFill>
                <a:latin typeface="프리젠테이션 4 Regular" pitchFamily="2" charset="-127"/>
                <a:ea typeface="프리젠테이션 4 Regular" pitchFamily="2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ko-KR" altLang="en-US" sz="2300" spc="-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텍스트가 들어가는 자리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481F335-6510-DF9D-DB18-B5739846331A}"/>
              </a:ext>
            </a:extLst>
          </p:cNvPr>
          <p:cNvSpPr/>
          <p:nvPr/>
        </p:nvSpPr>
        <p:spPr>
          <a:xfrm>
            <a:off x="644509" y="1338911"/>
            <a:ext cx="6296890" cy="661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6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마스터 부제목 스타일 편집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52EDF8E-C6A0-62BB-8154-E92E815B19B7}"/>
              </a:ext>
            </a:extLst>
          </p:cNvPr>
          <p:cNvSpPr/>
          <p:nvPr/>
        </p:nvSpPr>
        <p:spPr>
          <a:xfrm>
            <a:off x="644509" y="1948309"/>
            <a:ext cx="673842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4600" spc="-50" dirty="0">
                <a:ln w="2540" cap="sq">
                  <a:noFill/>
                  <a:miter lim="800000"/>
                </a:ln>
                <a:gradFill flip="none" rotWithShape="1">
                  <a:gsLst>
                    <a:gs pos="0">
                      <a:srgbClr val="002060"/>
                    </a:gs>
                    <a:gs pos="100000">
                      <a:srgbClr val="002060"/>
                    </a:gs>
                  </a:gsLst>
                  <a:lin ang="16200000" scaled="1"/>
                  <a:tileRect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마스터 제목 스타일 편집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F9B1283-50AA-5F79-EC59-C95FC4236A05}"/>
              </a:ext>
            </a:extLst>
          </p:cNvPr>
          <p:cNvSpPr/>
          <p:nvPr/>
        </p:nvSpPr>
        <p:spPr>
          <a:xfrm>
            <a:off x="3714848" y="3504184"/>
            <a:ext cx="42737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kern="0" spc="-5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발표자 소속 및 이름</a:t>
            </a:r>
            <a:endParaRPr lang="en-US" altLang="ko-KR" kern="0" spc="-50" dirty="0">
              <a:solidFill>
                <a:prstClr val="black">
                  <a:lumMod val="85000"/>
                  <a:lumOff val="15000"/>
                </a:prst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3325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4224B-DC94-CCB9-11E4-ACE8C31C0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112BF767-5497-6580-9317-7215CA4882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3" r="61742"/>
          <a:stretch>
            <a:fillRect/>
          </a:stretch>
        </p:blipFill>
        <p:spPr>
          <a:xfrm>
            <a:off x="-1" y="0"/>
            <a:ext cx="4666130" cy="6858000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D9712142-E167-C5C3-4FAF-822422FF04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09"/>
          <a:stretch>
            <a:fillRect/>
          </a:stretch>
        </p:blipFill>
        <p:spPr>
          <a:xfrm>
            <a:off x="0" y="0"/>
            <a:ext cx="12192000" cy="2180364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C370336A-4B4B-F758-4D73-CB8E7992C246}"/>
              </a:ext>
            </a:extLst>
          </p:cNvPr>
          <p:cNvGrpSpPr/>
          <p:nvPr/>
        </p:nvGrpSpPr>
        <p:grpSpPr>
          <a:xfrm>
            <a:off x="5633357" y="3707965"/>
            <a:ext cx="6049053" cy="535750"/>
            <a:chOff x="3067762" y="4007252"/>
            <a:chExt cx="6049053" cy="53575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CA2CC7B-222D-316C-39CD-57370396FB45}"/>
                </a:ext>
              </a:extLst>
            </p:cNvPr>
            <p:cNvSpPr txBox="1"/>
            <p:nvPr/>
          </p:nvSpPr>
          <p:spPr>
            <a:xfrm>
              <a:off x="3732853" y="4007252"/>
              <a:ext cx="5383962" cy="5349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10000"/>
                </a:lnSpc>
                <a:spcAft>
                  <a:spcPts val="300"/>
                </a:spcAft>
              </a:pPr>
              <a:r>
                <a:rPr kumimoji="1" lang="ko-KR" altLang="en-US" sz="2800" spc="-40" dirty="0">
                  <a:solidFill>
                    <a:srgbClr val="043C6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두번째 제목이 들어갈 자리입니다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DD495A7-E69A-4C13-D212-93949F1676AF}"/>
                </a:ext>
              </a:extLst>
            </p:cNvPr>
            <p:cNvSpPr txBox="1"/>
            <p:nvPr/>
          </p:nvSpPr>
          <p:spPr>
            <a:xfrm>
              <a:off x="3067762" y="4018697"/>
              <a:ext cx="525184" cy="52322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kumimoji="1" lang="en-US" altLang="ko-KR" sz="2800" b="1" spc="-40" dirty="0">
                  <a:solidFill>
                    <a:srgbClr val="29AAE1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02</a:t>
              </a:r>
              <a:endParaRPr kumimoji="1" lang="ko-KR" altLang="en-US" sz="2800" b="1" spc="-40" dirty="0">
                <a:solidFill>
                  <a:srgbClr val="29AAE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endParaRPr>
            </a:p>
          </p:txBody>
        </p:sp>
        <p:cxnSp>
          <p:nvCxnSpPr>
            <p:cNvPr id="11" name="직선 연결선[R] 46">
              <a:extLst>
                <a:ext uri="{FF2B5EF4-FFF2-40B4-BE49-F238E27FC236}">
                  <a16:creationId xmlns:a16="http://schemas.microsoft.com/office/drawing/2014/main" id="{6E9CA694-0CE3-0010-34EA-71E9C082B16E}"/>
                </a:ext>
              </a:extLst>
            </p:cNvPr>
            <p:cNvCxnSpPr>
              <a:cxnSpLocks/>
            </p:cNvCxnSpPr>
            <p:nvPr/>
          </p:nvCxnSpPr>
          <p:spPr>
            <a:xfrm>
              <a:off x="3097856" y="4543002"/>
              <a:ext cx="419653" cy="0"/>
            </a:xfrm>
            <a:prstGeom prst="line">
              <a:avLst/>
            </a:prstGeom>
            <a:ln w="38100" cap="rnd">
              <a:solidFill>
                <a:srgbClr val="29AA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FD17286-7789-828A-B1BF-540CEE773CDD}"/>
              </a:ext>
            </a:extLst>
          </p:cNvPr>
          <p:cNvGrpSpPr/>
          <p:nvPr/>
        </p:nvGrpSpPr>
        <p:grpSpPr>
          <a:xfrm>
            <a:off x="5633357" y="4474554"/>
            <a:ext cx="6049053" cy="535750"/>
            <a:chOff x="3067762" y="4007252"/>
            <a:chExt cx="6049053" cy="53575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9367E22-CB1B-7061-070F-B0DC181ACF04}"/>
                </a:ext>
              </a:extLst>
            </p:cNvPr>
            <p:cNvSpPr txBox="1"/>
            <p:nvPr/>
          </p:nvSpPr>
          <p:spPr>
            <a:xfrm>
              <a:off x="3732853" y="4007252"/>
              <a:ext cx="5383962" cy="5349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10000"/>
                </a:lnSpc>
                <a:spcAft>
                  <a:spcPts val="300"/>
                </a:spcAft>
              </a:pPr>
              <a:r>
                <a:rPr kumimoji="1" lang="ko-KR" altLang="en-US" sz="2800" spc="-40" dirty="0">
                  <a:solidFill>
                    <a:srgbClr val="043C6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세번째 제목이 들어갈 자리입니다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EC046AA-66B4-64C2-5C01-17C399AEFD42}"/>
                </a:ext>
              </a:extLst>
            </p:cNvPr>
            <p:cNvSpPr txBox="1"/>
            <p:nvPr/>
          </p:nvSpPr>
          <p:spPr>
            <a:xfrm>
              <a:off x="3067762" y="4018697"/>
              <a:ext cx="525184" cy="52322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kumimoji="1" lang="en-US" altLang="ko-KR" sz="2800" b="1" spc="-40" dirty="0">
                  <a:solidFill>
                    <a:srgbClr val="29AAE1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03</a:t>
              </a:r>
              <a:endParaRPr kumimoji="1" lang="ko-KR" altLang="en-US" sz="2800" b="1" spc="-40" dirty="0">
                <a:solidFill>
                  <a:srgbClr val="29AAE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endParaRPr>
            </a:p>
          </p:txBody>
        </p:sp>
        <p:cxnSp>
          <p:nvCxnSpPr>
            <p:cNvPr id="16" name="직선 연결선[R] 46">
              <a:extLst>
                <a:ext uri="{FF2B5EF4-FFF2-40B4-BE49-F238E27FC236}">
                  <a16:creationId xmlns:a16="http://schemas.microsoft.com/office/drawing/2014/main" id="{BE85356B-7F2E-B529-DBCE-6C642B5120EE}"/>
                </a:ext>
              </a:extLst>
            </p:cNvPr>
            <p:cNvCxnSpPr>
              <a:cxnSpLocks/>
            </p:cNvCxnSpPr>
            <p:nvPr/>
          </p:nvCxnSpPr>
          <p:spPr>
            <a:xfrm>
              <a:off x="3097856" y="4543002"/>
              <a:ext cx="419653" cy="0"/>
            </a:xfrm>
            <a:prstGeom prst="line">
              <a:avLst/>
            </a:prstGeom>
            <a:ln w="38100" cap="rnd">
              <a:solidFill>
                <a:srgbClr val="29AA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2AE6C87-BBA0-63F1-69D5-280F541BCDA2}"/>
              </a:ext>
            </a:extLst>
          </p:cNvPr>
          <p:cNvGrpSpPr/>
          <p:nvPr/>
        </p:nvGrpSpPr>
        <p:grpSpPr>
          <a:xfrm>
            <a:off x="5633357" y="2941376"/>
            <a:ext cx="6049053" cy="535750"/>
            <a:chOff x="3067762" y="4007252"/>
            <a:chExt cx="6049053" cy="53575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16812AC-F3A3-410D-0319-9EEDEAF7C9C6}"/>
                </a:ext>
              </a:extLst>
            </p:cNvPr>
            <p:cNvSpPr txBox="1"/>
            <p:nvPr/>
          </p:nvSpPr>
          <p:spPr>
            <a:xfrm>
              <a:off x="3732853" y="4007252"/>
              <a:ext cx="5383962" cy="5349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10000"/>
                </a:lnSpc>
                <a:spcAft>
                  <a:spcPts val="300"/>
                </a:spcAft>
              </a:pPr>
              <a:r>
                <a:rPr kumimoji="1" lang="ko-KR" altLang="en-US" sz="2800" spc="-40" dirty="0">
                  <a:solidFill>
                    <a:srgbClr val="043C6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첫번째 제목이 들어갈 자리입니다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4BCCD48-9491-6351-C6A0-C5FDD213FB3A}"/>
                </a:ext>
              </a:extLst>
            </p:cNvPr>
            <p:cNvSpPr txBox="1"/>
            <p:nvPr/>
          </p:nvSpPr>
          <p:spPr>
            <a:xfrm>
              <a:off x="3067762" y="4018697"/>
              <a:ext cx="525184" cy="52322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kumimoji="1" lang="en-US" altLang="ko-KR" sz="2800" b="1" spc="-40" dirty="0">
                  <a:solidFill>
                    <a:srgbClr val="29AAE1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01</a:t>
              </a:r>
              <a:endParaRPr kumimoji="1" lang="ko-KR" altLang="en-US" sz="2800" b="1" spc="-40" dirty="0">
                <a:solidFill>
                  <a:srgbClr val="29AAE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endParaRPr>
            </a:p>
          </p:txBody>
        </p:sp>
        <p:cxnSp>
          <p:nvCxnSpPr>
            <p:cNvPr id="21" name="직선 연결선[R] 46">
              <a:extLst>
                <a:ext uri="{FF2B5EF4-FFF2-40B4-BE49-F238E27FC236}">
                  <a16:creationId xmlns:a16="http://schemas.microsoft.com/office/drawing/2014/main" id="{EBCAED5E-C836-F45B-7196-1E46EA8E3192}"/>
                </a:ext>
              </a:extLst>
            </p:cNvPr>
            <p:cNvCxnSpPr>
              <a:cxnSpLocks/>
            </p:cNvCxnSpPr>
            <p:nvPr/>
          </p:nvCxnSpPr>
          <p:spPr>
            <a:xfrm>
              <a:off x="3097856" y="4543002"/>
              <a:ext cx="419653" cy="0"/>
            </a:xfrm>
            <a:prstGeom prst="line">
              <a:avLst/>
            </a:prstGeom>
            <a:ln w="38100" cap="rnd">
              <a:solidFill>
                <a:srgbClr val="29AA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CA1846B-8F40-5593-786B-7AD78BA49A7A}"/>
              </a:ext>
            </a:extLst>
          </p:cNvPr>
          <p:cNvGrpSpPr/>
          <p:nvPr/>
        </p:nvGrpSpPr>
        <p:grpSpPr>
          <a:xfrm>
            <a:off x="5633357" y="5241142"/>
            <a:ext cx="6049053" cy="535750"/>
            <a:chOff x="3067762" y="4007252"/>
            <a:chExt cx="6049053" cy="53575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720E513-CAE8-8EF6-68FC-1149BD7B88FF}"/>
                </a:ext>
              </a:extLst>
            </p:cNvPr>
            <p:cNvSpPr txBox="1"/>
            <p:nvPr/>
          </p:nvSpPr>
          <p:spPr>
            <a:xfrm>
              <a:off x="3732853" y="4007252"/>
              <a:ext cx="5383962" cy="5349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10000"/>
                </a:lnSpc>
                <a:spcAft>
                  <a:spcPts val="300"/>
                </a:spcAft>
              </a:pPr>
              <a:r>
                <a:rPr kumimoji="1" lang="ko-KR" altLang="en-US" sz="2800" spc="-40" dirty="0">
                  <a:solidFill>
                    <a:srgbClr val="043C6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네번째 제목이 들어갈 자리입니다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9CCF741-0A0D-35D9-C84E-DD40B415247F}"/>
                </a:ext>
              </a:extLst>
            </p:cNvPr>
            <p:cNvSpPr txBox="1"/>
            <p:nvPr/>
          </p:nvSpPr>
          <p:spPr>
            <a:xfrm>
              <a:off x="3067762" y="4018697"/>
              <a:ext cx="525184" cy="52322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kumimoji="1" lang="en-US" altLang="ko-KR" sz="2800" b="1" spc="-40" dirty="0">
                  <a:solidFill>
                    <a:srgbClr val="29AAE1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04</a:t>
              </a:r>
              <a:endParaRPr kumimoji="1" lang="ko-KR" altLang="en-US" sz="2800" b="1" spc="-40" dirty="0">
                <a:solidFill>
                  <a:srgbClr val="29AAE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endParaRPr>
            </a:p>
          </p:txBody>
        </p:sp>
        <p:cxnSp>
          <p:nvCxnSpPr>
            <p:cNvPr id="26" name="직선 연결선[R] 46">
              <a:extLst>
                <a:ext uri="{FF2B5EF4-FFF2-40B4-BE49-F238E27FC236}">
                  <a16:creationId xmlns:a16="http://schemas.microsoft.com/office/drawing/2014/main" id="{F2436EF6-3B96-D1FC-00DA-C07B63732F04}"/>
                </a:ext>
              </a:extLst>
            </p:cNvPr>
            <p:cNvCxnSpPr>
              <a:cxnSpLocks/>
            </p:cNvCxnSpPr>
            <p:nvPr/>
          </p:nvCxnSpPr>
          <p:spPr>
            <a:xfrm>
              <a:off x="3097856" y="4543002"/>
              <a:ext cx="419653" cy="0"/>
            </a:xfrm>
            <a:prstGeom prst="line">
              <a:avLst/>
            </a:prstGeom>
            <a:ln w="38100" cap="rnd">
              <a:solidFill>
                <a:srgbClr val="29AA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직선 연결선[R] 7">
            <a:extLst>
              <a:ext uri="{FF2B5EF4-FFF2-40B4-BE49-F238E27FC236}">
                <a16:creationId xmlns:a16="http://schemas.microsoft.com/office/drawing/2014/main" id="{50329435-8092-0472-4FA1-0CBE1258B148}"/>
              </a:ext>
            </a:extLst>
          </p:cNvPr>
          <p:cNvCxnSpPr>
            <a:cxnSpLocks/>
          </p:cNvCxnSpPr>
          <p:nvPr/>
        </p:nvCxnSpPr>
        <p:spPr>
          <a:xfrm>
            <a:off x="0" y="1771255"/>
            <a:ext cx="12192000" cy="0"/>
          </a:xfrm>
          <a:prstGeom prst="line">
            <a:avLst/>
          </a:prstGeom>
          <a:ln w="1905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[R] 10">
            <a:extLst>
              <a:ext uri="{FF2B5EF4-FFF2-40B4-BE49-F238E27FC236}">
                <a16:creationId xmlns:a16="http://schemas.microsoft.com/office/drawing/2014/main" id="{E264F944-68BE-B061-E96A-6FF93DE844D1}"/>
              </a:ext>
            </a:extLst>
          </p:cNvPr>
          <p:cNvCxnSpPr>
            <a:cxnSpLocks/>
          </p:cNvCxnSpPr>
          <p:nvPr/>
        </p:nvCxnSpPr>
        <p:spPr>
          <a:xfrm>
            <a:off x="1926281" y="1771255"/>
            <a:ext cx="1656000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4B84253-AE4A-D151-5303-9FA40A4D8AEF}"/>
              </a:ext>
            </a:extLst>
          </p:cNvPr>
          <p:cNvSpPr txBox="1"/>
          <p:nvPr/>
        </p:nvSpPr>
        <p:spPr>
          <a:xfrm>
            <a:off x="2007692" y="680269"/>
            <a:ext cx="1493178" cy="6924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ko-KR" altLang="en-US" sz="4500" b="1" spc="-6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목</a:t>
            </a:r>
            <a:r>
              <a:rPr kumimoji="1" lang="en-US" altLang="ko-KR" sz="4500" b="1" spc="-6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</a:t>
            </a:r>
            <a:r>
              <a:rPr kumimoji="1" lang="ko-KR" altLang="en-US" sz="4500" b="1" spc="-6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차</a:t>
            </a: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0B2CBA22-F647-9314-995F-9C2DC896F8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0"/>
            <a:ext cx="1700272" cy="183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306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FA89EAE-EFA8-C158-C131-0B6A1BCC0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53BBEA-8461-4A8E-EB4E-C7EE001467A7}"/>
              </a:ext>
            </a:extLst>
          </p:cNvPr>
          <p:cNvSpPr txBox="1"/>
          <p:nvPr/>
        </p:nvSpPr>
        <p:spPr>
          <a:xfrm>
            <a:off x="4787332" y="1587117"/>
            <a:ext cx="1114409" cy="10407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60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4ABCC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119026-D49D-7056-80FD-690BD7912951}"/>
              </a:ext>
            </a:extLst>
          </p:cNvPr>
          <p:cNvSpPr txBox="1"/>
          <p:nvPr/>
        </p:nvSpPr>
        <p:spPr>
          <a:xfrm>
            <a:off x="4835972" y="2840839"/>
            <a:ext cx="6659635" cy="600358"/>
          </a:xfrm>
          <a:prstGeom prst="rect">
            <a:avLst/>
          </a:prstGeom>
          <a:noFill/>
        </p:spPr>
        <p:txBody>
          <a:bodyPr wrap="square" lIns="90000" tIns="46800" rIns="90000" bIns="4680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3200" b="1" spc="-50" dirty="0">
                <a:solidFill>
                  <a:srgbClr val="274893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간지페이지입니다 </a:t>
            </a:r>
            <a:endParaRPr kumimoji="1" lang="en-US" altLang="ko-KR" sz="3200" b="1" spc="-50" dirty="0">
              <a:solidFill>
                <a:srgbClr val="274893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5EF4E3-8830-B35F-2398-1A11D237136C}"/>
              </a:ext>
            </a:extLst>
          </p:cNvPr>
          <p:cNvSpPr txBox="1"/>
          <p:nvPr/>
        </p:nvSpPr>
        <p:spPr>
          <a:xfrm>
            <a:off x="4835972" y="3441197"/>
            <a:ext cx="6659635" cy="695191"/>
          </a:xfrm>
          <a:prstGeom prst="rect">
            <a:avLst/>
          </a:prstGeom>
          <a:noFill/>
        </p:spPr>
        <p:txBody>
          <a:bodyPr wrap="square" lIns="90000" tIns="46800" rIns="90000" bIns="4680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3800" b="1" spc="-50" dirty="0">
                <a:solidFill>
                  <a:srgbClr val="274893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두번째 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87227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9403F-FBDC-9F2F-741A-B875134BF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EF46-5A4D-FBF3-2D57-598BC32AC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BC9838-45EA-DE77-3EBD-69A30ABCC335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헤드카피 내용 문구가 들어가는 자리입니다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중요한 내용 문구는 강조색으로 사용하세요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26A01E44-1845-76E7-A37C-6C3FC20DA395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A3116039-F8B2-8160-C56F-F16AD72A339B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8" name="그래픽 57">
              <a:extLst>
                <a:ext uri="{FF2B5EF4-FFF2-40B4-BE49-F238E27FC236}">
                  <a16:creationId xmlns:a16="http://schemas.microsoft.com/office/drawing/2014/main" id="{B772C1F0-6E57-6DCF-040F-C4EF0EAA38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AD071E64-52FC-911F-1FDA-C7C2762404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58"/>
          <a:stretch/>
        </p:blipFill>
        <p:spPr>
          <a:xfrm>
            <a:off x="478998" y="1549710"/>
            <a:ext cx="6952100" cy="488816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4F83010-F1E5-488C-8923-55B4B925F30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58"/>
          <a:stretch/>
        </p:blipFill>
        <p:spPr>
          <a:xfrm>
            <a:off x="7645917" y="1495167"/>
            <a:ext cx="4333959" cy="224892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1207051-AA13-49F4-5433-204A4DA7F6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58"/>
          <a:stretch/>
        </p:blipFill>
        <p:spPr>
          <a:xfrm>
            <a:off x="7645916" y="3985054"/>
            <a:ext cx="4333959" cy="245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807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79DCF5-6A64-165C-07EE-ED83F0056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10C80D-D91A-94C5-D9F0-F19911226B79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헤드카피 내용 문구가 들어가는 자리입니다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중요한 내용 문구는 강조색으로 사용하세요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B7849BB-289F-E19E-0600-6DF250A57F44}"/>
              </a:ext>
            </a:extLst>
          </p:cNvPr>
          <p:cNvGrpSpPr/>
          <p:nvPr/>
        </p:nvGrpSpPr>
        <p:grpSpPr>
          <a:xfrm>
            <a:off x="388704" y="1401967"/>
            <a:ext cx="11421790" cy="792804"/>
            <a:chOff x="388704" y="1531855"/>
            <a:chExt cx="11421790" cy="582762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CD1465A-CB96-8499-07DA-5FCB8BBCB779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9" name="직선 연결선[R] 5">
              <a:extLst>
                <a:ext uri="{FF2B5EF4-FFF2-40B4-BE49-F238E27FC236}">
                  <a16:creationId xmlns:a16="http://schemas.microsoft.com/office/drawing/2014/main" id="{0F73EE80-AC29-F342-0D2B-A763E1DF63DE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2A71BAD-051F-E64C-4A67-DA7CC8046B53}"/>
              </a:ext>
            </a:extLst>
          </p:cNvPr>
          <p:cNvGrpSpPr/>
          <p:nvPr/>
        </p:nvGrpSpPr>
        <p:grpSpPr>
          <a:xfrm>
            <a:off x="574038" y="1834279"/>
            <a:ext cx="10769998" cy="237437"/>
            <a:chOff x="574038" y="1636096"/>
            <a:chExt cx="10769998" cy="23743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5ED064-6D00-C207-7334-02AAE04CBC99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2" name="그래픽 11">
              <a:extLst>
                <a:ext uri="{FF2B5EF4-FFF2-40B4-BE49-F238E27FC236}">
                  <a16:creationId xmlns:a16="http://schemas.microsoft.com/office/drawing/2014/main" id="{E76626B5-8FE9-1A1C-71DC-389626FE42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88F4D0EC-CB90-729F-10DC-04AF6E50B550}"/>
              </a:ext>
            </a:extLst>
          </p:cNvPr>
          <p:cNvGrpSpPr/>
          <p:nvPr/>
        </p:nvGrpSpPr>
        <p:grpSpPr>
          <a:xfrm>
            <a:off x="574038" y="1529479"/>
            <a:ext cx="10769998" cy="237437"/>
            <a:chOff x="574038" y="1636096"/>
            <a:chExt cx="10769998" cy="23743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3119C5D-E906-8D4C-76C6-4FE57D287E91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3C24831F-2BC3-D06B-A14B-5E3E1E5B274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64C38BC-9C7F-A42B-89A5-601DA4AC5CD6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3D12F73-C337-28CE-1C37-2FA89ADB519A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8" name="직선 연결선[R] 66">
              <a:extLst>
                <a:ext uri="{FF2B5EF4-FFF2-40B4-BE49-F238E27FC236}">
                  <a16:creationId xmlns:a16="http://schemas.microsoft.com/office/drawing/2014/main" id="{22822366-1CD8-DD72-56CE-7B5F74FDA937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1D80ABA-DA64-03C6-F980-01065E292723}"/>
              </a:ext>
            </a:extLst>
          </p:cNvPr>
          <p:cNvGrpSpPr/>
          <p:nvPr/>
        </p:nvGrpSpPr>
        <p:grpSpPr>
          <a:xfrm>
            <a:off x="574038" y="5781986"/>
            <a:ext cx="10769998" cy="221279"/>
            <a:chOff x="574038" y="1710483"/>
            <a:chExt cx="10769998" cy="221279"/>
          </a:xfrm>
        </p:grpSpPr>
        <p:pic>
          <p:nvPicPr>
            <p:cNvPr id="20" name="그래픽 19">
              <a:extLst>
                <a:ext uri="{FF2B5EF4-FFF2-40B4-BE49-F238E27FC236}">
                  <a16:creationId xmlns:a16="http://schemas.microsoft.com/office/drawing/2014/main" id="{D8BAE255-E1CE-7D32-9C6E-358B10401F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E9493CC-2C88-01E5-4875-C1785B32D673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F26C3079-5862-28F1-03B6-6B19665421D8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10483"/>
            <a:chExt cx="10769998" cy="221279"/>
          </a:xfrm>
        </p:grpSpPr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B381FE9B-2DBB-22E6-A391-C144A75C82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89F3EFF-98C9-5D0D-6936-D41170E5940B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986F96B-8E94-495A-DD8E-72A738583FF6}"/>
              </a:ext>
            </a:extLst>
          </p:cNvPr>
          <p:cNvGrpSpPr/>
          <p:nvPr/>
        </p:nvGrpSpPr>
        <p:grpSpPr>
          <a:xfrm>
            <a:off x="574038" y="5482364"/>
            <a:ext cx="10769998" cy="221279"/>
            <a:chOff x="574038" y="1710483"/>
            <a:chExt cx="10769998" cy="221279"/>
          </a:xfrm>
        </p:grpSpPr>
        <p:pic>
          <p:nvPicPr>
            <p:cNvPr id="26" name="그래픽 25">
              <a:extLst>
                <a:ext uri="{FF2B5EF4-FFF2-40B4-BE49-F238E27FC236}">
                  <a16:creationId xmlns:a16="http://schemas.microsoft.com/office/drawing/2014/main" id="{F1CA0415-BFED-DE7F-5557-0CD704E751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AC16511-1CD4-5B85-D2CE-09046611D735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AACDA27-C967-A1A3-D8A9-FBFC5530F9EB}"/>
              </a:ext>
            </a:extLst>
          </p:cNvPr>
          <p:cNvGrpSpPr/>
          <p:nvPr/>
        </p:nvGrpSpPr>
        <p:grpSpPr>
          <a:xfrm>
            <a:off x="388704" y="2293370"/>
            <a:ext cx="3651774" cy="2904521"/>
            <a:chOff x="388704" y="2293370"/>
            <a:chExt cx="3651774" cy="2904521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079897BB-06BD-17FE-CF11-89E9A56C464F}"/>
                </a:ext>
              </a:extLst>
            </p:cNvPr>
            <p:cNvSpPr/>
            <p:nvPr/>
          </p:nvSpPr>
          <p:spPr>
            <a:xfrm>
              <a:off x="38898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1" name="양쪽 모서리가 둥근 사각형 44">
              <a:extLst>
                <a:ext uri="{FF2B5EF4-FFF2-40B4-BE49-F238E27FC236}">
                  <a16:creationId xmlns:a16="http://schemas.microsoft.com/office/drawing/2014/main" id="{85C35D4D-E17B-57BC-D52E-C72FF7AA3E5C}"/>
                </a:ext>
              </a:extLst>
            </p:cNvPr>
            <p:cNvSpPr/>
            <p:nvPr/>
          </p:nvSpPr>
          <p:spPr>
            <a:xfrm>
              <a:off x="389831" y="2293370"/>
              <a:ext cx="2140427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첫번째 박스 내용 자리입니다</a:t>
              </a:r>
            </a:p>
          </p:txBody>
        </p:sp>
        <p:cxnSp>
          <p:nvCxnSpPr>
            <p:cNvPr id="32" name="직선 연결선[R] 45">
              <a:extLst>
                <a:ext uri="{FF2B5EF4-FFF2-40B4-BE49-F238E27FC236}">
                  <a16:creationId xmlns:a16="http://schemas.microsoft.com/office/drawing/2014/main" id="{4AADD0CD-4DA8-C49B-6780-E587BC26164F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8EF1D02-2DAF-23C3-A102-D2C26B939211}"/>
                </a:ext>
              </a:extLst>
            </p:cNvPr>
            <p:cNvSpPr txBox="1"/>
            <p:nvPr/>
          </p:nvSpPr>
          <p:spPr>
            <a:xfrm>
              <a:off x="528135" y="4540777"/>
              <a:ext cx="3396598" cy="60529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cxnSp>
          <p:nvCxnSpPr>
            <p:cNvPr id="40" name="직선 연결선[R] 56">
              <a:extLst>
                <a:ext uri="{FF2B5EF4-FFF2-40B4-BE49-F238E27FC236}">
                  <a16:creationId xmlns:a16="http://schemas.microsoft.com/office/drawing/2014/main" id="{8DD5911D-81B3-CF58-71D4-321377FDAB84}"/>
                </a:ext>
              </a:extLst>
            </p:cNvPr>
            <p:cNvCxnSpPr>
              <a:cxnSpLocks/>
            </p:cNvCxnSpPr>
            <p:nvPr/>
          </p:nvCxnSpPr>
          <p:spPr>
            <a:xfrm>
              <a:off x="504733" y="4469234"/>
              <a:ext cx="3420000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8C2C43F0-871B-1050-02F8-6B6460E85294}"/>
              </a:ext>
            </a:extLst>
          </p:cNvPr>
          <p:cNvGrpSpPr/>
          <p:nvPr/>
        </p:nvGrpSpPr>
        <p:grpSpPr>
          <a:xfrm>
            <a:off x="4268985" y="2293370"/>
            <a:ext cx="3651774" cy="2904521"/>
            <a:chOff x="4268985" y="2293370"/>
            <a:chExt cx="3651774" cy="2904521"/>
          </a:xfrm>
        </p:grpSpPr>
        <p:sp>
          <p:nvSpPr>
            <p:cNvPr id="46" name="양쪽 모서리가 둥근 사각형 44">
              <a:extLst>
                <a:ext uri="{FF2B5EF4-FFF2-40B4-BE49-F238E27FC236}">
                  <a16:creationId xmlns:a16="http://schemas.microsoft.com/office/drawing/2014/main" id="{1F3A032C-5513-A2AB-5881-8FE3B85AFC2C}"/>
                </a:ext>
              </a:extLst>
            </p:cNvPr>
            <p:cNvSpPr/>
            <p:nvPr/>
          </p:nvSpPr>
          <p:spPr>
            <a:xfrm>
              <a:off x="4270112" y="2293370"/>
              <a:ext cx="2140427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두번째 박스 내용 자리입니다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6764471-AE04-630A-7D6E-00F1883AA775}"/>
                </a:ext>
              </a:extLst>
            </p:cNvPr>
            <p:cNvSpPr/>
            <p:nvPr/>
          </p:nvSpPr>
          <p:spPr>
            <a:xfrm>
              <a:off x="4269269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34" name="직선 연결선[R] 49">
              <a:extLst>
                <a:ext uri="{FF2B5EF4-FFF2-40B4-BE49-F238E27FC236}">
                  <a16:creationId xmlns:a16="http://schemas.microsoft.com/office/drawing/2014/main" id="{3B4EF192-5D48-B675-39A1-AD1EA38FAFA6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7045765-7DE7-57A9-D1BF-9528E99236B0}"/>
                </a:ext>
              </a:extLst>
            </p:cNvPr>
            <p:cNvSpPr txBox="1"/>
            <p:nvPr/>
          </p:nvSpPr>
          <p:spPr>
            <a:xfrm>
              <a:off x="4426087" y="4540777"/>
              <a:ext cx="3230079" cy="60529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cxnSp>
          <p:nvCxnSpPr>
            <p:cNvPr id="41" name="직선 연결선[R] 58">
              <a:extLst>
                <a:ext uri="{FF2B5EF4-FFF2-40B4-BE49-F238E27FC236}">
                  <a16:creationId xmlns:a16="http://schemas.microsoft.com/office/drawing/2014/main" id="{AB344116-62D4-E592-5BB0-1E27335044B3}"/>
                </a:ext>
              </a:extLst>
            </p:cNvPr>
            <p:cNvCxnSpPr>
              <a:cxnSpLocks/>
            </p:cNvCxnSpPr>
            <p:nvPr/>
          </p:nvCxnSpPr>
          <p:spPr>
            <a:xfrm>
              <a:off x="4385014" y="4469234"/>
              <a:ext cx="3420000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65C82F6D-0C70-3B12-0F91-B64317ED105A}"/>
              </a:ext>
            </a:extLst>
          </p:cNvPr>
          <p:cNvGrpSpPr/>
          <p:nvPr/>
        </p:nvGrpSpPr>
        <p:grpSpPr>
          <a:xfrm>
            <a:off x="8150394" y="2293370"/>
            <a:ext cx="3651774" cy="2904521"/>
            <a:chOff x="8150394" y="2293370"/>
            <a:chExt cx="3651774" cy="2904521"/>
          </a:xfrm>
        </p:grpSpPr>
        <p:sp>
          <p:nvSpPr>
            <p:cNvPr id="47" name="양쪽 모서리가 둥근 사각형 44">
              <a:extLst>
                <a:ext uri="{FF2B5EF4-FFF2-40B4-BE49-F238E27FC236}">
                  <a16:creationId xmlns:a16="http://schemas.microsoft.com/office/drawing/2014/main" id="{2E44BA15-3D89-8DFC-1DE2-F6F011283135}"/>
                </a:ext>
              </a:extLst>
            </p:cNvPr>
            <p:cNvSpPr/>
            <p:nvPr/>
          </p:nvSpPr>
          <p:spPr>
            <a:xfrm>
              <a:off x="8151521" y="2293370"/>
              <a:ext cx="2140427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세번째 박스 내용 자리입니다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7C28B70C-0361-24B3-686A-AD010404D57F}"/>
                </a:ext>
              </a:extLst>
            </p:cNvPr>
            <p:cNvSpPr/>
            <p:nvPr/>
          </p:nvSpPr>
          <p:spPr>
            <a:xfrm>
              <a:off x="815067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36" name="직선 연결선[R] 53">
              <a:extLst>
                <a:ext uri="{FF2B5EF4-FFF2-40B4-BE49-F238E27FC236}">
                  <a16:creationId xmlns:a16="http://schemas.microsoft.com/office/drawing/2014/main" id="{F1761D7F-CB08-F687-F3F8-4520C6EA39C4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56CF6CD-59B2-0A8A-6084-E80C8EF7ACEE}"/>
                </a:ext>
              </a:extLst>
            </p:cNvPr>
            <p:cNvSpPr txBox="1"/>
            <p:nvPr/>
          </p:nvSpPr>
          <p:spPr>
            <a:xfrm>
              <a:off x="8316298" y="4540777"/>
              <a:ext cx="3230079" cy="60529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42875" indent="-142875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kumimoji="1" lang="ko-KR" altLang="en-US" sz="12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</a:t>
              </a:r>
              <a:endPara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cxnSp>
          <p:nvCxnSpPr>
            <p:cNvPr id="42" name="직선 연결선[R] 60">
              <a:extLst>
                <a:ext uri="{FF2B5EF4-FFF2-40B4-BE49-F238E27FC236}">
                  <a16:creationId xmlns:a16="http://schemas.microsoft.com/office/drawing/2014/main" id="{5797DBED-3F81-ACD6-30E3-6A0D2013BE58}"/>
                </a:ext>
              </a:extLst>
            </p:cNvPr>
            <p:cNvCxnSpPr>
              <a:cxnSpLocks/>
            </p:cNvCxnSpPr>
            <p:nvPr/>
          </p:nvCxnSpPr>
          <p:spPr>
            <a:xfrm>
              <a:off x="8266423" y="4469234"/>
              <a:ext cx="3420000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63DCB07-B0E5-B81A-717E-D5D47D695B5F}"/>
              </a:ext>
            </a:extLst>
          </p:cNvPr>
          <p:cNvSpPr/>
          <p:nvPr/>
        </p:nvSpPr>
        <p:spPr>
          <a:xfrm>
            <a:off x="497533" y="2718148"/>
            <a:ext cx="3460692" cy="16659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7C10E4E-56DC-B7E1-FBF4-EA3E2011E489}"/>
              </a:ext>
            </a:extLst>
          </p:cNvPr>
          <p:cNvSpPr/>
          <p:nvPr/>
        </p:nvSpPr>
        <p:spPr>
          <a:xfrm>
            <a:off x="4368076" y="2718148"/>
            <a:ext cx="3460692" cy="16659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48B1ABC-E8A0-F9B4-5337-9C2E0E5B3038}"/>
              </a:ext>
            </a:extLst>
          </p:cNvPr>
          <p:cNvSpPr/>
          <p:nvPr/>
        </p:nvSpPr>
        <p:spPr>
          <a:xfrm>
            <a:off x="8251144" y="2718148"/>
            <a:ext cx="3460692" cy="16659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5EE9B07A-35AD-925C-9EFD-BA7A553BF3E5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69999C0F-9375-AB88-4A4D-1BFD09F3B467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8" name="그래픽 57">
              <a:extLst>
                <a:ext uri="{FF2B5EF4-FFF2-40B4-BE49-F238E27FC236}">
                  <a16:creationId xmlns:a16="http://schemas.microsoft.com/office/drawing/2014/main" id="{DCA83E56-C2E5-433F-D289-200829ED10D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4B86D22A-E867-C019-06A8-E7C823B2D20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518124" y="2741121"/>
            <a:ext cx="3406609" cy="16543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7DE078C-4EB2-8A64-3A33-D63F8EFFE68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4391567" y="2746195"/>
            <a:ext cx="3406609" cy="165431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00E34D0-4884-C014-E904-69866DB3D0F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8251144" y="2722309"/>
            <a:ext cx="3406609" cy="165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719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양쪽 모서리가 둥근 사각형 32">
            <a:extLst>
              <a:ext uri="{FF2B5EF4-FFF2-40B4-BE49-F238E27FC236}">
                <a16:creationId xmlns:a16="http://schemas.microsoft.com/office/drawing/2014/main" id="{DCE18ECB-7B6D-7919-B8B0-4ABD87E1ADEB}"/>
              </a:ext>
            </a:extLst>
          </p:cNvPr>
          <p:cNvSpPr/>
          <p:nvPr/>
        </p:nvSpPr>
        <p:spPr>
          <a:xfrm>
            <a:off x="6301079" y="2795056"/>
            <a:ext cx="2520000" cy="324000"/>
          </a:xfrm>
          <a:prstGeom prst="round2SameRect">
            <a:avLst>
              <a:gd name="adj1" fmla="val 28227"/>
              <a:gd name="adj2" fmla="val 0"/>
            </a:avLst>
          </a:prstGeom>
          <a:solidFill>
            <a:srgbClr val="E7EE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36000" rtlCol="0" anchor="ctr"/>
          <a:lstStyle/>
          <a:p>
            <a:pPr algn="ctr"/>
            <a:r>
              <a:rPr kumimoji="1" lang="ko-KR" altLang="en-US" sz="13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두번째 박스 내용 자리입니다</a:t>
            </a:r>
          </a:p>
        </p:txBody>
      </p:sp>
      <p:sp>
        <p:nvSpPr>
          <p:cNvPr id="32" name="양쪽 모서리가 둥근 사각형 19">
            <a:extLst>
              <a:ext uri="{FF2B5EF4-FFF2-40B4-BE49-F238E27FC236}">
                <a16:creationId xmlns:a16="http://schemas.microsoft.com/office/drawing/2014/main" id="{69D107A5-F252-45A1-B2C6-210D4817CF76}"/>
              </a:ext>
            </a:extLst>
          </p:cNvPr>
          <p:cNvSpPr/>
          <p:nvPr/>
        </p:nvSpPr>
        <p:spPr>
          <a:xfrm>
            <a:off x="389830" y="2795056"/>
            <a:ext cx="2520000" cy="324000"/>
          </a:xfrm>
          <a:prstGeom prst="round2SameRect">
            <a:avLst>
              <a:gd name="adj1" fmla="val 28227"/>
              <a:gd name="adj2" fmla="val 0"/>
            </a:avLst>
          </a:prstGeom>
          <a:solidFill>
            <a:srgbClr val="E7EE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36000" rtlCol="0" anchor="ctr"/>
          <a:lstStyle/>
          <a:p>
            <a:pPr algn="ctr"/>
            <a:r>
              <a:rPr kumimoji="1" lang="ko-KR" altLang="en-US" sz="13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첫번째 박스 내용 자리입니다</a:t>
            </a: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7DB64F97-5810-EA5D-588D-E191A6F18525}"/>
              </a:ext>
            </a:extLst>
          </p:cNvPr>
          <p:cNvGrpSpPr/>
          <p:nvPr/>
        </p:nvGrpSpPr>
        <p:grpSpPr>
          <a:xfrm>
            <a:off x="6301079" y="3119056"/>
            <a:ext cx="5480748" cy="3346963"/>
            <a:chOff x="388704" y="3268207"/>
            <a:chExt cx="5480748" cy="3197812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5842E8E2-0D2A-84B3-10E5-6660025417F2}"/>
                </a:ext>
              </a:extLst>
            </p:cNvPr>
            <p:cNvSpPr/>
            <p:nvPr/>
          </p:nvSpPr>
          <p:spPr>
            <a:xfrm>
              <a:off x="389248" y="3268207"/>
              <a:ext cx="5480204" cy="31978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0" name="직선 연결선[R] 40">
              <a:extLst>
                <a:ext uri="{FF2B5EF4-FFF2-40B4-BE49-F238E27FC236}">
                  <a16:creationId xmlns:a16="http://schemas.microsoft.com/office/drawing/2014/main" id="{E59FD9DC-EB30-685B-A7A8-37BAAD025625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3268207"/>
              <a:ext cx="548074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50409E36-AC0C-BB48-4240-F22BB34D893B}"/>
              </a:ext>
            </a:extLst>
          </p:cNvPr>
          <p:cNvGrpSpPr/>
          <p:nvPr/>
        </p:nvGrpSpPr>
        <p:grpSpPr>
          <a:xfrm>
            <a:off x="388704" y="3119056"/>
            <a:ext cx="5480748" cy="3346963"/>
            <a:chOff x="388704" y="3119056"/>
            <a:chExt cx="5480748" cy="3346963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C1A5D342-246F-61B6-7E86-0B0D533D229D}"/>
                </a:ext>
              </a:extLst>
            </p:cNvPr>
            <p:cNvSpPr/>
            <p:nvPr/>
          </p:nvSpPr>
          <p:spPr>
            <a:xfrm>
              <a:off x="389248" y="3119056"/>
              <a:ext cx="5480204" cy="33469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3" name="직선 연결선[R] 40">
              <a:extLst>
                <a:ext uri="{FF2B5EF4-FFF2-40B4-BE49-F238E27FC236}">
                  <a16:creationId xmlns:a16="http://schemas.microsoft.com/office/drawing/2014/main" id="{50608614-70FB-8C34-06C9-E6232E7BD076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3119056"/>
              <a:ext cx="548074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Line 37">
            <a:extLst>
              <a:ext uri="{FF2B5EF4-FFF2-40B4-BE49-F238E27FC236}">
                <a16:creationId xmlns:a16="http://schemas.microsoft.com/office/drawing/2014/main" id="{18200FCF-FBB3-651D-80E6-D8D0BBA8C44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426553" y="4788503"/>
            <a:ext cx="333889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87389" tIns="43695" rIns="87389" bIns="43695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ko-KR" altLang="en-US" dirty="0">
              <a:latin typeface="Pretendard" panose="02000503000000020004" pitchFamily="2" charset="-127"/>
              <a:ea typeface="굴림" pitchFamily="50" charset="-127"/>
            </a:endParaRP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433DED21-817B-EE00-9206-A9F975243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DFD316-7BDF-2516-4D1D-B29D84B9F850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헤드카피 내용 문구가 들어가는 자리입니다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중요한 내용 문구는 강조색으로 사용하세요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99EE77E-9E13-A10D-0444-8EE187EA1D48}"/>
              </a:ext>
            </a:extLst>
          </p:cNvPr>
          <p:cNvGrpSpPr/>
          <p:nvPr/>
        </p:nvGrpSpPr>
        <p:grpSpPr>
          <a:xfrm>
            <a:off x="388704" y="1467282"/>
            <a:ext cx="11421790" cy="1123518"/>
            <a:chOff x="388704" y="1531855"/>
            <a:chExt cx="11421790" cy="582762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7614EFC-934C-13B9-F7EE-5F1142E1DA9B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6" name="직선 연결선[R] 5">
              <a:extLst>
                <a:ext uri="{FF2B5EF4-FFF2-40B4-BE49-F238E27FC236}">
                  <a16:creationId xmlns:a16="http://schemas.microsoft.com/office/drawing/2014/main" id="{4C965308-C68B-3168-8D96-83D29BB523ED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006961-B1B5-F9CF-F99A-F330B3E00D2C}"/>
              </a:ext>
            </a:extLst>
          </p:cNvPr>
          <p:cNvGrpSpPr/>
          <p:nvPr/>
        </p:nvGrpSpPr>
        <p:grpSpPr>
          <a:xfrm>
            <a:off x="574038" y="1594794"/>
            <a:ext cx="10769998" cy="237437"/>
            <a:chOff x="574038" y="1636096"/>
            <a:chExt cx="10769998" cy="23743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EFD0E08-1A4D-25A0-5EC4-8EC359FB355E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9" name="그래픽 18">
              <a:extLst>
                <a:ext uri="{FF2B5EF4-FFF2-40B4-BE49-F238E27FC236}">
                  <a16:creationId xmlns:a16="http://schemas.microsoft.com/office/drawing/2014/main" id="{2FCFB361-8E96-8834-5244-9553DB3A193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9BCE4F8-ED3F-67A9-4852-586221D0AE5D}"/>
              </a:ext>
            </a:extLst>
          </p:cNvPr>
          <p:cNvGrpSpPr/>
          <p:nvPr/>
        </p:nvGrpSpPr>
        <p:grpSpPr>
          <a:xfrm>
            <a:off x="574038" y="1899594"/>
            <a:ext cx="10769998" cy="237437"/>
            <a:chOff x="574038" y="1636096"/>
            <a:chExt cx="10769998" cy="23743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B38C14C-6B9C-ABA3-38B9-69956DFC369A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2" name="그래픽 21">
              <a:extLst>
                <a:ext uri="{FF2B5EF4-FFF2-40B4-BE49-F238E27FC236}">
                  <a16:creationId xmlns:a16="http://schemas.microsoft.com/office/drawing/2014/main" id="{1CC4F6C0-96EA-F2BE-FB77-157B52A8FA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B1BD93E-4299-0414-7A36-CA440ADD3FA7}"/>
              </a:ext>
            </a:extLst>
          </p:cNvPr>
          <p:cNvGrpSpPr/>
          <p:nvPr/>
        </p:nvGrpSpPr>
        <p:grpSpPr>
          <a:xfrm>
            <a:off x="574038" y="2204394"/>
            <a:ext cx="10769998" cy="237437"/>
            <a:chOff x="574038" y="1636096"/>
            <a:chExt cx="10769998" cy="23743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A1D8F76-676B-5E56-6AAD-F89E8683A72E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22A5ABD9-137F-89A7-0CA2-B46869779F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FA8C5E8D-A72A-96F9-8E41-8C417273C1B2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98AD5A80-586A-B6CA-2078-0212F0286199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" name="그래픽 8">
              <a:extLst>
                <a:ext uri="{FF2B5EF4-FFF2-40B4-BE49-F238E27FC236}">
                  <a16:creationId xmlns:a16="http://schemas.microsoft.com/office/drawing/2014/main" id="{4ADB0C90-530B-A9AB-9AFD-A0220BAA1E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64A3485C-ED34-6C3A-ABAE-310B58CEDBB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497533" y="3239929"/>
            <a:ext cx="5273072" cy="309908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C4F42B2-7C40-1C97-0CA5-52A3D0574EB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6393051" y="3193159"/>
            <a:ext cx="5301416" cy="320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69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F8747F3D-0A1F-1025-14D8-8B6BD1275B14}"/>
              </a:ext>
            </a:extLst>
          </p:cNvPr>
          <p:cNvSpPr/>
          <p:nvPr/>
        </p:nvSpPr>
        <p:spPr>
          <a:xfrm>
            <a:off x="389474" y="1470194"/>
            <a:ext cx="11421020" cy="111618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0AC36046-1B7C-087F-0503-DAEC31EE7877}"/>
              </a:ext>
            </a:extLst>
          </p:cNvPr>
          <p:cNvGrpSpPr/>
          <p:nvPr/>
        </p:nvGrpSpPr>
        <p:grpSpPr>
          <a:xfrm>
            <a:off x="9039218" y="2775105"/>
            <a:ext cx="2742609" cy="3686265"/>
            <a:chOff x="388704" y="2467760"/>
            <a:chExt cx="2742609" cy="3686265"/>
          </a:xfrm>
        </p:grpSpPr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752B61B7-A097-0486-E2E5-B5903A1FE69E}"/>
                </a:ext>
              </a:extLst>
            </p:cNvPr>
            <p:cNvSpPr/>
            <p:nvPr/>
          </p:nvSpPr>
          <p:spPr>
            <a:xfrm>
              <a:off x="388988" y="2789790"/>
              <a:ext cx="2742325" cy="336423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41" name="양쪽 모서리가 둥근 사각형 58">
              <a:extLst>
                <a:ext uri="{FF2B5EF4-FFF2-40B4-BE49-F238E27FC236}">
                  <a16:creationId xmlns:a16="http://schemas.microsoft.com/office/drawing/2014/main" id="{974EF4F7-B774-96C3-2B35-CA490746A195}"/>
                </a:ext>
              </a:extLst>
            </p:cNvPr>
            <p:cNvSpPr/>
            <p:nvPr/>
          </p:nvSpPr>
          <p:spPr>
            <a:xfrm>
              <a:off x="389832" y="2467760"/>
              <a:ext cx="180472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네번째 박스 내용</a:t>
              </a:r>
            </a:p>
          </p:txBody>
        </p:sp>
        <p:cxnSp>
          <p:nvCxnSpPr>
            <p:cNvPr id="142" name="직선 연결선[R] 59">
              <a:extLst>
                <a:ext uri="{FF2B5EF4-FFF2-40B4-BE49-F238E27FC236}">
                  <a16:creationId xmlns:a16="http://schemas.microsoft.com/office/drawing/2014/main" id="{9E7A6882-9703-4009-7003-7F553F3BA946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791760"/>
              <a:ext cx="274253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F96B56C1-DF46-9366-8D6F-49CE901917E9}"/>
              </a:ext>
            </a:extLst>
          </p:cNvPr>
          <p:cNvSpPr/>
          <p:nvPr/>
        </p:nvSpPr>
        <p:spPr>
          <a:xfrm>
            <a:off x="9056065" y="6247404"/>
            <a:ext cx="2718764" cy="2035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출처에 대한 내용을 넣어주세요</a:t>
            </a:r>
            <a:r>
              <a:rPr kumimoji="1" lang="en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단위 </a:t>
            </a: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자리</a:t>
            </a: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F3B8B9EE-DEA7-7824-1D03-CB6CDD5697D9}"/>
              </a:ext>
            </a:extLst>
          </p:cNvPr>
          <p:cNvGrpSpPr/>
          <p:nvPr/>
        </p:nvGrpSpPr>
        <p:grpSpPr>
          <a:xfrm>
            <a:off x="6121847" y="2775105"/>
            <a:ext cx="2742609" cy="3686265"/>
            <a:chOff x="388704" y="2467760"/>
            <a:chExt cx="2742609" cy="3686265"/>
          </a:xfrm>
        </p:grpSpPr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26B6A1FE-9C8B-38DD-1F25-C97F628DA25A}"/>
                </a:ext>
              </a:extLst>
            </p:cNvPr>
            <p:cNvSpPr/>
            <p:nvPr/>
          </p:nvSpPr>
          <p:spPr>
            <a:xfrm>
              <a:off x="388988" y="2789790"/>
              <a:ext cx="2742325" cy="336423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8" name="양쪽 모서리가 둥근 사각형 58">
              <a:extLst>
                <a:ext uri="{FF2B5EF4-FFF2-40B4-BE49-F238E27FC236}">
                  <a16:creationId xmlns:a16="http://schemas.microsoft.com/office/drawing/2014/main" id="{9E704734-5F25-6E7F-6DDB-BB030E76FFAC}"/>
                </a:ext>
              </a:extLst>
            </p:cNvPr>
            <p:cNvSpPr/>
            <p:nvPr/>
          </p:nvSpPr>
          <p:spPr>
            <a:xfrm>
              <a:off x="389832" y="2467760"/>
              <a:ext cx="1979488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세번째 박스 내용</a:t>
              </a:r>
            </a:p>
          </p:txBody>
        </p:sp>
        <p:cxnSp>
          <p:nvCxnSpPr>
            <p:cNvPr id="130" name="직선 연결선[R] 59">
              <a:extLst>
                <a:ext uri="{FF2B5EF4-FFF2-40B4-BE49-F238E27FC236}">
                  <a16:creationId xmlns:a16="http://schemas.microsoft.com/office/drawing/2014/main" id="{DF30C72E-385E-5C79-B2FD-360AD0D4578E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791760"/>
              <a:ext cx="274253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C67298B7-1A79-0E51-7146-0C61CE67E16B}"/>
              </a:ext>
            </a:extLst>
          </p:cNvPr>
          <p:cNvGrpSpPr/>
          <p:nvPr/>
        </p:nvGrpSpPr>
        <p:grpSpPr>
          <a:xfrm>
            <a:off x="3291561" y="2775105"/>
            <a:ext cx="2742609" cy="3686265"/>
            <a:chOff x="388704" y="2467760"/>
            <a:chExt cx="2742609" cy="3686265"/>
          </a:xfrm>
        </p:grpSpPr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BC53E4DA-AF0A-66E3-8DA1-DD39E9FA8088}"/>
                </a:ext>
              </a:extLst>
            </p:cNvPr>
            <p:cNvSpPr/>
            <p:nvPr/>
          </p:nvSpPr>
          <p:spPr>
            <a:xfrm>
              <a:off x="388988" y="2789790"/>
              <a:ext cx="2742325" cy="336423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2" name="양쪽 모서리가 둥근 사각형 58">
              <a:extLst>
                <a:ext uri="{FF2B5EF4-FFF2-40B4-BE49-F238E27FC236}">
                  <a16:creationId xmlns:a16="http://schemas.microsoft.com/office/drawing/2014/main" id="{5C22045C-5A19-522E-837F-3D21F1BBAE85}"/>
                </a:ext>
              </a:extLst>
            </p:cNvPr>
            <p:cNvSpPr/>
            <p:nvPr/>
          </p:nvSpPr>
          <p:spPr>
            <a:xfrm>
              <a:off x="389832" y="2467760"/>
              <a:ext cx="180472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두번째 박스 내용</a:t>
              </a:r>
            </a:p>
          </p:txBody>
        </p:sp>
        <p:cxnSp>
          <p:nvCxnSpPr>
            <p:cNvPr id="113" name="직선 연결선[R] 59">
              <a:extLst>
                <a:ext uri="{FF2B5EF4-FFF2-40B4-BE49-F238E27FC236}">
                  <a16:creationId xmlns:a16="http://schemas.microsoft.com/office/drawing/2014/main" id="{C92F455D-89D2-FB6D-3431-DC8F1ADD7BF6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791760"/>
              <a:ext cx="274253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341F323B-1108-C2B2-2578-A539AEAB2F1F}"/>
              </a:ext>
            </a:extLst>
          </p:cNvPr>
          <p:cNvGrpSpPr/>
          <p:nvPr/>
        </p:nvGrpSpPr>
        <p:grpSpPr>
          <a:xfrm>
            <a:off x="388704" y="2775105"/>
            <a:ext cx="2742609" cy="3686265"/>
            <a:chOff x="388704" y="2467760"/>
            <a:chExt cx="2742609" cy="3686265"/>
          </a:xfrm>
        </p:grpSpPr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B3C972A9-CE81-73C4-9EC5-8EAD1ABCE63E}"/>
                </a:ext>
              </a:extLst>
            </p:cNvPr>
            <p:cNvSpPr/>
            <p:nvPr/>
          </p:nvSpPr>
          <p:spPr>
            <a:xfrm>
              <a:off x="388988" y="2789790"/>
              <a:ext cx="2742325" cy="336423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02" name="양쪽 모서리가 둥근 사각형 58">
              <a:extLst>
                <a:ext uri="{FF2B5EF4-FFF2-40B4-BE49-F238E27FC236}">
                  <a16:creationId xmlns:a16="http://schemas.microsoft.com/office/drawing/2014/main" id="{4F34AF55-DD95-B840-3D6A-D3249F062169}"/>
                </a:ext>
              </a:extLst>
            </p:cNvPr>
            <p:cNvSpPr/>
            <p:nvPr/>
          </p:nvSpPr>
          <p:spPr>
            <a:xfrm>
              <a:off x="389832" y="2467760"/>
              <a:ext cx="180472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첫번째 박스 내용</a:t>
              </a:r>
            </a:p>
          </p:txBody>
        </p:sp>
        <p:cxnSp>
          <p:nvCxnSpPr>
            <p:cNvPr id="103" name="직선 연결선[R] 59">
              <a:extLst>
                <a:ext uri="{FF2B5EF4-FFF2-40B4-BE49-F238E27FC236}">
                  <a16:creationId xmlns:a16="http://schemas.microsoft.com/office/drawing/2014/main" id="{C288888E-18D2-3F73-F608-CD17EBA31B1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791760"/>
              <a:ext cx="274253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제목 3">
            <a:extLst>
              <a:ext uri="{FF2B5EF4-FFF2-40B4-BE49-F238E27FC236}">
                <a16:creationId xmlns:a16="http://schemas.microsoft.com/office/drawing/2014/main" id="{9E4B59C8-E518-16B4-927D-7684AEC78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45EFA9-7D1C-8190-E1A6-93960EC181EB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헤드카피 내용 문구가 들어가는 자리입니다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중요한 내용 문구는 강조색으로 사용하세요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D28C97-9CDE-84A5-1CC8-C751782635E0}"/>
              </a:ext>
            </a:extLst>
          </p:cNvPr>
          <p:cNvSpPr txBox="1"/>
          <p:nvPr/>
        </p:nvSpPr>
        <p:spPr>
          <a:xfrm>
            <a:off x="2343389" y="1869662"/>
            <a:ext cx="9352326" cy="205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내용이 들어가는 자리입니다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박스에 설명문구를 자세하게 적어주세요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3B954C0-2241-4049-0F36-0F2E9E04B285}"/>
              </a:ext>
            </a:extLst>
          </p:cNvPr>
          <p:cNvGrpSpPr/>
          <p:nvPr/>
        </p:nvGrpSpPr>
        <p:grpSpPr>
          <a:xfrm>
            <a:off x="2071033" y="1609436"/>
            <a:ext cx="9571132" cy="237437"/>
            <a:chOff x="574038" y="1625338"/>
            <a:chExt cx="9571132" cy="23743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144A8B7-C637-4CD7-F285-96614D1420DE}"/>
                </a:ext>
              </a:extLst>
            </p:cNvPr>
            <p:cNvSpPr txBox="1"/>
            <p:nvPr/>
          </p:nvSpPr>
          <p:spPr>
            <a:xfrm>
              <a:off x="855932" y="1625338"/>
              <a:ext cx="9289238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17022515-58C0-F79C-3570-8FB218635C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60095288-BFF2-8159-4151-D58B787F40F5}"/>
              </a:ext>
            </a:extLst>
          </p:cNvPr>
          <p:cNvGrpSpPr/>
          <p:nvPr/>
        </p:nvGrpSpPr>
        <p:grpSpPr>
          <a:xfrm>
            <a:off x="2071033" y="2161640"/>
            <a:ext cx="9451602" cy="237437"/>
            <a:chOff x="574038" y="1625338"/>
            <a:chExt cx="9451602" cy="23743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99CA55A-9B51-14DF-E326-8B18761785D3}"/>
                </a:ext>
              </a:extLst>
            </p:cNvPr>
            <p:cNvSpPr txBox="1"/>
            <p:nvPr/>
          </p:nvSpPr>
          <p:spPr>
            <a:xfrm>
              <a:off x="855932" y="1625338"/>
              <a:ext cx="9169708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221F8F2C-2A4D-CABD-8B96-314586FAC4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BF0CFCE9-A101-4B99-93BE-463C12DED1BC}"/>
              </a:ext>
            </a:extLst>
          </p:cNvPr>
          <p:cNvSpPr/>
          <p:nvPr/>
        </p:nvSpPr>
        <p:spPr>
          <a:xfrm>
            <a:off x="3316168" y="6247404"/>
            <a:ext cx="2718764" cy="2035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출처에 대한 내용을 넣어주세요</a:t>
            </a:r>
            <a:r>
              <a:rPr kumimoji="1" lang="en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단위 </a:t>
            </a: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자리</a:t>
            </a: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D69517EA-4880-D332-9A44-D7E7D6CB0D27}"/>
              </a:ext>
            </a:extLst>
          </p:cNvPr>
          <p:cNvSpPr/>
          <p:nvPr/>
        </p:nvSpPr>
        <p:spPr>
          <a:xfrm>
            <a:off x="393908" y="6247404"/>
            <a:ext cx="2718764" cy="2035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</a:t>
            </a:r>
            <a:r>
              <a:rPr kumimoji="1" lang="ko-KR" altLang="en-US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출처에 대한 내용을 넣어주세요</a:t>
            </a:r>
            <a:r>
              <a:rPr kumimoji="1" lang="en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1" lang="ko-KR" altLang="en-US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단위 </a:t>
            </a: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1" lang="ko-KR" altLang="en-US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자리</a:t>
            </a: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7D341CD-7DC5-8B9F-A99D-6CCFD8EBDA1F}"/>
              </a:ext>
            </a:extLst>
          </p:cNvPr>
          <p:cNvSpPr/>
          <p:nvPr/>
        </p:nvSpPr>
        <p:spPr>
          <a:xfrm>
            <a:off x="6136485" y="6247404"/>
            <a:ext cx="2718764" cy="2035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출처에 대한 내용을 넣어주세요</a:t>
            </a:r>
            <a:r>
              <a:rPr kumimoji="1" lang="en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단위 </a:t>
            </a: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자리</a:t>
            </a:r>
            <a:r>
              <a:rPr kumimoji="1" lang="en-US" altLang="ko-KR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68D85FD-96DE-3CF0-2603-967830E962DA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36816EC4-80C3-B43D-00E9-4AE0B79E092E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2" name="그래픽 11">
              <a:extLst>
                <a:ext uri="{FF2B5EF4-FFF2-40B4-BE49-F238E27FC236}">
                  <a16:creationId xmlns:a16="http://schemas.microsoft.com/office/drawing/2014/main" id="{9C385D6A-BF36-6AAF-626D-B8E8E4D9DF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194F5461-C1DD-2974-EA5A-05D296A2BC15}"/>
              </a:ext>
            </a:extLst>
          </p:cNvPr>
          <p:cNvSpPr/>
          <p:nvPr/>
        </p:nvSpPr>
        <p:spPr>
          <a:xfrm rot="5400000">
            <a:off x="650666" y="1319530"/>
            <a:ext cx="861192" cy="1417507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516795-0BDD-4547-9B3D-B315424D4700}"/>
              </a:ext>
            </a:extLst>
          </p:cNvPr>
          <p:cNvSpPr txBox="1"/>
          <p:nvPr/>
        </p:nvSpPr>
        <p:spPr>
          <a:xfrm>
            <a:off x="409381" y="1721815"/>
            <a:ext cx="127853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7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텍스트</a:t>
            </a:r>
            <a:endParaRPr kumimoji="1" lang="en-US" altLang="ko-KR" sz="1700" b="1" i="0" u="none" strike="noStrike" kern="1200" cap="none" spc="-4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  <a:p>
            <a:pPr algn="ctr"/>
            <a:r>
              <a:rPr kumimoji="1" lang="ko-KR" altLang="en-US" sz="17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자리</a:t>
            </a:r>
          </a:p>
        </p:txBody>
      </p:sp>
      <p:cxnSp>
        <p:nvCxnSpPr>
          <p:cNvPr id="8" name="직선 연결선[R] 5">
            <a:extLst>
              <a:ext uri="{FF2B5EF4-FFF2-40B4-BE49-F238E27FC236}">
                <a16:creationId xmlns:a16="http://schemas.microsoft.com/office/drawing/2014/main" id="{2644AECC-34FD-0268-E0B4-E1020757E3E6}"/>
              </a:ext>
            </a:extLst>
          </p:cNvPr>
          <p:cNvCxnSpPr>
            <a:cxnSpLocks/>
          </p:cNvCxnSpPr>
          <p:nvPr/>
        </p:nvCxnSpPr>
        <p:spPr>
          <a:xfrm>
            <a:off x="388704" y="1469225"/>
            <a:ext cx="0" cy="1128832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555B0FB-FEBC-81DF-A056-5563B9F69B0C}"/>
              </a:ext>
            </a:extLst>
          </p:cNvPr>
          <p:cNvSpPr/>
          <p:nvPr/>
        </p:nvSpPr>
        <p:spPr>
          <a:xfrm>
            <a:off x="497533" y="3219322"/>
            <a:ext cx="2531417" cy="20670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556748-CD0D-E9FF-9CF9-79880C2EE960}"/>
              </a:ext>
            </a:extLst>
          </p:cNvPr>
          <p:cNvSpPr txBox="1"/>
          <p:nvPr/>
        </p:nvSpPr>
        <p:spPr>
          <a:xfrm>
            <a:off x="528135" y="5449454"/>
            <a:ext cx="2500815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60A644D-F574-0F9B-CDC4-BDB8EE112A0A}"/>
              </a:ext>
            </a:extLst>
          </p:cNvPr>
          <p:cNvSpPr/>
          <p:nvPr/>
        </p:nvSpPr>
        <p:spPr>
          <a:xfrm>
            <a:off x="3393133" y="3219322"/>
            <a:ext cx="2531417" cy="20670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5C8C88-6566-5041-F73B-96C1EBB7761E}"/>
              </a:ext>
            </a:extLst>
          </p:cNvPr>
          <p:cNvSpPr txBox="1"/>
          <p:nvPr/>
        </p:nvSpPr>
        <p:spPr>
          <a:xfrm>
            <a:off x="3423735" y="5449454"/>
            <a:ext cx="2500815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8053FCF-991E-382D-DAB3-5EFA301E171D}"/>
              </a:ext>
            </a:extLst>
          </p:cNvPr>
          <p:cNvSpPr/>
          <p:nvPr/>
        </p:nvSpPr>
        <p:spPr>
          <a:xfrm>
            <a:off x="6225233" y="3219322"/>
            <a:ext cx="2531417" cy="20670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66141FC-CB2F-3C2C-934F-528E0D2040E6}"/>
              </a:ext>
            </a:extLst>
          </p:cNvPr>
          <p:cNvSpPr txBox="1"/>
          <p:nvPr/>
        </p:nvSpPr>
        <p:spPr>
          <a:xfrm>
            <a:off x="6255835" y="5449454"/>
            <a:ext cx="2500815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E586F7D-1C51-1ADC-DA20-C4C3A4E59ED7}"/>
              </a:ext>
            </a:extLst>
          </p:cNvPr>
          <p:cNvSpPr/>
          <p:nvPr/>
        </p:nvSpPr>
        <p:spPr>
          <a:xfrm>
            <a:off x="9120833" y="3219322"/>
            <a:ext cx="2531417" cy="20670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ED082F-95DB-650E-571C-E256ABEA634A}"/>
              </a:ext>
            </a:extLst>
          </p:cNvPr>
          <p:cNvSpPr txBox="1"/>
          <p:nvPr/>
        </p:nvSpPr>
        <p:spPr>
          <a:xfrm>
            <a:off x="9151435" y="5449454"/>
            <a:ext cx="2500815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0B93B6A-1269-7FE5-10E9-0D302AB271D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496771" y="3322997"/>
            <a:ext cx="2489995" cy="175076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8F229EA-D19E-FDE9-75C4-FE1CDA2986E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3434555" y="3322997"/>
            <a:ext cx="2489995" cy="175076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6A3DD78-E383-1AF3-C99B-FF00418B82E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6245943" y="3322997"/>
            <a:ext cx="2489995" cy="175076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E1269CE-D6FC-6B12-4490-4023CCBC825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9120833" y="3322996"/>
            <a:ext cx="2489995" cy="175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023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9020120E-9E62-2174-9480-F5B13E5B6C91}"/>
              </a:ext>
            </a:extLst>
          </p:cNvPr>
          <p:cNvGrpSpPr/>
          <p:nvPr/>
        </p:nvGrpSpPr>
        <p:grpSpPr>
          <a:xfrm>
            <a:off x="6301079" y="2914650"/>
            <a:ext cx="5480748" cy="3551369"/>
            <a:chOff x="6329746" y="2914650"/>
            <a:chExt cx="5480748" cy="3551369"/>
          </a:xfrm>
        </p:grpSpPr>
        <p:sp>
          <p:nvSpPr>
            <p:cNvPr id="136" name="양쪽 모서리가 둥근 사각형 37">
              <a:extLst>
                <a:ext uri="{FF2B5EF4-FFF2-40B4-BE49-F238E27FC236}">
                  <a16:creationId xmlns:a16="http://schemas.microsoft.com/office/drawing/2014/main" id="{2B44E952-2AA2-C033-F2CF-394790489EB4}"/>
                </a:ext>
              </a:extLst>
            </p:cNvPr>
            <p:cNvSpPr/>
            <p:nvPr/>
          </p:nvSpPr>
          <p:spPr>
            <a:xfrm>
              <a:off x="6330873" y="2914650"/>
              <a:ext cx="2520000" cy="353557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400" b="1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두번째 </a:t>
              </a:r>
              <a:r>
                <a:rPr kumimoji="1" lang="ko-KR" altLang="en-US" sz="14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박스 내용 자리입니다</a:t>
              </a:r>
            </a:p>
          </p:txBody>
        </p: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076C3A72-633C-7890-DF0C-F6B0F4D3C33B}"/>
                </a:ext>
              </a:extLst>
            </p:cNvPr>
            <p:cNvGrpSpPr/>
            <p:nvPr/>
          </p:nvGrpSpPr>
          <p:grpSpPr>
            <a:xfrm>
              <a:off x="6329746" y="3268207"/>
              <a:ext cx="5480748" cy="3197812"/>
              <a:chOff x="388704" y="3268207"/>
              <a:chExt cx="5480748" cy="3197812"/>
            </a:xfrm>
          </p:grpSpPr>
          <p:sp>
            <p:nvSpPr>
              <p:cNvPr id="139" name="직사각형 138">
                <a:extLst>
                  <a:ext uri="{FF2B5EF4-FFF2-40B4-BE49-F238E27FC236}">
                    <a16:creationId xmlns:a16="http://schemas.microsoft.com/office/drawing/2014/main" id="{BC3FEC96-26AF-2ED0-5679-1B7029F502A9}"/>
                  </a:ext>
                </a:extLst>
              </p:cNvPr>
              <p:cNvSpPr/>
              <p:nvPr/>
            </p:nvSpPr>
            <p:spPr>
              <a:xfrm>
                <a:off x="389248" y="3268207"/>
                <a:ext cx="5480204" cy="31978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41" name="직선 연결선[R] 40">
                <a:extLst>
                  <a:ext uri="{FF2B5EF4-FFF2-40B4-BE49-F238E27FC236}">
                    <a16:creationId xmlns:a16="http://schemas.microsoft.com/office/drawing/2014/main" id="{180CCC02-31A0-54E1-650F-6622CC2C57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3268207"/>
                <a:ext cx="5480748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제목 3">
            <a:extLst>
              <a:ext uri="{FF2B5EF4-FFF2-40B4-BE49-F238E27FC236}">
                <a16:creationId xmlns:a16="http://schemas.microsoft.com/office/drawing/2014/main" id="{1DF7333A-210E-320D-2D1C-793ADB504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sp>
        <p:nvSpPr>
          <p:cNvPr id="32" name="양쪽 모서리가 둥근 사각형 37">
            <a:extLst>
              <a:ext uri="{FF2B5EF4-FFF2-40B4-BE49-F238E27FC236}">
                <a16:creationId xmlns:a16="http://schemas.microsoft.com/office/drawing/2014/main" id="{2648CDB2-65DB-9F13-A3CA-5C1C66FF8A10}"/>
              </a:ext>
            </a:extLst>
          </p:cNvPr>
          <p:cNvSpPr/>
          <p:nvPr/>
        </p:nvSpPr>
        <p:spPr>
          <a:xfrm>
            <a:off x="389830" y="2914650"/>
            <a:ext cx="2520000" cy="353557"/>
          </a:xfrm>
          <a:prstGeom prst="round2SameRect">
            <a:avLst>
              <a:gd name="adj1" fmla="val 28227"/>
              <a:gd name="adj2" fmla="val 0"/>
            </a:avLst>
          </a:prstGeom>
          <a:solidFill>
            <a:srgbClr val="E7EE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36000" rtlCol="0" anchor="ctr"/>
          <a:lstStyle/>
          <a:p>
            <a:pPr algn="ctr"/>
            <a:r>
              <a:rPr kumimoji="1" lang="ko-KR" altLang="en-US" sz="14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첫번째 박스 내용 자리입니다</a:t>
            </a:r>
            <a:endParaRPr kumimoji="1" lang="en-US" altLang="ko-KR" sz="1400" b="1" spc="-40" dirty="0">
              <a:solidFill>
                <a:srgbClr val="274893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FC32C92A-C09A-BCA7-91C1-5E33F5FAC861}"/>
              </a:ext>
            </a:extLst>
          </p:cNvPr>
          <p:cNvGrpSpPr/>
          <p:nvPr/>
        </p:nvGrpSpPr>
        <p:grpSpPr>
          <a:xfrm>
            <a:off x="388704" y="3268207"/>
            <a:ext cx="5480748" cy="3197812"/>
            <a:chOff x="388704" y="3268207"/>
            <a:chExt cx="5480748" cy="3197812"/>
          </a:xfrm>
        </p:grpSpPr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59EF6A83-68A8-1346-F9DD-AE761EC49DD6}"/>
                </a:ext>
              </a:extLst>
            </p:cNvPr>
            <p:cNvSpPr/>
            <p:nvPr/>
          </p:nvSpPr>
          <p:spPr>
            <a:xfrm>
              <a:off x="389248" y="3268207"/>
              <a:ext cx="5480204" cy="31978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76" name="직선 연결선[R] 40">
              <a:extLst>
                <a:ext uri="{FF2B5EF4-FFF2-40B4-BE49-F238E27FC236}">
                  <a16:creationId xmlns:a16="http://schemas.microsoft.com/office/drawing/2014/main" id="{F8006D88-2774-0970-343D-38DDDFD18DF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3268207"/>
              <a:ext cx="548074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00B8570-45A4-551D-393A-C74C13AB78D4}"/>
              </a:ext>
            </a:extLst>
          </p:cNvPr>
          <p:cNvSpPr/>
          <p:nvPr/>
        </p:nvSpPr>
        <p:spPr>
          <a:xfrm>
            <a:off x="465548" y="6203934"/>
            <a:ext cx="5319759" cy="2035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</a:t>
            </a:r>
            <a:r>
              <a:rPr kumimoji="1" lang="ko-KR" altLang="en-US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출처에 대한 내용을 넣어주세요 </a:t>
            </a: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단위 </a:t>
            </a: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1" lang="ko-KR" altLang="en-US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자리</a:t>
            </a: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sp>
        <p:nvSpPr>
          <p:cNvPr id="153" name="사각형: 둥근 모서리 152">
            <a:extLst>
              <a:ext uri="{FF2B5EF4-FFF2-40B4-BE49-F238E27FC236}">
                <a16:creationId xmlns:a16="http://schemas.microsoft.com/office/drawing/2014/main" id="{2FB6E648-8520-44BB-D066-193AC7E24B3A}"/>
              </a:ext>
            </a:extLst>
          </p:cNvPr>
          <p:cNvSpPr/>
          <p:nvPr/>
        </p:nvSpPr>
        <p:spPr>
          <a:xfrm>
            <a:off x="6758574" y="3527882"/>
            <a:ext cx="4565758" cy="309334"/>
          </a:xfrm>
          <a:prstGeom prst="roundRect">
            <a:avLst>
              <a:gd name="adj" fmla="val 50000"/>
            </a:avLst>
          </a:prstGeom>
          <a:solidFill>
            <a:srgbClr val="0054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lvl="0" algn="ctr" latinLnBrk="0">
              <a:defRPr/>
            </a:pP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강조하고 싶은 내용이 있으면</a:t>
            </a:r>
            <a:r>
              <a:rPr lang="en-US" altLang="ko-KR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, </a:t>
            </a: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사용해주세요</a:t>
            </a:r>
          </a:p>
        </p:txBody>
      </p:sp>
      <p:sp>
        <p:nvSpPr>
          <p:cNvPr id="157" name="Line 37">
            <a:extLst>
              <a:ext uri="{FF2B5EF4-FFF2-40B4-BE49-F238E27FC236}">
                <a16:creationId xmlns:a16="http://schemas.microsoft.com/office/drawing/2014/main" id="{E1971E3D-D8E1-3BB9-6B4B-77E871DB0549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511830" y="4873780"/>
            <a:ext cx="316834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87389" tIns="43695" rIns="87389" bIns="43695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ko-KR" altLang="en-US" dirty="0">
              <a:latin typeface="Pretendard" panose="02000503000000020004" pitchFamily="2" charset="-127"/>
              <a:ea typeface="굴림" pitchFamily="50" charset="-127"/>
            </a:endParaRPr>
          </a:p>
        </p:txBody>
      </p:sp>
      <p:sp>
        <p:nvSpPr>
          <p:cNvPr id="159" name="Rectangle 304">
            <a:extLst>
              <a:ext uri="{FF2B5EF4-FFF2-40B4-BE49-F238E27FC236}">
                <a16:creationId xmlns:a16="http://schemas.microsoft.com/office/drawing/2014/main" id="{CB86F65C-C757-D1B4-07A7-3F64D656A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8574" y="4074310"/>
            <a:ext cx="4800816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44000" marR="0" lvl="0" indent="-14400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중간 사이즈 글씨로 박스의 내용에 대해서 설명을 적어주세요</a:t>
            </a:r>
          </a:p>
          <a:p>
            <a:pPr marL="144000" lvl="0" indent="-144000" latinLnBrk="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중간 사이즈 글씨로 박스의 내용에 대해서 설명을 적어주세요</a:t>
            </a:r>
          </a:p>
          <a:p>
            <a:pPr marL="144000" lvl="0" indent="-144000" latinLnBrk="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중간 사이즈 글씨로 </a:t>
            </a:r>
            <a:r>
              <a:rPr lang="ko-KR" altLang="en-US" sz="14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박스의 내용에 대해서 설명</a:t>
            </a: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을 적어주세요</a:t>
            </a:r>
            <a:endParaRPr lang="en-US" altLang="ko-KR" sz="14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marL="144000" indent="-144000" latinLnBrk="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중간 사이즈 글씨로 박스의 내용에 대해서 설명을 적어주세요</a:t>
            </a:r>
          </a:p>
          <a:p>
            <a:pPr marL="144000" indent="-144000" latinLnBrk="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중간 사이즈 글씨로 박스의 내용에 대해서 설명을 적어주세요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BF87049-8563-85EA-FE2C-6EC426DFFF71}"/>
              </a:ext>
            </a:extLst>
          </p:cNvPr>
          <p:cNvSpPr/>
          <p:nvPr/>
        </p:nvSpPr>
        <p:spPr>
          <a:xfrm>
            <a:off x="389474" y="1470194"/>
            <a:ext cx="11421020" cy="111618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7CDC5A-F5D6-FC43-B384-12B3D5A5DAB1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헤드카피 내용 문구가 들어가는 자리입니다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중요한 내용 문구는 강조색으로 사용하세요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4E99E8-7600-A70C-249E-CF1133856274}"/>
              </a:ext>
            </a:extLst>
          </p:cNvPr>
          <p:cNvSpPr txBox="1"/>
          <p:nvPr/>
        </p:nvSpPr>
        <p:spPr>
          <a:xfrm>
            <a:off x="2343389" y="1869662"/>
            <a:ext cx="9352326" cy="205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내용이 들어가는 자리입니다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박스에 설명문구를 자세하게 적어주세요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A8F193C-E43B-64B9-52D9-2334F3C72C21}"/>
              </a:ext>
            </a:extLst>
          </p:cNvPr>
          <p:cNvGrpSpPr/>
          <p:nvPr/>
        </p:nvGrpSpPr>
        <p:grpSpPr>
          <a:xfrm>
            <a:off x="2071033" y="1609436"/>
            <a:ext cx="9571132" cy="237437"/>
            <a:chOff x="574038" y="1625338"/>
            <a:chExt cx="9571132" cy="23743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7498AC4-EF23-3C86-12FD-CA7290C95D23}"/>
                </a:ext>
              </a:extLst>
            </p:cNvPr>
            <p:cNvSpPr txBox="1"/>
            <p:nvPr/>
          </p:nvSpPr>
          <p:spPr>
            <a:xfrm>
              <a:off x="855932" y="1625338"/>
              <a:ext cx="9289238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9" name="그래픽 18">
              <a:extLst>
                <a:ext uri="{FF2B5EF4-FFF2-40B4-BE49-F238E27FC236}">
                  <a16:creationId xmlns:a16="http://schemas.microsoft.com/office/drawing/2014/main" id="{8E11E967-DA9F-05B8-AB3C-7AB9F3CD859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E3BF8EC-E878-1806-3893-3ADE00A88965}"/>
              </a:ext>
            </a:extLst>
          </p:cNvPr>
          <p:cNvGrpSpPr/>
          <p:nvPr/>
        </p:nvGrpSpPr>
        <p:grpSpPr>
          <a:xfrm>
            <a:off x="2071033" y="2161640"/>
            <a:ext cx="9451602" cy="237437"/>
            <a:chOff x="574038" y="1625338"/>
            <a:chExt cx="9451602" cy="23743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04BC6D4-8EEA-AF96-D90D-C4B621E81352}"/>
                </a:ext>
              </a:extLst>
            </p:cNvPr>
            <p:cNvSpPr txBox="1"/>
            <p:nvPr/>
          </p:nvSpPr>
          <p:spPr>
            <a:xfrm>
              <a:off x="855932" y="1625338"/>
              <a:ext cx="9169708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E5FDE879-909E-513C-6D16-F2D174A968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36CDBFF0-50E5-51C4-7C18-D4E1CD187627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6A0023E6-81C4-D9E4-567B-BF768EBA569B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28" name="그래픽 27">
              <a:extLst>
                <a:ext uri="{FF2B5EF4-FFF2-40B4-BE49-F238E27FC236}">
                  <a16:creationId xmlns:a16="http://schemas.microsoft.com/office/drawing/2014/main" id="{85AAD07F-4590-D091-19D2-5EB1E2AC0D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29" name="사각형: 둥근 위쪽 모서리 28">
            <a:extLst>
              <a:ext uri="{FF2B5EF4-FFF2-40B4-BE49-F238E27FC236}">
                <a16:creationId xmlns:a16="http://schemas.microsoft.com/office/drawing/2014/main" id="{1C971E11-9666-CF91-4D46-3B33D8C1012C}"/>
              </a:ext>
            </a:extLst>
          </p:cNvPr>
          <p:cNvSpPr/>
          <p:nvPr/>
        </p:nvSpPr>
        <p:spPr>
          <a:xfrm rot="5400000">
            <a:off x="650666" y="1319530"/>
            <a:ext cx="861192" cy="1417507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B93374-B37A-E3AD-EF1A-45438873BF6C}"/>
              </a:ext>
            </a:extLst>
          </p:cNvPr>
          <p:cNvSpPr txBox="1"/>
          <p:nvPr/>
        </p:nvSpPr>
        <p:spPr>
          <a:xfrm>
            <a:off x="409381" y="1721815"/>
            <a:ext cx="127853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7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텍스트</a:t>
            </a:r>
            <a:endParaRPr kumimoji="1" lang="en-US" altLang="ko-KR" sz="1700" b="1" i="0" u="none" strike="noStrike" kern="1200" cap="none" spc="-4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  <a:p>
            <a:pPr algn="ctr"/>
            <a:r>
              <a:rPr kumimoji="1" lang="ko-KR" altLang="en-US" sz="17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자리</a:t>
            </a:r>
          </a:p>
        </p:txBody>
      </p:sp>
      <p:cxnSp>
        <p:nvCxnSpPr>
          <p:cNvPr id="31" name="직선 연결선[R] 5">
            <a:extLst>
              <a:ext uri="{FF2B5EF4-FFF2-40B4-BE49-F238E27FC236}">
                <a16:creationId xmlns:a16="http://schemas.microsoft.com/office/drawing/2014/main" id="{3B3B5245-9BAF-CBAA-352D-69224944AC1C}"/>
              </a:ext>
            </a:extLst>
          </p:cNvPr>
          <p:cNvCxnSpPr>
            <a:cxnSpLocks/>
          </p:cNvCxnSpPr>
          <p:nvPr/>
        </p:nvCxnSpPr>
        <p:spPr>
          <a:xfrm>
            <a:off x="388704" y="1469225"/>
            <a:ext cx="0" cy="1128832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DB30180-3869-7966-FE6F-F725A513E3DA}"/>
              </a:ext>
            </a:extLst>
          </p:cNvPr>
          <p:cNvSpPr/>
          <p:nvPr/>
        </p:nvSpPr>
        <p:spPr>
          <a:xfrm>
            <a:off x="6381574" y="6203934"/>
            <a:ext cx="5319759" cy="2035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</a:t>
            </a:r>
            <a:r>
              <a:rPr kumimoji="1" lang="ko-KR" altLang="en-US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출처에 대한 내용을 넣어주세요 </a:t>
            </a: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단위 </a:t>
            </a: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1" lang="ko-KR" altLang="en-US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자리</a:t>
            </a:r>
            <a:r>
              <a:rPr kumimoji="1" lang="en-US" altLang="ko-KR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7B51744-0E98-0B67-0F9F-DD8224831D0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258"/>
          <a:stretch/>
        </p:blipFill>
        <p:spPr>
          <a:xfrm>
            <a:off x="465548" y="3313175"/>
            <a:ext cx="5319759" cy="283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081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71881F76-FB13-57DE-9F1C-83E6A0F59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70B3EEB-939E-5021-FFD2-8FDA007E173E}"/>
              </a:ext>
            </a:extLst>
          </p:cNvPr>
          <p:cNvGrpSpPr/>
          <p:nvPr/>
        </p:nvGrpSpPr>
        <p:grpSpPr>
          <a:xfrm>
            <a:off x="388704" y="1804802"/>
            <a:ext cx="3651774" cy="4661215"/>
            <a:chOff x="388704" y="1804802"/>
            <a:chExt cx="3651774" cy="4661215"/>
          </a:xfrm>
        </p:grpSpPr>
        <p:sp>
          <p:nvSpPr>
            <p:cNvPr id="8" name="양쪽 모서리가 둥근 사각형 44">
              <a:extLst>
                <a:ext uri="{FF2B5EF4-FFF2-40B4-BE49-F238E27FC236}">
                  <a16:creationId xmlns:a16="http://schemas.microsoft.com/office/drawing/2014/main" id="{003BF100-C439-4A04-C8B5-2EEDFCEFB48A}"/>
                </a:ext>
              </a:extLst>
            </p:cNvPr>
            <p:cNvSpPr/>
            <p:nvPr/>
          </p:nvSpPr>
          <p:spPr>
            <a:xfrm>
              <a:off x="388988" y="1804802"/>
              <a:ext cx="266987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첫번째 박스 내용 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–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추가 설명자리</a:t>
              </a: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06B5D3B9-94C9-B23F-1C5B-F37C0CBB8DE9}"/>
                </a:ext>
              </a:extLst>
            </p:cNvPr>
            <p:cNvGrpSpPr/>
            <p:nvPr/>
          </p:nvGrpSpPr>
          <p:grpSpPr>
            <a:xfrm>
              <a:off x="388704" y="2139901"/>
              <a:ext cx="3651774" cy="4326116"/>
              <a:chOff x="388704" y="2139901"/>
              <a:chExt cx="3651774" cy="4326116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7B742E0D-EECD-F081-3E46-406C400CF948}"/>
                  </a:ext>
                </a:extLst>
              </p:cNvPr>
              <p:cNvSpPr/>
              <p:nvPr/>
            </p:nvSpPr>
            <p:spPr>
              <a:xfrm>
                <a:off x="388988" y="2139901"/>
                <a:ext cx="3651490" cy="43261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9" name="직선 연결선[R] 45">
                <a:extLst>
                  <a:ext uri="{FF2B5EF4-FFF2-40B4-BE49-F238E27FC236}">
                    <a16:creationId xmlns:a16="http://schemas.microsoft.com/office/drawing/2014/main" id="{F6DABC36-1DA2-2F48-61D7-F817CAA4AC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04116AD-81F9-F438-FD7B-3633FEAD3DD6}"/>
              </a:ext>
            </a:extLst>
          </p:cNvPr>
          <p:cNvGrpSpPr/>
          <p:nvPr/>
        </p:nvGrpSpPr>
        <p:grpSpPr>
          <a:xfrm>
            <a:off x="4268985" y="1804802"/>
            <a:ext cx="3651774" cy="4661215"/>
            <a:chOff x="4268985" y="1804802"/>
            <a:chExt cx="3651774" cy="4661215"/>
          </a:xfrm>
        </p:grpSpPr>
        <p:sp>
          <p:nvSpPr>
            <p:cNvPr id="6" name="양쪽 모서리가 둥근 사각형 44">
              <a:extLst>
                <a:ext uri="{FF2B5EF4-FFF2-40B4-BE49-F238E27FC236}">
                  <a16:creationId xmlns:a16="http://schemas.microsoft.com/office/drawing/2014/main" id="{7367AE39-4759-C615-3B54-B9F4B14FDFCC}"/>
                </a:ext>
              </a:extLst>
            </p:cNvPr>
            <p:cNvSpPr/>
            <p:nvPr/>
          </p:nvSpPr>
          <p:spPr>
            <a:xfrm>
              <a:off x="4269269" y="1804802"/>
              <a:ext cx="266987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두번째 박스 내용 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–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추가 설명자리</a:t>
              </a: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BF53FAEC-B998-3DDB-6A9C-5670E4C24E5D}"/>
                </a:ext>
              </a:extLst>
            </p:cNvPr>
            <p:cNvGrpSpPr/>
            <p:nvPr/>
          </p:nvGrpSpPr>
          <p:grpSpPr>
            <a:xfrm>
              <a:off x="4268985" y="2139901"/>
              <a:ext cx="3651774" cy="4326116"/>
              <a:chOff x="4268985" y="2139901"/>
              <a:chExt cx="3651774" cy="4326116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F7F0801F-0012-D862-412B-B0A7631421BE}"/>
                  </a:ext>
                </a:extLst>
              </p:cNvPr>
              <p:cNvSpPr/>
              <p:nvPr/>
            </p:nvSpPr>
            <p:spPr>
              <a:xfrm>
                <a:off x="4269269" y="2139901"/>
                <a:ext cx="3651490" cy="43261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5" name="직선 연결선[R] 49">
                <a:extLst>
                  <a:ext uri="{FF2B5EF4-FFF2-40B4-BE49-F238E27FC236}">
                    <a16:creationId xmlns:a16="http://schemas.microsoft.com/office/drawing/2014/main" id="{B68BF27F-DC57-DC59-784D-7CC0E741C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8985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919D082-9926-2E61-37BF-3D17190E137D}"/>
              </a:ext>
            </a:extLst>
          </p:cNvPr>
          <p:cNvGrpSpPr/>
          <p:nvPr/>
        </p:nvGrpSpPr>
        <p:grpSpPr>
          <a:xfrm>
            <a:off x="8150394" y="1804802"/>
            <a:ext cx="3651774" cy="4661215"/>
            <a:chOff x="8150394" y="1804802"/>
            <a:chExt cx="3651774" cy="4661215"/>
          </a:xfrm>
        </p:grpSpPr>
        <p:sp>
          <p:nvSpPr>
            <p:cNvPr id="12" name="양쪽 모서리가 둥근 사각형 44">
              <a:extLst>
                <a:ext uri="{FF2B5EF4-FFF2-40B4-BE49-F238E27FC236}">
                  <a16:creationId xmlns:a16="http://schemas.microsoft.com/office/drawing/2014/main" id="{EBE21FEF-8113-4008-46BE-DEBF1E407C93}"/>
                </a:ext>
              </a:extLst>
            </p:cNvPr>
            <p:cNvSpPr/>
            <p:nvPr/>
          </p:nvSpPr>
          <p:spPr>
            <a:xfrm>
              <a:off x="8150678" y="1804802"/>
              <a:ext cx="266987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세번째 박스 내용 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–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추가 설명자리</a:t>
              </a: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9E9B3F5C-46F9-CDEC-E72A-6B04E1C340D2}"/>
                </a:ext>
              </a:extLst>
            </p:cNvPr>
            <p:cNvGrpSpPr/>
            <p:nvPr/>
          </p:nvGrpSpPr>
          <p:grpSpPr>
            <a:xfrm>
              <a:off x="8150394" y="2139901"/>
              <a:ext cx="3651774" cy="4326116"/>
              <a:chOff x="8150394" y="2139901"/>
              <a:chExt cx="3651774" cy="4326116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E5E7D1D9-BBF7-01F4-2F73-12843A99218D}"/>
                  </a:ext>
                </a:extLst>
              </p:cNvPr>
              <p:cNvSpPr/>
              <p:nvPr/>
            </p:nvSpPr>
            <p:spPr>
              <a:xfrm>
                <a:off x="8150678" y="2139901"/>
                <a:ext cx="3651490" cy="43261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21" name="직선 연결선[R] 53">
                <a:extLst>
                  <a:ext uri="{FF2B5EF4-FFF2-40B4-BE49-F238E27FC236}">
                    <a16:creationId xmlns:a16="http://schemas.microsoft.com/office/drawing/2014/main" id="{D4847518-256D-9AA0-8E78-F75EA41087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0394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63EA6ADC-281A-E636-38D2-6C29940D8779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헤드카피 내용 문구가 들어가는 자리입니다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중요한 내용 문구는 강조색으로 사용하세요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A40A753F-30F9-6670-D7BA-517FC83E4FC2}"/>
              </a:ext>
            </a:extLst>
          </p:cNvPr>
          <p:cNvGrpSpPr/>
          <p:nvPr/>
        </p:nvGrpSpPr>
        <p:grpSpPr>
          <a:xfrm>
            <a:off x="802403" y="1304151"/>
            <a:ext cx="4596908" cy="338554"/>
            <a:chOff x="802403" y="1544762"/>
            <a:chExt cx="4596908" cy="33855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85CE3FF-B27B-043A-6925-D912F73531FF}"/>
                </a:ext>
              </a:extLst>
            </p:cNvPr>
            <p:cNvSpPr txBox="1"/>
            <p:nvPr/>
          </p:nvSpPr>
          <p:spPr>
            <a:xfrm>
              <a:off x="982396" y="1544762"/>
              <a:ext cx="4416915" cy="338554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추가적인 설명에 대한 내용 문구가 들어가는 자리입니다</a:t>
              </a:r>
            </a:p>
          </p:txBody>
        </p: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A63039ED-E29B-31BA-FEFE-9BAC852030BE}"/>
                </a:ext>
              </a:extLst>
            </p:cNvPr>
            <p:cNvGrpSpPr/>
            <p:nvPr/>
          </p:nvGrpSpPr>
          <p:grpSpPr>
            <a:xfrm rot="16200000">
              <a:off x="802403" y="1617182"/>
              <a:ext cx="184108" cy="184108"/>
              <a:chOff x="3571592" y="2993994"/>
              <a:chExt cx="229782" cy="229782"/>
            </a:xfrm>
          </p:grpSpPr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BB35065F-656C-C773-B68E-B12A1817E6D6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64" name="그래픽 63">
                <a:extLst>
                  <a:ext uri="{FF2B5EF4-FFF2-40B4-BE49-F238E27FC236}">
                    <a16:creationId xmlns:a16="http://schemas.microsoft.com/office/drawing/2014/main" id="{A013DBAF-06FA-92DC-5C70-22B74F1656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FEFB00AC-BA99-9519-3B2C-9AA2FD7E1F33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CD69AC4E-1E44-E773-5C48-85CEC2081B3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67" name="그래픽 66">
              <a:extLst>
                <a:ext uri="{FF2B5EF4-FFF2-40B4-BE49-F238E27FC236}">
                  <a16:creationId xmlns:a16="http://schemas.microsoft.com/office/drawing/2014/main" id="{EC588B96-BE31-9E63-4F06-AA4D6475C7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cxnSp>
        <p:nvCxnSpPr>
          <p:cNvPr id="11" name="직선 연결선[R] 56">
            <a:extLst>
              <a:ext uri="{FF2B5EF4-FFF2-40B4-BE49-F238E27FC236}">
                <a16:creationId xmlns:a16="http://schemas.microsoft.com/office/drawing/2014/main" id="{3229037C-DD3F-0B22-0736-FAD8437AC2E8}"/>
              </a:ext>
            </a:extLst>
          </p:cNvPr>
          <p:cNvCxnSpPr>
            <a:cxnSpLocks/>
          </p:cNvCxnSpPr>
          <p:nvPr/>
        </p:nvCxnSpPr>
        <p:spPr>
          <a:xfrm>
            <a:off x="504733" y="5532118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[R] 58">
            <a:extLst>
              <a:ext uri="{FF2B5EF4-FFF2-40B4-BE49-F238E27FC236}">
                <a16:creationId xmlns:a16="http://schemas.microsoft.com/office/drawing/2014/main" id="{BE2DF1DF-B0E0-0047-051E-749884FC26CC}"/>
              </a:ext>
            </a:extLst>
          </p:cNvPr>
          <p:cNvCxnSpPr>
            <a:cxnSpLocks/>
          </p:cNvCxnSpPr>
          <p:nvPr/>
        </p:nvCxnSpPr>
        <p:spPr>
          <a:xfrm>
            <a:off x="4385014" y="5532118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[R] 60">
            <a:extLst>
              <a:ext uri="{FF2B5EF4-FFF2-40B4-BE49-F238E27FC236}">
                <a16:creationId xmlns:a16="http://schemas.microsoft.com/office/drawing/2014/main" id="{3F08E454-F4B1-02A5-9035-E1E00A3726E0}"/>
              </a:ext>
            </a:extLst>
          </p:cNvPr>
          <p:cNvCxnSpPr>
            <a:cxnSpLocks/>
          </p:cNvCxnSpPr>
          <p:nvPr/>
        </p:nvCxnSpPr>
        <p:spPr>
          <a:xfrm>
            <a:off x="8266423" y="5532118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EAEDAA4-EA9E-BF2E-2DE5-A2EFB224C14C}"/>
              </a:ext>
            </a:extLst>
          </p:cNvPr>
          <p:cNvSpPr txBox="1"/>
          <p:nvPr/>
        </p:nvSpPr>
        <p:spPr>
          <a:xfrm>
            <a:off x="564231" y="5684389"/>
            <a:ext cx="3420000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9805B9-C32D-9F62-6887-B1EF42B2E5D4}"/>
              </a:ext>
            </a:extLst>
          </p:cNvPr>
          <p:cNvSpPr txBox="1"/>
          <p:nvPr/>
        </p:nvSpPr>
        <p:spPr>
          <a:xfrm>
            <a:off x="4426368" y="5684389"/>
            <a:ext cx="3420000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46DED2-30EA-E56A-8703-280AA0A29A48}"/>
              </a:ext>
            </a:extLst>
          </p:cNvPr>
          <p:cNvSpPr txBox="1"/>
          <p:nvPr/>
        </p:nvSpPr>
        <p:spPr>
          <a:xfrm>
            <a:off x="8312569" y="5684389"/>
            <a:ext cx="3420000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9E0D648-792B-7DD9-9C31-43FC90391A8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258"/>
          <a:stretch/>
        </p:blipFill>
        <p:spPr>
          <a:xfrm>
            <a:off x="478927" y="2281072"/>
            <a:ext cx="3420000" cy="320035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D6CE858-6FEF-548D-5B2A-AADFBE5A8C4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258"/>
          <a:stretch/>
        </p:blipFill>
        <p:spPr>
          <a:xfrm>
            <a:off x="4343139" y="2255627"/>
            <a:ext cx="3420000" cy="320035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6497C01-9794-3CF3-3332-D5AC38D39C6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258"/>
          <a:stretch/>
        </p:blipFill>
        <p:spPr>
          <a:xfrm>
            <a:off x="8260661" y="2235832"/>
            <a:ext cx="3420000" cy="320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675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그룹 40">
            <a:extLst>
              <a:ext uri="{FF2B5EF4-FFF2-40B4-BE49-F238E27FC236}">
                <a16:creationId xmlns:a16="http://schemas.microsoft.com/office/drawing/2014/main" id="{5A0ECFE6-8506-1194-A370-83CC77C6F9BC}"/>
              </a:ext>
            </a:extLst>
          </p:cNvPr>
          <p:cNvGrpSpPr/>
          <p:nvPr/>
        </p:nvGrpSpPr>
        <p:grpSpPr>
          <a:xfrm>
            <a:off x="388704" y="4368453"/>
            <a:ext cx="11421790" cy="2105479"/>
            <a:chOff x="388704" y="1342055"/>
            <a:chExt cx="11421790" cy="1532515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8EBAD243-44F3-7B62-3F48-4A2D864484DA}"/>
                </a:ext>
              </a:extLst>
            </p:cNvPr>
            <p:cNvSpPr/>
            <p:nvPr/>
          </p:nvSpPr>
          <p:spPr>
            <a:xfrm>
              <a:off x="389474" y="1346130"/>
              <a:ext cx="11421020" cy="152460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43" name="직선 연결선[R] 27">
              <a:extLst>
                <a:ext uri="{FF2B5EF4-FFF2-40B4-BE49-F238E27FC236}">
                  <a16:creationId xmlns:a16="http://schemas.microsoft.com/office/drawing/2014/main" id="{96D793E0-A9F3-9143-0115-746E2D3BBCB5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342055"/>
              <a:ext cx="0" cy="1532515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제목 5">
            <a:extLst>
              <a:ext uri="{FF2B5EF4-FFF2-40B4-BE49-F238E27FC236}">
                <a16:creationId xmlns:a16="http://schemas.microsoft.com/office/drawing/2014/main" id="{9BE42F78-1DFB-8F73-3EE2-CF5112568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2783B9-743B-448B-9FAE-4FCA99242476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헤드카피 내용 문구가 들어가는 자리입니다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 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1C6F4E-2F54-E0D3-5DC7-57C25EEC11F4}"/>
              </a:ext>
            </a:extLst>
          </p:cNvPr>
          <p:cNvSpPr txBox="1"/>
          <p:nvPr/>
        </p:nvSpPr>
        <p:spPr>
          <a:xfrm>
            <a:off x="851947" y="3879525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헤드카피 내용 문구가 들어가는 자리입니다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 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00004921-1D9E-9972-0DAF-4B4E7D1A6C6D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7BB6BEE6-377F-6780-DA73-2A82B61F1E42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4" name="그래픽 13">
              <a:extLst>
                <a:ext uri="{FF2B5EF4-FFF2-40B4-BE49-F238E27FC236}">
                  <a16:creationId xmlns:a16="http://schemas.microsoft.com/office/drawing/2014/main" id="{E2529BED-BA40-E4F9-6EE1-ACCBBF6C37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A26BF07-8225-E1FC-DD2F-1F46C58FECDD}"/>
              </a:ext>
            </a:extLst>
          </p:cNvPr>
          <p:cNvGrpSpPr/>
          <p:nvPr/>
        </p:nvGrpSpPr>
        <p:grpSpPr>
          <a:xfrm>
            <a:off x="284489" y="3805784"/>
            <a:ext cx="426088" cy="426088"/>
            <a:chOff x="284489" y="903299"/>
            <a:chExt cx="426088" cy="426088"/>
          </a:xfrm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9B8831C8-76CA-A1DF-DEBB-6AE8DBF97505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7" name="그래픽 16">
              <a:extLst>
                <a:ext uri="{FF2B5EF4-FFF2-40B4-BE49-F238E27FC236}">
                  <a16:creationId xmlns:a16="http://schemas.microsoft.com/office/drawing/2014/main" id="{C3D95D5C-6FC8-9EC7-B575-1A9C0517F2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9E084B5-A068-F037-955D-373D2B625EA6}"/>
              </a:ext>
            </a:extLst>
          </p:cNvPr>
          <p:cNvGrpSpPr/>
          <p:nvPr/>
        </p:nvGrpSpPr>
        <p:grpSpPr>
          <a:xfrm>
            <a:off x="388704" y="1428553"/>
            <a:ext cx="11421790" cy="2105479"/>
            <a:chOff x="388704" y="1342055"/>
            <a:chExt cx="11421790" cy="1532515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EB9E681-A257-F8DE-C221-5A82EB470C6A}"/>
                </a:ext>
              </a:extLst>
            </p:cNvPr>
            <p:cNvSpPr/>
            <p:nvPr/>
          </p:nvSpPr>
          <p:spPr>
            <a:xfrm>
              <a:off x="389474" y="1346130"/>
              <a:ext cx="11421020" cy="152460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9" name="직선 연결선[R] 27">
              <a:extLst>
                <a:ext uri="{FF2B5EF4-FFF2-40B4-BE49-F238E27FC236}">
                  <a16:creationId xmlns:a16="http://schemas.microsoft.com/office/drawing/2014/main" id="{F1E6E092-3852-9157-188C-9BAFA4ED0AAC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342055"/>
              <a:ext cx="0" cy="1532515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7B091881-6ECA-B2B7-4EAD-1D9760C21D1B}"/>
              </a:ext>
            </a:extLst>
          </p:cNvPr>
          <p:cNvGrpSpPr/>
          <p:nvPr/>
        </p:nvGrpSpPr>
        <p:grpSpPr>
          <a:xfrm>
            <a:off x="574038" y="1593788"/>
            <a:ext cx="9817994" cy="517514"/>
            <a:chOff x="574038" y="1593788"/>
            <a:chExt cx="9817994" cy="51751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3E25712-6988-0229-43D3-50F9B9B02DA9}"/>
                </a:ext>
              </a:extLst>
            </p:cNvPr>
            <p:cNvSpPr txBox="1"/>
            <p:nvPr/>
          </p:nvSpPr>
          <p:spPr>
            <a:xfrm>
              <a:off x="855932" y="1593788"/>
              <a:ext cx="9536100" cy="5175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</a:p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en-US" altLang="ko-KR" sz="13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※ </a:t>
              </a:r>
              <a:r>
                <a:rPr kumimoji="1" lang="ko-KR" altLang="en-US" sz="13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 작은 글씨로 박스의 내용에 대해서 설명을 적어주세요</a:t>
              </a:r>
            </a:p>
          </p:txBody>
        </p:sp>
        <p:pic>
          <p:nvPicPr>
            <p:cNvPr id="13" name="그래픽 12">
              <a:extLst>
                <a:ext uri="{FF2B5EF4-FFF2-40B4-BE49-F238E27FC236}">
                  <a16:creationId xmlns:a16="http://schemas.microsoft.com/office/drawing/2014/main" id="{52D3CA3D-94CB-14E6-8CC3-15D56A4865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35868"/>
              <a:ext cx="174314" cy="174314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212AA1F-EB88-058C-8F9B-10AC0594C017}"/>
              </a:ext>
            </a:extLst>
          </p:cNvPr>
          <p:cNvGrpSpPr/>
          <p:nvPr/>
        </p:nvGrpSpPr>
        <p:grpSpPr>
          <a:xfrm>
            <a:off x="574038" y="4547059"/>
            <a:ext cx="9817994" cy="237437"/>
            <a:chOff x="574038" y="4547059"/>
            <a:chExt cx="9817994" cy="23743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2D4806E-77AD-9ABD-5308-A323B3AE9A9A}"/>
                </a:ext>
              </a:extLst>
            </p:cNvPr>
            <p:cNvSpPr txBox="1"/>
            <p:nvPr/>
          </p:nvSpPr>
          <p:spPr>
            <a:xfrm>
              <a:off x="855932" y="4547059"/>
              <a:ext cx="9536100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텍스트 내용이 들어가는 자리입니다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</a:p>
          </p:txBody>
        </p:sp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1CD4BE44-FFB4-41F2-7370-A20E8DAD7F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4589139"/>
              <a:ext cx="174314" cy="174314"/>
            </a:xfrm>
            <a:prstGeom prst="rect">
              <a:avLst/>
            </a:prstGeom>
          </p:spPr>
        </p:pic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5167419-CCBE-7EFC-AB45-9C000E6012AE}"/>
              </a:ext>
            </a:extLst>
          </p:cNvPr>
          <p:cNvGrpSpPr/>
          <p:nvPr/>
        </p:nvGrpSpPr>
        <p:grpSpPr>
          <a:xfrm>
            <a:off x="574038" y="5980447"/>
            <a:ext cx="9817994" cy="237437"/>
            <a:chOff x="574038" y="5980447"/>
            <a:chExt cx="9817994" cy="23743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37342F6-627A-4266-81BF-88B894AFF7BA}"/>
                </a:ext>
              </a:extLst>
            </p:cNvPr>
            <p:cNvSpPr txBox="1"/>
            <p:nvPr/>
          </p:nvSpPr>
          <p:spPr>
            <a:xfrm>
              <a:off x="855932" y="5980447"/>
              <a:ext cx="9536100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</a:p>
          </p:txBody>
        </p:sp>
        <p:pic>
          <p:nvPicPr>
            <p:cNvPr id="32" name="그래픽 31">
              <a:extLst>
                <a:ext uri="{FF2B5EF4-FFF2-40B4-BE49-F238E27FC236}">
                  <a16:creationId xmlns:a16="http://schemas.microsoft.com/office/drawing/2014/main" id="{6D955BE9-3910-BCE4-841F-E566BFC6B19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6022527"/>
              <a:ext cx="174314" cy="174314"/>
            </a:xfrm>
            <a:prstGeom prst="rect">
              <a:avLst/>
            </a:prstGeom>
          </p:spPr>
        </p:pic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EFBBBD0B-3680-9DD0-CB9E-EC2A74EECF22}"/>
              </a:ext>
            </a:extLst>
          </p:cNvPr>
          <p:cNvGrpSpPr/>
          <p:nvPr/>
        </p:nvGrpSpPr>
        <p:grpSpPr>
          <a:xfrm>
            <a:off x="574038" y="4979541"/>
            <a:ext cx="9817994" cy="796052"/>
            <a:chOff x="574038" y="4979541"/>
            <a:chExt cx="9817994" cy="79605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760D910-0CAA-F1E3-F88A-FEFFBE0751D7}"/>
                </a:ext>
              </a:extLst>
            </p:cNvPr>
            <p:cNvSpPr txBox="1"/>
            <p:nvPr/>
          </p:nvSpPr>
          <p:spPr>
            <a:xfrm>
              <a:off x="855932" y="4979541"/>
              <a:ext cx="9536100" cy="7960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텍스트 내용이 들어가는 자리입니다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</a:p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en-US" altLang="ko-KR" sz="13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- </a:t>
              </a:r>
              <a:r>
                <a:rPr kumimoji="1" lang="ko-KR" altLang="en-US" sz="13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 작은 글씨로 박스의 내용에 대해서 설명을 적어주세요</a:t>
              </a:r>
            </a:p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en-US" altLang="ko-KR" sz="13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※ </a:t>
              </a:r>
              <a:r>
                <a:rPr kumimoji="1" lang="ko-KR" altLang="en-US" sz="13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 작은 글씨로 박스의 내용에 대해서 설명을 적어주세요</a:t>
              </a:r>
            </a:p>
          </p:txBody>
        </p:sp>
        <p:pic>
          <p:nvPicPr>
            <p:cNvPr id="34" name="그래픽 33">
              <a:extLst>
                <a:ext uri="{FF2B5EF4-FFF2-40B4-BE49-F238E27FC236}">
                  <a16:creationId xmlns:a16="http://schemas.microsoft.com/office/drawing/2014/main" id="{1A8BE56B-6D34-A2E3-A629-EEF1832425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5021621"/>
              <a:ext cx="174314" cy="174314"/>
            </a:xfrm>
            <a:prstGeom prst="rect">
              <a:avLst/>
            </a:prstGeom>
          </p:spPr>
        </p:pic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CF65F29-491F-755F-4B2D-835DD16E8508}"/>
              </a:ext>
            </a:extLst>
          </p:cNvPr>
          <p:cNvSpPr/>
          <p:nvPr/>
        </p:nvSpPr>
        <p:spPr>
          <a:xfrm>
            <a:off x="748354" y="2351314"/>
            <a:ext cx="6742859" cy="934084"/>
          </a:xfrm>
          <a:prstGeom prst="rect">
            <a:avLst/>
          </a:prstGeom>
          <a:solidFill>
            <a:srgbClr val="E2F6F6">
              <a:alpha val="70000"/>
            </a:srgbClr>
          </a:solidFill>
          <a:ln w="12700" cap="flat" cmpd="sng" algn="ctr">
            <a:solidFill>
              <a:srgbClr val="00ACB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sz="1500" kern="0">
              <a:ln>
                <a:solidFill>
                  <a:srgbClr val="39BCBD">
                    <a:alpha val="0"/>
                  </a:srgbClr>
                </a:solidFill>
              </a:ln>
              <a:solidFill>
                <a:srgbClr val="182D6E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Variable SemiBold" pitchFamily="2" charset="-127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C42A8DA1-C1B5-673F-3ECF-3574F25C2C69}"/>
              </a:ext>
            </a:extLst>
          </p:cNvPr>
          <p:cNvGrpSpPr/>
          <p:nvPr/>
        </p:nvGrpSpPr>
        <p:grpSpPr>
          <a:xfrm>
            <a:off x="912361" y="2513185"/>
            <a:ext cx="6606845" cy="240065"/>
            <a:chOff x="912361" y="2553377"/>
            <a:chExt cx="6606845" cy="24006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FF1CC07-7596-9790-C8F9-68D9FD8E098B}"/>
                </a:ext>
              </a:extLst>
            </p:cNvPr>
            <p:cNvSpPr txBox="1"/>
            <p:nvPr/>
          </p:nvSpPr>
          <p:spPr>
            <a:xfrm>
              <a:off x="1164852" y="2553377"/>
              <a:ext cx="6354354" cy="2400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강조하고 싶은 결론이나 설명문구를 자세하게 적어주세요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FC1AEAFF-3AFE-5B53-1B11-17DBF3AEFC2E}"/>
                </a:ext>
              </a:extLst>
            </p:cNvPr>
            <p:cNvGrpSpPr/>
            <p:nvPr/>
          </p:nvGrpSpPr>
          <p:grpSpPr>
            <a:xfrm rot="16200000">
              <a:off x="912361" y="2591366"/>
              <a:ext cx="168849" cy="168849"/>
              <a:chOff x="3571592" y="2993994"/>
              <a:chExt cx="229782" cy="229782"/>
            </a:xfrm>
          </p:grpSpPr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6595A518-EFAE-15A2-8021-6D77C7D11279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21" name="그래픽 20">
                <a:extLst>
                  <a:ext uri="{FF2B5EF4-FFF2-40B4-BE49-F238E27FC236}">
                    <a16:creationId xmlns:a16="http://schemas.microsoft.com/office/drawing/2014/main" id="{BB028857-4262-8342-75F3-9F2F7458A5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9415A146-AA42-CE1D-08F1-37419E83113C}"/>
              </a:ext>
            </a:extLst>
          </p:cNvPr>
          <p:cNvGrpSpPr/>
          <p:nvPr/>
        </p:nvGrpSpPr>
        <p:grpSpPr>
          <a:xfrm>
            <a:off x="912361" y="2844780"/>
            <a:ext cx="6614021" cy="240065"/>
            <a:chOff x="912361" y="2553377"/>
            <a:chExt cx="6614021" cy="24006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76F236A-AC18-9784-DC00-CD4C5536011C}"/>
                </a:ext>
              </a:extLst>
            </p:cNvPr>
            <p:cNvSpPr txBox="1"/>
            <p:nvPr/>
          </p:nvSpPr>
          <p:spPr>
            <a:xfrm>
              <a:off x="1164851" y="2553377"/>
              <a:ext cx="6361531" cy="2400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강조하고 싶은 결론이나 설명문구를 자세하게 적어주세요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EEC0DD71-8A79-05B0-E8D5-8B9EFC3D72F7}"/>
                </a:ext>
              </a:extLst>
            </p:cNvPr>
            <p:cNvGrpSpPr/>
            <p:nvPr/>
          </p:nvGrpSpPr>
          <p:grpSpPr>
            <a:xfrm rot="16200000">
              <a:off x="912361" y="2591366"/>
              <a:ext cx="168849" cy="168849"/>
              <a:chOff x="3571592" y="2993994"/>
              <a:chExt cx="229782" cy="229782"/>
            </a:xfrm>
          </p:grpSpPr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82A2DC86-9AD2-95E5-67CF-07D7AD9A94A8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40" name="그래픽 39">
                <a:extLst>
                  <a:ext uri="{FF2B5EF4-FFF2-40B4-BE49-F238E27FC236}">
                    <a16:creationId xmlns:a16="http://schemas.microsoft.com/office/drawing/2014/main" id="{DF40C5FB-4340-C69B-6B66-40CB0340B8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71BF92C8-38AE-D233-FF6B-F98B678341A1}"/>
              </a:ext>
            </a:extLst>
          </p:cNvPr>
          <p:cNvGrpSpPr/>
          <p:nvPr/>
        </p:nvGrpSpPr>
        <p:grpSpPr>
          <a:xfrm>
            <a:off x="7540911" y="2622518"/>
            <a:ext cx="565470" cy="370806"/>
            <a:chOff x="3274939" y="3805007"/>
            <a:chExt cx="395289" cy="259211"/>
          </a:xfrm>
        </p:grpSpPr>
        <p:sp>
          <p:nvSpPr>
            <p:cNvPr id="46" name="1/2 액자 45">
              <a:extLst>
                <a:ext uri="{FF2B5EF4-FFF2-40B4-BE49-F238E27FC236}">
                  <a16:creationId xmlns:a16="http://schemas.microsoft.com/office/drawing/2014/main" id="{F18A18F8-29BA-B484-C5EF-ECF98B30C7D6}"/>
                </a:ext>
              </a:extLst>
            </p:cNvPr>
            <p:cNvSpPr/>
            <p:nvPr/>
          </p:nvSpPr>
          <p:spPr>
            <a:xfrm rot="8100000">
              <a:off x="3411017" y="3805007"/>
              <a:ext cx="259211" cy="259211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47" name="1/2 액자 46">
              <a:extLst>
                <a:ext uri="{FF2B5EF4-FFF2-40B4-BE49-F238E27FC236}">
                  <a16:creationId xmlns:a16="http://schemas.microsoft.com/office/drawing/2014/main" id="{F8E07815-8FAC-48EF-ED82-BECCA4FE0348}"/>
                </a:ext>
              </a:extLst>
            </p:cNvPr>
            <p:cNvSpPr/>
            <p:nvPr/>
          </p:nvSpPr>
          <p:spPr>
            <a:xfrm rot="8100000">
              <a:off x="3274939" y="3805007"/>
              <a:ext cx="259211" cy="259211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8D7F11C-5BCD-3732-30CC-AFA309D9C888}"/>
              </a:ext>
            </a:extLst>
          </p:cNvPr>
          <p:cNvSpPr/>
          <p:nvPr/>
        </p:nvSpPr>
        <p:spPr>
          <a:xfrm>
            <a:off x="8421637" y="2362867"/>
            <a:ext cx="3127509" cy="910978"/>
          </a:xfrm>
          <a:prstGeom prst="rect">
            <a:avLst/>
          </a:prstGeom>
          <a:solidFill>
            <a:srgbClr val="E2F6F6">
              <a:alpha val="70000"/>
            </a:srgbClr>
          </a:solidFill>
          <a:ln w="98425" cap="flat" cmpd="sng" algn="ctr">
            <a:gradFill>
              <a:gsLst>
                <a:gs pos="0">
                  <a:srgbClr val="39BCBD"/>
                </a:gs>
                <a:gs pos="81000">
                  <a:srgbClr val="31A5E2"/>
                </a:gs>
              </a:gsLst>
              <a:lin ang="4200000" scaled="0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1" lang="ko-KR" altLang="en-US" sz="1600" b="1" i="0" u="none" strike="noStrike" kern="0" cap="none" spc="0" normalizeH="0" baseline="0" noProof="0" dirty="0">
                <a:ln>
                  <a:solidFill>
                    <a:srgbClr val="0155B5">
                      <a:alpha val="0"/>
                    </a:srgb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최종 결론 문구 작성</a:t>
            </a:r>
            <a:endParaRPr kumimoji="1" lang="en-US" altLang="ko-KR" sz="1600" b="1" i="0" u="none" strike="noStrike" kern="0" cap="none" spc="0" normalizeH="0" baseline="0" noProof="0" dirty="0">
              <a:ln>
                <a:solidFill>
                  <a:srgbClr val="0155B5">
                    <a:alpha val="0"/>
                  </a:srgbClr>
                </a:solidFill>
              </a:ln>
              <a:solidFill>
                <a:srgbClr val="002060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4820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E3952456-501A-003B-E706-F5F38872838F}"/>
              </a:ext>
            </a:extLst>
          </p:cNvPr>
          <p:cNvGrpSpPr/>
          <p:nvPr/>
        </p:nvGrpSpPr>
        <p:grpSpPr>
          <a:xfrm>
            <a:off x="388706" y="4831460"/>
            <a:ext cx="11413461" cy="1648800"/>
            <a:chOff x="388706" y="4831460"/>
            <a:chExt cx="10368938" cy="1648800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3B63FC02-2614-AD3F-9B16-ACB3EADC947C}"/>
                </a:ext>
              </a:extLst>
            </p:cNvPr>
            <p:cNvGrpSpPr/>
            <p:nvPr/>
          </p:nvGrpSpPr>
          <p:grpSpPr>
            <a:xfrm>
              <a:off x="388706" y="4965005"/>
              <a:ext cx="757051" cy="1381099"/>
              <a:chOff x="388706" y="5092832"/>
              <a:chExt cx="817924" cy="1381099"/>
            </a:xfrm>
          </p:grpSpPr>
          <p:sp>
            <p:nvSpPr>
              <p:cNvPr id="25" name="양쪽 모서리가 둥근 사각형 52">
                <a:extLst>
                  <a:ext uri="{FF2B5EF4-FFF2-40B4-BE49-F238E27FC236}">
                    <a16:creationId xmlns:a16="http://schemas.microsoft.com/office/drawing/2014/main" id="{DC636C52-DD15-93D8-B494-DA7C0FDA73F1}"/>
                  </a:ext>
                </a:extLst>
              </p:cNvPr>
              <p:cNvSpPr/>
              <p:nvPr/>
            </p:nvSpPr>
            <p:spPr>
              <a:xfrm rot="16200000">
                <a:off x="105628" y="5375910"/>
                <a:ext cx="1381099" cy="814944"/>
              </a:xfrm>
              <a:prstGeom prst="round2SameRect">
                <a:avLst>
                  <a:gd name="adj1" fmla="val 15885"/>
                  <a:gd name="adj2" fmla="val 0"/>
                </a:avLst>
              </a:prstGeom>
              <a:gradFill flip="none" rotWithShape="1">
                <a:gsLst>
                  <a:gs pos="0">
                    <a:srgbClr val="8AD7E5"/>
                  </a:gs>
                  <a:gs pos="32000">
                    <a:srgbClr val="37B7D6"/>
                  </a:gs>
                  <a:gs pos="100000">
                    <a:srgbClr val="066DB6"/>
                  </a:gs>
                  <a:gs pos="77000">
                    <a:srgbClr val="0F8DDB"/>
                  </a:gs>
                </a:gsLst>
                <a:lin ang="4800000" scaled="0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>
                <a:outerShdw blurRad="25400" dist="25400" dir="5400000" algn="tl" rotWithShape="0">
                  <a:prstClr val="black">
                    <a:alpha val="15000"/>
                  </a:prstClr>
                </a:outerShdw>
              </a:effectLst>
            </p:spPr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6B7CBD3-FD37-B1A2-3BDB-BFF0517D4E0E}"/>
                  </a:ext>
                </a:extLst>
              </p:cNvPr>
              <p:cNvSpPr txBox="1"/>
              <p:nvPr/>
            </p:nvSpPr>
            <p:spPr>
              <a:xfrm>
                <a:off x="445502" y="5506383"/>
                <a:ext cx="76112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ko-KR"/>
                </a:defPPr>
                <a:lvl1pPr algn="ctr">
                  <a:defRPr kumimoji="1" b="1">
                    <a:solidFill>
                      <a:schemeClr val="bg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lvl1pPr>
              </a:lstStyle>
              <a:p>
                <a:pPr lvl="0">
                  <a:defRPr/>
                </a:pPr>
                <a:r>
                  <a:rPr lang="ko-KR" altLang="en-US" dirty="0">
                    <a:solidFill>
                      <a:prstClr val="white"/>
                    </a:solidFill>
                  </a:rPr>
                  <a:t>세번째</a:t>
                </a:r>
                <a:endParaRPr lang="en-US" altLang="ko-KR" dirty="0">
                  <a:solidFill>
                    <a:prstClr val="white"/>
                  </a:solidFill>
                </a:endParaRPr>
              </a:p>
              <a:p>
                <a:pPr lvl="0">
                  <a:defRPr/>
                </a:pPr>
                <a:r>
                  <a:rPr lang="ko-KR" altLang="en-US" dirty="0">
                    <a:solidFill>
                      <a:prstClr val="white"/>
                    </a:solidFill>
                  </a:rPr>
                  <a:t>박스</a:t>
                </a:r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20C139CB-5D1B-EAF9-B874-E679A8BBF9CB}"/>
                </a:ext>
              </a:extLst>
            </p:cNvPr>
            <p:cNvGrpSpPr/>
            <p:nvPr/>
          </p:nvGrpSpPr>
          <p:grpSpPr>
            <a:xfrm>
              <a:off x="1131229" y="4831460"/>
              <a:ext cx="9626415" cy="1648800"/>
              <a:chOff x="1131229" y="4831460"/>
              <a:chExt cx="9626415" cy="1648800"/>
            </a:xfrm>
          </p:grpSpPr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EB1DB10B-3522-FE3B-6FAE-6FFE9D270750}"/>
                  </a:ext>
                </a:extLst>
              </p:cNvPr>
              <p:cNvSpPr/>
              <p:nvPr/>
            </p:nvSpPr>
            <p:spPr>
              <a:xfrm>
                <a:off x="1141911" y="4837176"/>
                <a:ext cx="9615733" cy="1636756"/>
              </a:xfrm>
              <a:prstGeom prst="roundRect">
                <a:avLst>
                  <a:gd name="adj" fmla="val 3680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A31B1347-29E5-28FE-B16E-1B5944C2B5EC}"/>
                  </a:ext>
                </a:extLst>
              </p:cNvPr>
              <p:cNvSpPr/>
              <p:nvPr/>
            </p:nvSpPr>
            <p:spPr>
              <a:xfrm rot="10800000">
                <a:off x="1131229" y="4831460"/>
                <a:ext cx="72000" cy="1648800"/>
              </a:xfrm>
              <a:prstGeom prst="rect">
                <a:avLst/>
              </a:prstGeom>
              <a:gradFill flip="none" rotWithShape="1">
                <a:gsLst>
                  <a:gs pos="0">
                    <a:srgbClr val="37B7D6"/>
                  </a:gs>
                  <a:gs pos="100000">
                    <a:srgbClr val="066DB6"/>
                  </a:gs>
                  <a:gs pos="77000">
                    <a:srgbClr val="0F8DDB"/>
                  </a:gs>
                </a:gsLst>
                <a:lin ang="4800000" scaled="0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D0EBA49-F1B4-3119-27EC-AB1246F6C9E8}"/>
              </a:ext>
            </a:extLst>
          </p:cNvPr>
          <p:cNvGrpSpPr/>
          <p:nvPr/>
        </p:nvGrpSpPr>
        <p:grpSpPr>
          <a:xfrm>
            <a:off x="388705" y="1299624"/>
            <a:ext cx="11411206" cy="1440000"/>
            <a:chOff x="388705" y="1299624"/>
            <a:chExt cx="10366889" cy="1440000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196A8C93-EBCF-1FD1-43EF-EE9F7777BC88}"/>
                </a:ext>
              </a:extLst>
            </p:cNvPr>
            <p:cNvGrpSpPr/>
            <p:nvPr/>
          </p:nvGrpSpPr>
          <p:grpSpPr>
            <a:xfrm>
              <a:off x="388705" y="1389624"/>
              <a:ext cx="754292" cy="1260000"/>
              <a:chOff x="388704" y="1333210"/>
              <a:chExt cx="814943" cy="1260000"/>
            </a:xfrm>
          </p:grpSpPr>
          <p:sp>
            <p:nvSpPr>
              <p:cNvPr id="32" name="양쪽 모서리가 둥근 사각형 44">
                <a:extLst>
                  <a:ext uri="{FF2B5EF4-FFF2-40B4-BE49-F238E27FC236}">
                    <a16:creationId xmlns:a16="http://schemas.microsoft.com/office/drawing/2014/main" id="{2838B182-021E-32D2-0998-584274CBC868}"/>
                  </a:ext>
                </a:extLst>
              </p:cNvPr>
              <p:cNvSpPr/>
              <p:nvPr/>
            </p:nvSpPr>
            <p:spPr>
              <a:xfrm rot="16200000">
                <a:off x="166176" y="1555738"/>
                <a:ext cx="1260000" cy="814943"/>
              </a:xfrm>
              <a:prstGeom prst="round2SameRect">
                <a:avLst>
                  <a:gd name="adj1" fmla="val 15885"/>
                  <a:gd name="adj2" fmla="val 0"/>
                </a:avLst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25400" dist="25400" dir="5400000" algn="t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3600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D76B028-1B8A-541B-3E29-56DBCD24C7A6}"/>
                  </a:ext>
                </a:extLst>
              </p:cNvPr>
              <p:cNvSpPr txBox="1"/>
              <p:nvPr/>
            </p:nvSpPr>
            <p:spPr>
              <a:xfrm>
                <a:off x="454646" y="1686210"/>
                <a:ext cx="74284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b="1" dirty="0">
                    <a:solidFill>
                      <a:prstClr val="whit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첫번째</a:t>
                </a:r>
                <a:endParaRPr kumimoji="1" lang="en-US" altLang="ko-KR" b="1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박스</a:t>
                </a:r>
              </a:p>
            </p:txBody>
          </p: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73146C36-A9DA-1E26-56C4-CDEBD3591978}"/>
                </a:ext>
              </a:extLst>
            </p:cNvPr>
            <p:cNvGrpSpPr/>
            <p:nvPr/>
          </p:nvGrpSpPr>
          <p:grpSpPr>
            <a:xfrm>
              <a:off x="1136043" y="1299624"/>
              <a:ext cx="9619551" cy="1440000"/>
              <a:chOff x="1136043" y="1299624"/>
              <a:chExt cx="9619551" cy="1440000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D281202E-5ADE-6BC6-2BB0-D05C72D16B04}"/>
                  </a:ext>
                </a:extLst>
              </p:cNvPr>
              <p:cNvSpPr/>
              <p:nvPr/>
            </p:nvSpPr>
            <p:spPr>
              <a:xfrm>
                <a:off x="1141910" y="1299624"/>
                <a:ext cx="9613684" cy="1440000"/>
              </a:xfrm>
              <a:prstGeom prst="roundRect">
                <a:avLst>
                  <a:gd name="adj" fmla="val 4271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E724237B-A81D-FE0F-38CA-62E4B5E7DFA8}"/>
                  </a:ext>
                </a:extLst>
              </p:cNvPr>
              <p:cNvSpPr/>
              <p:nvPr/>
            </p:nvSpPr>
            <p:spPr>
              <a:xfrm>
                <a:off x="1136043" y="1299624"/>
                <a:ext cx="63920" cy="1440000"/>
              </a:xfrm>
              <a:prstGeom prst="rect">
                <a:avLst/>
              </a:prstGeom>
              <a:solidFill>
                <a:srgbClr val="6B82A1"/>
              </a:solidFill>
              <a:ln>
                <a:solidFill>
                  <a:srgbClr val="6B82A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3600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9E059CA6-7D81-2DCC-7905-4A60E826EA85}"/>
              </a:ext>
            </a:extLst>
          </p:cNvPr>
          <p:cNvGrpSpPr/>
          <p:nvPr/>
        </p:nvGrpSpPr>
        <p:grpSpPr>
          <a:xfrm>
            <a:off x="388705" y="2826033"/>
            <a:ext cx="11411206" cy="1895397"/>
            <a:chOff x="388705" y="2852927"/>
            <a:chExt cx="10366889" cy="1895397"/>
          </a:xfrm>
        </p:grpSpPr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AA0FA7A1-811A-88AF-D42C-5F4C81E3A717}"/>
                </a:ext>
              </a:extLst>
            </p:cNvPr>
            <p:cNvGrpSpPr/>
            <p:nvPr/>
          </p:nvGrpSpPr>
          <p:grpSpPr>
            <a:xfrm>
              <a:off x="388705" y="3170626"/>
              <a:ext cx="754292" cy="1260000"/>
              <a:chOff x="388704" y="3227828"/>
              <a:chExt cx="814943" cy="1260000"/>
            </a:xfrm>
          </p:grpSpPr>
          <p:sp>
            <p:nvSpPr>
              <p:cNvPr id="39" name="양쪽 모서리가 둥근 사각형 48">
                <a:extLst>
                  <a:ext uri="{FF2B5EF4-FFF2-40B4-BE49-F238E27FC236}">
                    <a16:creationId xmlns:a16="http://schemas.microsoft.com/office/drawing/2014/main" id="{830A3443-B8E2-B281-1951-9AE64D31816C}"/>
                  </a:ext>
                </a:extLst>
              </p:cNvPr>
              <p:cNvSpPr/>
              <p:nvPr/>
            </p:nvSpPr>
            <p:spPr>
              <a:xfrm rot="16200000">
                <a:off x="166176" y="3450356"/>
                <a:ext cx="1260000" cy="814943"/>
              </a:xfrm>
              <a:prstGeom prst="round2SameRect">
                <a:avLst>
                  <a:gd name="adj1" fmla="val 14763"/>
                  <a:gd name="adj2" fmla="val 0"/>
                </a:avLst>
              </a:prstGeom>
              <a:solidFill>
                <a:srgbClr val="00549A"/>
              </a:solidFill>
              <a:ln>
                <a:noFill/>
              </a:ln>
              <a:effectLst>
                <a:outerShdw blurRad="25400" dist="25400" dir="54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3600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A6EF545-7381-9392-3B45-FA0F039CB4C0}"/>
                  </a:ext>
                </a:extLst>
              </p:cNvPr>
              <p:cNvSpPr txBox="1"/>
              <p:nvPr/>
            </p:nvSpPr>
            <p:spPr>
              <a:xfrm>
                <a:off x="452727" y="3580828"/>
                <a:ext cx="746682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algn="ctr">
                  <a:defRPr kumimoji="1" b="1">
                    <a:solidFill>
                      <a:schemeClr val="bg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lvl1pPr>
              </a:lstStyle>
              <a:p>
                <a:pPr lvl="0">
                  <a:defRPr/>
                </a:pPr>
                <a:r>
                  <a:rPr lang="ko-KR" altLang="en-US" dirty="0">
                    <a:solidFill>
                      <a:prstClr val="white"/>
                    </a:solidFill>
                  </a:rPr>
                  <a:t>두번째</a:t>
                </a:r>
                <a:endParaRPr lang="en-US" altLang="ko-KR" dirty="0">
                  <a:solidFill>
                    <a:prstClr val="white"/>
                  </a:solidFill>
                </a:endParaRPr>
              </a:p>
              <a:p>
                <a:pPr lvl="0">
                  <a:defRPr/>
                </a:pPr>
                <a:r>
                  <a:rPr lang="ko-KR" altLang="en-US" dirty="0">
                    <a:solidFill>
                      <a:prstClr val="white"/>
                    </a:solidFill>
                  </a:rPr>
                  <a:t>박스</a:t>
                </a:r>
              </a:p>
            </p:txBody>
          </p:sp>
        </p:grp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63C5427C-173A-01AC-03B1-898E289FCAC2}"/>
                </a:ext>
              </a:extLst>
            </p:cNvPr>
            <p:cNvGrpSpPr/>
            <p:nvPr/>
          </p:nvGrpSpPr>
          <p:grpSpPr>
            <a:xfrm>
              <a:off x="1136043" y="2852927"/>
              <a:ext cx="9619551" cy="1895397"/>
              <a:chOff x="1136043" y="2852927"/>
              <a:chExt cx="9619551" cy="1895397"/>
            </a:xfrm>
          </p:grpSpPr>
          <p:sp>
            <p:nvSpPr>
              <p:cNvPr id="37" name="사각형: 둥근 모서리 36">
                <a:extLst>
                  <a:ext uri="{FF2B5EF4-FFF2-40B4-BE49-F238E27FC236}">
                    <a16:creationId xmlns:a16="http://schemas.microsoft.com/office/drawing/2014/main" id="{A4A682F7-A4A1-1EB9-BE0A-42604F3AF050}"/>
                  </a:ext>
                </a:extLst>
              </p:cNvPr>
              <p:cNvSpPr/>
              <p:nvPr/>
            </p:nvSpPr>
            <p:spPr>
              <a:xfrm>
                <a:off x="1139861" y="2852927"/>
                <a:ext cx="9615733" cy="1895397"/>
              </a:xfrm>
              <a:prstGeom prst="roundRect">
                <a:avLst>
                  <a:gd name="adj" fmla="val 3391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BCB9508B-16DD-A707-0CCB-5964FC5F4218}"/>
                  </a:ext>
                </a:extLst>
              </p:cNvPr>
              <p:cNvSpPr/>
              <p:nvPr/>
            </p:nvSpPr>
            <p:spPr>
              <a:xfrm>
                <a:off x="1136043" y="2852927"/>
                <a:ext cx="63920" cy="1895397"/>
              </a:xfrm>
              <a:prstGeom prst="rect">
                <a:avLst/>
              </a:prstGeom>
              <a:solidFill>
                <a:srgbClr val="004782"/>
              </a:solidFill>
              <a:ln>
                <a:solidFill>
                  <a:srgbClr val="0047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3600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</p:grpSp>
      <p:sp>
        <p:nvSpPr>
          <p:cNvPr id="3" name="제목 2">
            <a:extLst>
              <a:ext uri="{FF2B5EF4-FFF2-40B4-BE49-F238E27FC236}">
                <a16:creationId xmlns:a16="http://schemas.microsoft.com/office/drawing/2014/main" id="{E6606E22-8C15-FBB4-6550-8A2C2370A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30968"/>
            <a:ext cx="10384753" cy="369332"/>
          </a:xfrm>
        </p:spPr>
        <p:txBody>
          <a:bodyPr/>
          <a:lstStyle/>
          <a:p>
            <a:r>
              <a:rPr lang="ko-KR" altLang="en-US" sz="2400" dirty="0"/>
              <a:t>마스터 타이틀이 들어가는 자리입니다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DA4902BF-42B9-F594-CB44-62DA639C25C7}"/>
              </a:ext>
            </a:extLst>
          </p:cNvPr>
          <p:cNvGrpSpPr/>
          <p:nvPr/>
        </p:nvGrpSpPr>
        <p:grpSpPr>
          <a:xfrm>
            <a:off x="1215756" y="907249"/>
            <a:ext cx="7176904" cy="252000"/>
            <a:chOff x="1141911" y="906437"/>
            <a:chExt cx="7176904" cy="252000"/>
          </a:xfrm>
        </p:grpSpPr>
        <p:sp>
          <p:nvSpPr>
            <p:cNvPr id="7" name="TextBox 80">
              <a:extLst>
                <a:ext uri="{FF2B5EF4-FFF2-40B4-BE49-F238E27FC236}">
                  <a16:creationId xmlns:a16="http://schemas.microsoft.com/office/drawing/2014/main" id="{8539D551-932A-1BDA-03E0-855F743382A7}"/>
                </a:ext>
              </a:extLst>
            </p:cNvPr>
            <p:cNvSpPr txBox="1"/>
            <p:nvPr/>
          </p:nvSpPr>
          <p:spPr>
            <a:xfrm>
              <a:off x="2315346" y="922760"/>
              <a:ext cx="2415017" cy="2308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kumimoji="1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0000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년 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~ 0000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년 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총 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년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C96D61AD-B6B1-3236-651F-1610DA430400}"/>
                </a:ext>
              </a:extLst>
            </p:cNvPr>
            <p:cNvSpPr/>
            <p:nvPr/>
          </p:nvSpPr>
          <p:spPr>
            <a:xfrm>
              <a:off x="1141911" y="906437"/>
              <a:ext cx="1058146" cy="252000"/>
            </a:xfrm>
            <a:prstGeom prst="roundRect">
              <a:avLst>
                <a:gd name="adj" fmla="val 50000"/>
              </a:avLst>
            </a:prstGeom>
            <a:solidFill>
              <a:srgbClr val="00549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0" cap="none" spc="-3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</a:t>
              </a:r>
              <a:r>
                <a:rPr kumimoji="0" lang="en-US" altLang="ko-KR" sz="1300" b="1" i="0" u="none" strike="noStrike" kern="0" cap="none" spc="-3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01</a:t>
              </a:r>
            </a:p>
          </p:txBody>
        </p:sp>
        <p:sp>
          <p:nvSpPr>
            <p:cNvPr id="9" name="TextBox 80">
              <a:extLst>
                <a:ext uri="{FF2B5EF4-FFF2-40B4-BE49-F238E27FC236}">
                  <a16:creationId xmlns:a16="http://schemas.microsoft.com/office/drawing/2014/main" id="{51EEB2E1-7690-BF13-1ACA-E3C97AA3976F}"/>
                </a:ext>
              </a:extLst>
            </p:cNvPr>
            <p:cNvSpPr txBox="1"/>
            <p:nvPr/>
          </p:nvSpPr>
          <p:spPr>
            <a:xfrm>
              <a:off x="5903798" y="922760"/>
              <a:ext cx="2415017" cy="2308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kumimoji="1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총 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000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억 원 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(0000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년 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00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억 원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D37CF528-6352-4A0E-B0DE-77AF18D45AB1}"/>
                </a:ext>
              </a:extLst>
            </p:cNvPr>
            <p:cNvSpPr/>
            <p:nvPr/>
          </p:nvSpPr>
          <p:spPr>
            <a:xfrm>
              <a:off x="4730363" y="906437"/>
              <a:ext cx="1058146" cy="252000"/>
            </a:xfrm>
            <a:prstGeom prst="roundRect">
              <a:avLst>
                <a:gd name="adj" fmla="val 50000"/>
              </a:avLst>
            </a:prstGeom>
            <a:solidFill>
              <a:srgbClr val="00549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lvl="0" algn="ctr" latinLnBrk="0">
                <a:defRPr/>
              </a:pPr>
              <a:r>
                <a:rPr lang="ko-KR" altLang="en-US" sz="1300" b="1" kern="0" spc="-3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</a:t>
              </a:r>
              <a:r>
                <a:rPr lang="en-US" altLang="ko-KR" sz="1300" b="1" kern="0" spc="-3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02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4235E13-FDAF-D54A-C828-7B7C77D456C0}"/>
              </a:ext>
            </a:extLst>
          </p:cNvPr>
          <p:cNvGrpSpPr/>
          <p:nvPr/>
        </p:nvGrpSpPr>
        <p:grpSpPr>
          <a:xfrm>
            <a:off x="1483949" y="5144977"/>
            <a:ext cx="6613572" cy="254429"/>
            <a:chOff x="1483949" y="5008303"/>
            <a:chExt cx="6613572" cy="254429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C14C42B4-464E-075D-01B5-FC35485081FE}"/>
                </a:ext>
              </a:extLst>
            </p:cNvPr>
            <p:cNvGrpSpPr/>
            <p:nvPr/>
          </p:nvGrpSpPr>
          <p:grpSpPr>
            <a:xfrm rot="16200000">
              <a:off x="1483949" y="5058311"/>
              <a:ext cx="168849" cy="168849"/>
              <a:chOff x="3571592" y="2993994"/>
              <a:chExt cx="229782" cy="229782"/>
            </a:xfrm>
          </p:grpSpPr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5B055354-6DA4-20BC-EF18-D15F599AABDD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26A2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9" name="그래픽 18">
                <a:extLst>
                  <a:ext uri="{FF2B5EF4-FFF2-40B4-BE49-F238E27FC236}">
                    <a16:creationId xmlns:a16="http://schemas.microsoft.com/office/drawing/2014/main" id="{142D9EEE-5562-840B-5310-785E2DDC76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AB387B5-43C7-FBD8-B967-A6FE0D50379F}"/>
                </a:ext>
              </a:extLst>
            </p:cNvPr>
            <p:cNvSpPr txBox="1"/>
            <p:nvPr/>
          </p:nvSpPr>
          <p:spPr>
            <a:xfrm>
              <a:off x="1738818" y="5008303"/>
              <a:ext cx="6358703" cy="2544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endParaRPr kumimoji="1" lang="ko-KR" altLang="en-US" sz="1500" b="1" i="0" u="none" strike="noStrike" kern="1200" cap="none" spc="-40" normalizeH="0" baseline="0" noProof="0" dirty="0">
                <a:ln>
                  <a:noFill/>
                </a:ln>
                <a:solidFill>
                  <a:srgbClr val="26A2F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B912A27-A6EA-96F2-9101-AFFCEA5404B6}"/>
              </a:ext>
            </a:extLst>
          </p:cNvPr>
          <p:cNvGrpSpPr/>
          <p:nvPr/>
        </p:nvGrpSpPr>
        <p:grpSpPr>
          <a:xfrm>
            <a:off x="1483949" y="5551227"/>
            <a:ext cx="8208691" cy="254429"/>
            <a:chOff x="1483949" y="5414553"/>
            <a:chExt cx="8208691" cy="254429"/>
          </a:xfrm>
        </p:grpSpPr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618836FB-D48F-1A3F-4571-81E8745E2E6C}"/>
                </a:ext>
              </a:extLst>
            </p:cNvPr>
            <p:cNvGrpSpPr/>
            <p:nvPr/>
          </p:nvGrpSpPr>
          <p:grpSpPr>
            <a:xfrm rot="16200000">
              <a:off x="1483949" y="5454051"/>
              <a:ext cx="168849" cy="168849"/>
              <a:chOff x="3571592" y="2993994"/>
              <a:chExt cx="229782" cy="229782"/>
            </a:xfrm>
          </p:grpSpPr>
          <p:sp>
            <p:nvSpPr>
              <p:cNvPr id="44" name="타원 43">
                <a:extLst>
                  <a:ext uri="{FF2B5EF4-FFF2-40B4-BE49-F238E27FC236}">
                    <a16:creationId xmlns:a16="http://schemas.microsoft.com/office/drawing/2014/main" id="{96AB2707-5705-69DB-5E10-7B06061DF31C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26A2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45" name="그래픽 44">
                <a:extLst>
                  <a:ext uri="{FF2B5EF4-FFF2-40B4-BE49-F238E27FC236}">
                    <a16:creationId xmlns:a16="http://schemas.microsoft.com/office/drawing/2014/main" id="{1290B257-42DC-1B5D-3DCA-C23714867D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2C78F8F-ACAC-020D-AFD7-BAA5459CF392}"/>
                </a:ext>
              </a:extLst>
            </p:cNvPr>
            <p:cNvSpPr txBox="1"/>
            <p:nvPr/>
          </p:nvSpPr>
          <p:spPr>
            <a:xfrm>
              <a:off x="1738818" y="5414553"/>
              <a:ext cx="7953822" cy="2544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endParaRPr kumimoji="1" lang="ko-KR" altLang="en-US" sz="1500" b="1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BEBC5C35-02FC-EB2C-19AE-5A7773083E75}"/>
              </a:ext>
            </a:extLst>
          </p:cNvPr>
          <p:cNvSpPr txBox="1"/>
          <p:nvPr/>
        </p:nvSpPr>
        <p:spPr>
          <a:xfrm>
            <a:off x="1738817" y="5889149"/>
            <a:ext cx="974483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42875" indent="-142875">
              <a:spcBef>
                <a:spcPts val="200"/>
              </a:spcBef>
              <a:buFont typeface="Arial" panose="020B0604020202020204" pitchFamily="34" charset="0"/>
              <a:buChar char="•"/>
              <a:defRPr kumimoji="1" sz="14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142875" marR="0" lvl="0" indent="-142875" algn="l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 작은 글씨로 박스의 내용에 대해서 설명을 적어주세요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A0E41A51-9221-CAF4-0A59-FFDF6F4765F2}"/>
              </a:ext>
            </a:extLst>
          </p:cNvPr>
          <p:cNvGrpSpPr/>
          <p:nvPr/>
        </p:nvGrpSpPr>
        <p:grpSpPr>
          <a:xfrm>
            <a:off x="1483949" y="1474763"/>
            <a:ext cx="8208691" cy="254429"/>
            <a:chOff x="1483949" y="1429793"/>
            <a:chExt cx="8208691" cy="254429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4B543BF2-8DA2-2732-1CFD-E900025BD7B7}"/>
                </a:ext>
              </a:extLst>
            </p:cNvPr>
            <p:cNvGrpSpPr/>
            <p:nvPr/>
          </p:nvGrpSpPr>
          <p:grpSpPr>
            <a:xfrm rot="16200000">
              <a:off x="1483949" y="1484615"/>
              <a:ext cx="168849" cy="168849"/>
              <a:chOff x="3571592" y="2993994"/>
              <a:chExt cx="229782" cy="229782"/>
            </a:xfrm>
          </p:grpSpPr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936417F7-9EB0-D1EC-C15C-C85B62B88FD3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51" name="그래픽 50">
                <a:extLst>
                  <a:ext uri="{FF2B5EF4-FFF2-40B4-BE49-F238E27FC236}">
                    <a16:creationId xmlns:a16="http://schemas.microsoft.com/office/drawing/2014/main" id="{4E8B6AFA-7409-0D8C-D5DD-2B7386AE19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B9B0569-028C-1BF1-EB63-CD350ABAFBC7}"/>
                </a:ext>
              </a:extLst>
            </p:cNvPr>
            <p:cNvSpPr txBox="1"/>
            <p:nvPr/>
          </p:nvSpPr>
          <p:spPr>
            <a:xfrm>
              <a:off x="1738818" y="1429793"/>
              <a:ext cx="7953822" cy="2544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endParaRPr kumimoji="1" lang="ko-KR" altLang="en-US" sz="1500" b="1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8CA52555-1330-2C7E-095E-9C17B0E43597}"/>
              </a:ext>
            </a:extLst>
          </p:cNvPr>
          <p:cNvGrpSpPr/>
          <p:nvPr/>
        </p:nvGrpSpPr>
        <p:grpSpPr>
          <a:xfrm>
            <a:off x="1483949" y="2287793"/>
            <a:ext cx="8208691" cy="254429"/>
            <a:chOff x="1483949" y="2332763"/>
            <a:chExt cx="8208691" cy="254429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0EEE41B4-E4D1-9DFB-931A-FBC14CD4843D}"/>
                </a:ext>
              </a:extLst>
            </p:cNvPr>
            <p:cNvGrpSpPr/>
            <p:nvPr/>
          </p:nvGrpSpPr>
          <p:grpSpPr>
            <a:xfrm rot="16200000">
              <a:off x="1483949" y="2387585"/>
              <a:ext cx="168849" cy="168849"/>
              <a:chOff x="3571592" y="2993994"/>
              <a:chExt cx="229782" cy="229782"/>
            </a:xfrm>
          </p:grpSpPr>
          <p:sp>
            <p:nvSpPr>
              <p:cNvPr id="56" name="타원 55">
                <a:extLst>
                  <a:ext uri="{FF2B5EF4-FFF2-40B4-BE49-F238E27FC236}">
                    <a16:creationId xmlns:a16="http://schemas.microsoft.com/office/drawing/2014/main" id="{7F28810B-8143-5048-FA86-6D9BA009BB2B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57" name="그래픽 56">
                <a:extLst>
                  <a:ext uri="{FF2B5EF4-FFF2-40B4-BE49-F238E27FC236}">
                    <a16:creationId xmlns:a16="http://schemas.microsoft.com/office/drawing/2014/main" id="{E46336D0-6260-F53E-7F38-C8AA1E4938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B76649E-B38A-A8AB-B3AE-E4B89865542C}"/>
                </a:ext>
              </a:extLst>
            </p:cNvPr>
            <p:cNvSpPr txBox="1"/>
            <p:nvPr/>
          </p:nvSpPr>
          <p:spPr>
            <a:xfrm>
              <a:off x="1738818" y="2332763"/>
              <a:ext cx="7953822" cy="2544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endParaRPr kumimoji="1" lang="ko-KR" altLang="en-US" sz="1500" b="1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0331D9EA-FE26-FFC2-2F62-C01A3993E9C7}"/>
              </a:ext>
            </a:extLst>
          </p:cNvPr>
          <p:cNvGrpSpPr/>
          <p:nvPr/>
        </p:nvGrpSpPr>
        <p:grpSpPr>
          <a:xfrm>
            <a:off x="1483949" y="1883059"/>
            <a:ext cx="9761567" cy="254429"/>
            <a:chOff x="1483949" y="2332763"/>
            <a:chExt cx="9761567" cy="254429"/>
          </a:xfrm>
        </p:grpSpPr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07D79781-DD0A-37F3-4FAE-C5A8D599A7DD}"/>
                </a:ext>
              </a:extLst>
            </p:cNvPr>
            <p:cNvGrpSpPr/>
            <p:nvPr/>
          </p:nvGrpSpPr>
          <p:grpSpPr>
            <a:xfrm rot="16200000">
              <a:off x="1483949" y="2387585"/>
              <a:ext cx="168849" cy="168849"/>
              <a:chOff x="3571592" y="2993994"/>
              <a:chExt cx="229782" cy="229782"/>
            </a:xfrm>
          </p:grpSpPr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id="{25C3C48A-2D79-3CCC-A9F7-5DA3EF1DF760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62" name="그래픽 61">
                <a:extLst>
                  <a:ext uri="{FF2B5EF4-FFF2-40B4-BE49-F238E27FC236}">
                    <a16:creationId xmlns:a16="http://schemas.microsoft.com/office/drawing/2014/main" id="{9C093E98-0BA1-9475-980E-B31EC9E788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DA6F9EC-949A-048C-2B95-0D327C31DFC4}"/>
                </a:ext>
              </a:extLst>
            </p:cNvPr>
            <p:cNvSpPr txBox="1"/>
            <p:nvPr/>
          </p:nvSpPr>
          <p:spPr>
            <a:xfrm>
              <a:off x="1738818" y="2332763"/>
              <a:ext cx="9506698" cy="2544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endParaRPr kumimoji="1" lang="ko-KR" altLang="en-US" sz="1500" b="1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1C562C14-85FB-5556-807B-63BD205290D7}"/>
              </a:ext>
            </a:extLst>
          </p:cNvPr>
          <p:cNvGrpSpPr/>
          <p:nvPr/>
        </p:nvGrpSpPr>
        <p:grpSpPr>
          <a:xfrm>
            <a:off x="1483949" y="3206522"/>
            <a:ext cx="8357475" cy="254429"/>
            <a:chOff x="1483949" y="3206522"/>
            <a:chExt cx="8357475" cy="254429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38321AD7-CE5D-4031-3E82-25C15DA7D7C6}"/>
                </a:ext>
              </a:extLst>
            </p:cNvPr>
            <p:cNvGrpSpPr/>
            <p:nvPr/>
          </p:nvGrpSpPr>
          <p:grpSpPr>
            <a:xfrm rot="16200000">
              <a:off x="1483949" y="3253454"/>
              <a:ext cx="168849" cy="168849"/>
              <a:chOff x="3571592" y="2993994"/>
              <a:chExt cx="229782" cy="229782"/>
            </a:xfrm>
          </p:grpSpPr>
          <p:sp>
            <p:nvSpPr>
              <p:cNvPr id="12" name="타원 11">
                <a:extLst>
                  <a:ext uri="{FF2B5EF4-FFF2-40B4-BE49-F238E27FC236}">
                    <a16:creationId xmlns:a16="http://schemas.microsoft.com/office/drawing/2014/main" id="{F540E137-7CEA-4CF0-B6B0-95ED76B8944F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549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3" name="그래픽 12">
                <a:extLst>
                  <a:ext uri="{FF2B5EF4-FFF2-40B4-BE49-F238E27FC236}">
                    <a16:creationId xmlns:a16="http://schemas.microsoft.com/office/drawing/2014/main" id="{78876A9F-10DF-0BBC-6FB4-D550A93784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F5E3C09-CA1C-4490-8938-19FE65558F93}"/>
                </a:ext>
              </a:extLst>
            </p:cNvPr>
            <p:cNvSpPr txBox="1"/>
            <p:nvPr/>
          </p:nvSpPr>
          <p:spPr>
            <a:xfrm>
              <a:off x="1738818" y="3206522"/>
              <a:ext cx="8102606" cy="2544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endParaRPr kumimoji="1" lang="ko-KR" altLang="en-US" sz="1500" b="1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CB7CA755-86E4-599C-D9B7-ED5F79B821EC}"/>
              </a:ext>
            </a:extLst>
          </p:cNvPr>
          <p:cNvGrpSpPr/>
          <p:nvPr/>
        </p:nvGrpSpPr>
        <p:grpSpPr>
          <a:xfrm>
            <a:off x="1483949" y="3594372"/>
            <a:ext cx="6908711" cy="254429"/>
            <a:chOff x="1483949" y="3594372"/>
            <a:chExt cx="6908711" cy="254429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3AC5BD0-6E2A-6921-E06A-CCE1569D7384}"/>
                </a:ext>
              </a:extLst>
            </p:cNvPr>
            <p:cNvSpPr txBox="1"/>
            <p:nvPr/>
          </p:nvSpPr>
          <p:spPr>
            <a:xfrm>
              <a:off x="1738818" y="3594372"/>
              <a:ext cx="6653842" cy="2544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endParaRPr kumimoji="1" lang="ko-KR" altLang="en-US" sz="1500" b="1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CB5BFC82-1649-0FD7-676B-2DF13668F8C0}"/>
                </a:ext>
              </a:extLst>
            </p:cNvPr>
            <p:cNvGrpSpPr/>
            <p:nvPr/>
          </p:nvGrpSpPr>
          <p:grpSpPr>
            <a:xfrm rot="16200000">
              <a:off x="1483949" y="3661750"/>
              <a:ext cx="168849" cy="168849"/>
              <a:chOff x="3571592" y="2993994"/>
              <a:chExt cx="229782" cy="229782"/>
            </a:xfrm>
          </p:grpSpPr>
          <p:sp>
            <p:nvSpPr>
              <p:cNvPr id="79" name="타원 78">
                <a:extLst>
                  <a:ext uri="{FF2B5EF4-FFF2-40B4-BE49-F238E27FC236}">
                    <a16:creationId xmlns:a16="http://schemas.microsoft.com/office/drawing/2014/main" id="{5A407C6F-1115-DE9B-6F36-B957BF16F99D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549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80" name="그래픽 79">
                <a:extLst>
                  <a:ext uri="{FF2B5EF4-FFF2-40B4-BE49-F238E27FC236}">
                    <a16:creationId xmlns:a16="http://schemas.microsoft.com/office/drawing/2014/main" id="{462659D7-D30B-21B9-F4D0-FDFDA06E1D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879D98A6-30E0-EB5C-7AB7-595326C4426D}"/>
              </a:ext>
            </a:extLst>
          </p:cNvPr>
          <p:cNvGrpSpPr/>
          <p:nvPr/>
        </p:nvGrpSpPr>
        <p:grpSpPr>
          <a:xfrm>
            <a:off x="1483949" y="4000994"/>
            <a:ext cx="6543213" cy="254429"/>
            <a:chOff x="1483949" y="4000994"/>
            <a:chExt cx="6543213" cy="254429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B70ED31-AAFA-9B11-5A80-D1C4B0DE483A}"/>
                </a:ext>
              </a:extLst>
            </p:cNvPr>
            <p:cNvSpPr txBox="1"/>
            <p:nvPr/>
          </p:nvSpPr>
          <p:spPr>
            <a:xfrm>
              <a:off x="1738817" y="4000994"/>
              <a:ext cx="6288345" cy="2544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5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endParaRPr kumimoji="1" lang="ko-KR" altLang="en-US" sz="1500" b="1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5512E7B5-8EC5-3830-542D-63DC0A86935E}"/>
                </a:ext>
              </a:extLst>
            </p:cNvPr>
            <p:cNvGrpSpPr/>
            <p:nvPr/>
          </p:nvGrpSpPr>
          <p:grpSpPr>
            <a:xfrm rot="16200000">
              <a:off x="1483949" y="4066484"/>
              <a:ext cx="168849" cy="168849"/>
              <a:chOff x="3571592" y="2993994"/>
              <a:chExt cx="229782" cy="229782"/>
            </a:xfrm>
          </p:grpSpPr>
          <p:sp>
            <p:nvSpPr>
              <p:cNvPr id="82" name="타원 81">
                <a:extLst>
                  <a:ext uri="{FF2B5EF4-FFF2-40B4-BE49-F238E27FC236}">
                    <a16:creationId xmlns:a16="http://schemas.microsoft.com/office/drawing/2014/main" id="{A9545BFB-729B-9437-FD40-712098308902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549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83" name="그래픽 82">
                <a:extLst>
                  <a:ext uri="{FF2B5EF4-FFF2-40B4-BE49-F238E27FC236}">
                    <a16:creationId xmlns:a16="http://schemas.microsoft.com/office/drawing/2014/main" id="{E5807637-6B91-134C-B801-204BDAEA21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A2E4550-956D-21E7-AC2E-901BBEEF14F4}"/>
              </a:ext>
            </a:extLst>
          </p:cNvPr>
          <p:cNvSpPr txBox="1"/>
          <p:nvPr/>
        </p:nvSpPr>
        <p:spPr>
          <a:xfrm>
            <a:off x="1738817" y="4339319"/>
            <a:ext cx="974483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42875" indent="-142875">
              <a:spcBef>
                <a:spcPts val="200"/>
              </a:spcBef>
              <a:buFont typeface="Arial" panose="020B0604020202020204" pitchFamily="34" charset="0"/>
              <a:buChar char="•"/>
              <a:defRPr kumimoji="1" sz="1400" spc="-3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142875" marR="0" lvl="0" indent="-142875" algn="l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 작은 글씨로 박스의 내용에 대해서 설명을 적어주세요</a:t>
            </a:r>
          </a:p>
        </p:txBody>
      </p:sp>
    </p:spTree>
    <p:extLst>
      <p:ext uri="{BB962C8B-B14F-4D97-AF65-F5344CB8AC3E}">
        <p14:creationId xmlns:p14="http://schemas.microsoft.com/office/powerpoint/2010/main" val="1805893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F0DA8-EEC2-9E67-0530-07E9E0BB1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그룹 72">
            <a:extLst>
              <a:ext uri="{FF2B5EF4-FFF2-40B4-BE49-F238E27FC236}">
                <a16:creationId xmlns:a16="http://schemas.microsoft.com/office/drawing/2014/main" id="{7FDB7CDB-F9B5-A925-7557-073EF7ED0C6E}"/>
              </a:ext>
            </a:extLst>
          </p:cNvPr>
          <p:cNvGrpSpPr/>
          <p:nvPr/>
        </p:nvGrpSpPr>
        <p:grpSpPr>
          <a:xfrm>
            <a:off x="4268985" y="1021313"/>
            <a:ext cx="3651774" cy="5452619"/>
            <a:chOff x="4268985" y="1021313"/>
            <a:chExt cx="3651774" cy="5452619"/>
          </a:xfrm>
        </p:grpSpPr>
        <p:sp>
          <p:nvSpPr>
            <p:cNvPr id="31" name="양쪽 모서리가 둥근 사각형 48">
              <a:extLst>
                <a:ext uri="{FF2B5EF4-FFF2-40B4-BE49-F238E27FC236}">
                  <a16:creationId xmlns:a16="http://schemas.microsoft.com/office/drawing/2014/main" id="{D557A394-1C3B-80F9-117A-523BBFB5673C}"/>
                </a:ext>
              </a:extLst>
            </p:cNvPr>
            <p:cNvSpPr/>
            <p:nvPr/>
          </p:nvSpPr>
          <p:spPr>
            <a:xfrm>
              <a:off x="4268985" y="1021313"/>
              <a:ext cx="1260000" cy="360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00549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두번째</a:t>
              </a:r>
            </a:p>
          </p:txBody>
        </p: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357C6916-1EBC-7FA4-9163-7A029BBE91CF}"/>
                </a:ext>
              </a:extLst>
            </p:cNvPr>
            <p:cNvGrpSpPr/>
            <p:nvPr/>
          </p:nvGrpSpPr>
          <p:grpSpPr>
            <a:xfrm>
              <a:off x="4268985" y="1381313"/>
              <a:ext cx="3651774" cy="5092619"/>
              <a:chOff x="4268985" y="1381313"/>
              <a:chExt cx="3651774" cy="5092619"/>
            </a:xfrm>
          </p:grpSpPr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6FCA152E-06A9-60C4-9186-5FEE5C27B4FB}"/>
                  </a:ext>
                </a:extLst>
              </p:cNvPr>
              <p:cNvSpPr/>
              <p:nvPr/>
            </p:nvSpPr>
            <p:spPr>
              <a:xfrm>
                <a:off x="4269269" y="1381313"/>
                <a:ext cx="3651490" cy="509261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32" name="직선 연결선[R] 49">
                <a:extLst>
                  <a:ext uri="{FF2B5EF4-FFF2-40B4-BE49-F238E27FC236}">
                    <a16:creationId xmlns:a16="http://schemas.microsoft.com/office/drawing/2014/main" id="{0471F675-600A-04A4-B1A2-E8C1D3ED1B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8985" y="1381313"/>
                <a:ext cx="3651774" cy="0"/>
              </a:xfrm>
              <a:prstGeom prst="line">
                <a:avLst/>
              </a:prstGeom>
              <a:ln w="25400">
                <a:solidFill>
                  <a:srgbClr val="00549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672200CB-CE18-2647-2277-76D7A2135272}"/>
              </a:ext>
            </a:extLst>
          </p:cNvPr>
          <p:cNvGrpSpPr/>
          <p:nvPr/>
        </p:nvGrpSpPr>
        <p:grpSpPr>
          <a:xfrm>
            <a:off x="8150394" y="1021313"/>
            <a:ext cx="3651774" cy="5452619"/>
            <a:chOff x="8150394" y="1021313"/>
            <a:chExt cx="3651774" cy="5452619"/>
          </a:xfrm>
        </p:grpSpPr>
        <p:sp>
          <p:nvSpPr>
            <p:cNvPr id="35" name="양쪽 모서리가 둥근 사각형 52">
              <a:extLst>
                <a:ext uri="{FF2B5EF4-FFF2-40B4-BE49-F238E27FC236}">
                  <a16:creationId xmlns:a16="http://schemas.microsoft.com/office/drawing/2014/main" id="{D321BC86-C6A4-7ABD-E493-DCC18FA3E574}"/>
                </a:ext>
              </a:extLst>
            </p:cNvPr>
            <p:cNvSpPr/>
            <p:nvPr/>
          </p:nvSpPr>
          <p:spPr>
            <a:xfrm>
              <a:off x="8151520" y="1021313"/>
              <a:ext cx="1381099" cy="360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00AC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세번째</a:t>
              </a:r>
            </a:p>
          </p:txBody>
        </p:sp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0954C819-DFA6-12FD-89A7-AA8C58D58925}"/>
                </a:ext>
              </a:extLst>
            </p:cNvPr>
            <p:cNvGrpSpPr/>
            <p:nvPr/>
          </p:nvGrpSpPr>
          <p:grpSpPr>
            <a:xfrm>
              <a:off x="8150394" y="1381313"/>
              <a:ext cx="3651774" cy="5092619"/>
              <a:chOff x="8150394" y="1381313"/>
              <a:chExt cx="3651774" cy="5092619"/>
            </a:xfrm>
          </p:grpSpPr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4C22881B-EFCC-FBB4-0C46-461016DE94E1}"/>
                  </a:ext>
                </a:extLst>
              </p:cNvPr>
              <p:cNvSpPr/>
              <p:nvPr/>
            </p:nvSpPr>
            <p:spPr>
              <a:xfrm>
                <a:off x="8150678" y="1381313"/>
                <a:ext cx="3651490" cy="509261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36" name="직선 연결선[R] 53">
                <a:extLst>
                  <a:ext uri="{FF2B5EF4-FFF2-40B4-BE49-F238E27FC236}">
                    <a16:creationId xmlns:a16="http://schemas.microsoft.com/office/drawing/2014/main" id="{BC02E992-23EE-7CFF-873A-634B47AF54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0394" y="1381313"/>
                <a:ext cx="3651774" cy="0"/>
              </a:xfrm>
              <a:prstGeom prst="line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00ACB0"/>
                </a:solidFill>
                <a:prstDash val="solid"/>
                <a:miter lim="800000"/>
              </a:ln>
              <a:effectLst/>
            </p:spPr>
          </p:cxnSp>
        </p:grpSp>
      </p:grpSp>
      <p:sp>
        <p:nvSpPr>
          <p:cNvPr id="5" name="제목 4">
            <a:extLst>
              <a:ext uri="{FF2B5EF4-FFF2-40B4-BE49-F238E27FC236}">
                <a16:creationId xmlns:a16="http://schemas.microsoft.com/office/drawing/2014/main" id="{3D0ED9F4-1CE8-B53B-905C-DB56A1195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30968"/>
            <a:ext cx="10384753" cy="369332"/>
          </a:xfrm>
        </p:spPr>
        <p:txBody>
          <a:bodyPr/>
          <a:lstStyle/>
          <a:p>
            <a:r>
              <a:rPr lang="ko-KR" altLang="en-US" sz="2400" dirty="0"/>
              <a:t>마스터 타이틀이 들어가는 자리입니다</a:t>
            </a: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2440E42B-4F6D-8968-792D-74879E88951D}"/>
              </a:ext>
            </a:extLst>
          </p:cNvPr>
          <p:cNvGrpSpPr/>
          <p:nvPr/>
        </p:nvGrpSpPr>
        <p:grpSpPr>
          <a:xfrm>
            <a:off x="388704" y="1021313"/>
            <a:ext cx="3651774" cy="5452619"/>
            <a:chOff x="388704" y="1021313"/>
            <a:chExt cx="3651774" cy="5452619"/>
          </a:xfrm>
        </p:grpSpPr>
        <p:sp>
          <p:nvSpPr>
            <p:cNvPr id="27" name="양쪽 모서리가 둥근 사각형 44">
              <a:extLst>
                <a:ext uri="{FF2B5EF4-FFF2-40B4-BE49-F238E27FC236}">
                  <a16:creationId xmlns:a16="http://schemas.microsoft.com/office/drawing/2014/main" id="{7DCBCC1A-BC0F-6D6F-43A9-41F2D14CE32A}"/>
                </a:ext>
              </a:extLst>
            </p:cNvPr>
            <p:cNvSpPr/>
            <p:nvPr/>
          </p:nvSpPr>
          <p:spPr>
            <a:xfrm>
              <a:off x="389831" y="1021313"/>
              <a:ext cx="1260000" cy="360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b="1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첫번째</a:t>
              </a:r>
              <a:endPara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B09AAC97-3A67-5A55-7019-85780D14030B}"/>
                </a:ext>
              </a:extLst>
            </p:cNvPr>
            <p:cNvGrpSpPr/>
            <p:nvPr/>
          </p:nvGrpSpPr>
          <p:grpSpPr>
            <a:xfrm>
              <a:off x="388704" y="1381313"/>
              <a:ext cx="3651774" cy="5092619"/>
              <a:chOff x="388704" y="1381313"/>
              <a:chExt cx="3651774" cy="5092619"/>
            </a:xfrm>
          </p:grpSpPr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F298282C-8D22-FAC8-0F19-6DCFC011E341}"/>
                  </a:ext>
                </a:extLst>
              </p:cNvPr>
              <p:cNvSpPr/>
              <p:nvPr/>
            </p:nvSpPr>
            <p:spPr>
              <a:xfrm>
                <a:off x="388988" y="1381313"/>
                <a:ext cx="3651490" cy="509261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28" name="직선 연결선[R] 45">
                <a:extLst>
                  <a:ext uri="{FF2B5EF4-FFF2-40B4-BE49-F238E27FC236}">
                    <a16:creationId xmlns:a16="http://schemas.microsoft.com/office/drawing/2014/main" id="{EADD2B06-779A-4EC0-9028-30C50EF376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1381313"/>
                <a:ext cx="3651774" cy="0"/>
              </a:xfrm>
              <a:prstGeom prst="line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miter lim="800000"/>
              </a:ln>
              <a:effectLst/>
            </p:spPr>
          </p:cxnSp>
        </p:grpSp>
      </p:grpSp>
      <p:cxnSp>
        <p:nvCxnSpPr>
          <p:cNvPr id="44" name="직선 연결선[R] 58">
            <a:extLst>
              <a:ext uri="{FF2B5EF4-FFF2-40B4-BE49-F238E27FC236}">
                <a16:creationId xmlns:a16="http://schemas.microsoft.com/office/drawing/2014/main" id="{EC9A1027-36DF-96E3-8118-54A8B318B394}"/>
              </a:ext>
            </a:extLst>
          </p:cNvPr>
          <p:cNvCxnSpPr>
            <a:cxnSpLocks/>
          </p:cNvCxnSpPr>
          <p:nvPr/>
        </p:nvCxnSpPr>
        <p:spPr>
          <a:xfrm>
            <a:off x="4385014" y="4586943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[R] 56">
            <a:extLst>
              <a:ext uri="{FF2B5EF4-FFF2-40B4-BE49-F238E27FC236}">
                <a16:creationId xmlns:a16="http://schemas.microsoft.com/office/drawing/2014/main" id="{EDCCD9A9-C59D-38E5-3F81-97CC2856BFB9}"/>
              </a:ext>
            </a:extLst>
          </p:cNvPr>
          <p:cNvCxnSpPr>
            <a:cxnSpLocks/>
          </p:cNvCxnSpPr>
          <p:nvPr/>
        </p:nvCxnSpPr>
        <p:spPr>
          <a:xfrm>
            <a:off x="522591" y="4586943"/>
            <a:ext cx="3384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281738BA-4EC5-F333-4C5B-3D83C0AD2465}"/>
              </a:ext>
            </a:extLst>
          </p:cNvPr>
          <p:cNvGrpSpPr/>
          <p:nvPr/>
        </p:nvGrpSpPr>
        <p:grpSpPr>
          <a:xfrm>
            <a:off x="494259" y="1603575"/>
            <a:ext cx="3412332" cy="695255"/>
            <a:chOff x="494259" y="1603575"/>
            <a:chExt cx="3412332" cy="69525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BD6F157-00C4-A00F-9BFC-9C35228B4248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설명이 들어갈 내용을 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작성하시고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kumimoji="1" lang="ko-KR" altLang="en-US" sz="1400" b="1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강조하고 싶은 부분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은 볼드로 하세요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90D16A11-842C-5CD0-C2F7-3596D10BEE0A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4" name="타원 3">
                <a:extLst>
                  <a:ext uri="{FF2B5EF4-FFF2-40B4-BE49-F238E27FC236}">
                    <a16:creationId xmlns:a16="http://schemas.microsoft.com/office/drawing/2014/main" id="{CD0B3907-998C-3F2D-4701-973452B16668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33" name="그래픽 32">
                <a:extLst>
                  <a:ext uri="{FF2B5EF4-FFF2-40B4-BE49-F238E27FC236}">
                    <a16:creationId xmlns:a16="http://schemas.microsoft.com/office/drawing/2014/main" id="{313ABD58-E368-AE88-8833-CAC58B5B21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B695A5CE-D372-B71A-E01B-4D313C48ED51}"/>
              </a:ext>
            </a:extLst>
          </p:cNvPr>
          <p:cNvGrpSpPr/>
          <p:nvPr/>
        </p:nvGrpSpPr>
        <p:grpSpPr>
          <a:xfrm>
            <a:off x="494259" y="2598114"/>
            <a:ext cx="3412332" cy="695255"/>
            <a:chOff x="494259" y="1603575"/>
            <a:chExt cx="3412332" cy="695255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EE1F0CDF-FF6F-C8BD-E518-70DA0BDF96DA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설명이 들어갈 내용을 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작성하시고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kumimoji="1" lang="ko-KR" altLang="en-US" sz="1400" b="1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강조하고 싶은 부분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은 볼드로 하세요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84" name="그룹 83">
              <a:extLst>
                <a:ext uri="{FF2B5EF4-FFF2-40B4-BE49-F238E27FC236}">
                  <a16:creationId xmlns:a16="http://schemas.microsoft.com/office/drawing/2014/main" id="{8A0E9FE0-2F0D-CB53-1991-9E1AEE8E1BD6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85" name="타원 84">
                <a:extLst>
                  <a:ext uri="{FF2B5EF4-FFF2-40B4-BE49-F238E27FC236}">
                    <a16:creationId xmlns:a16="http://schemas.microsoft.com/office/drawing/2014/main" id="{52F297D8-DFCA-1430-8D46-5532991C6232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89" name="그래픽 88">
                <a:extLst>
                  <a:ext uri="{FF2B5EF4-FFF2-40B4-BE49-F238E27FC236}">
                    <a16:creationId xmlns:a16="http://schemas.microsoft.com/office/drawing/2014/main" id="{8DB76B05-AD6A-69C0-5F49-A01A5EAFEE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5E2830D3-948A-A3A9-6642-C24FBDE9D8AC}"/>
              </a:ext>
            </a:extLst>
          </p:cNvPr>
          <p:cNvGrpSpPr/>
          <p:nvPr/>
        </p:nvGrpSpPr>
        <p:grpSpPr>
          <a:xfrm>
            <a:off x="494259" y="3592652"/>
            <a:ext cx="3412332" cy="695255"/>
            <a:chOff x="494259" y="1603575"/>
            <a:chExt cx="3412332" cy="695255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212B9DB3-8E1C-599F-E9AD-7E13C7B3C1D8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설명이 들어갈 내용을 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작성하시고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kumimoji="1" lang="ko-KR" altLang="en-US" sz="1400" b="1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강조하고 싶은 부분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은 볼드로 하세요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35906D04-1761-FD14-9B85-9710828837EC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4EBC4C70-68A1-56B6-FE76-90C43A28B93F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99" name="그래픽 98">
                <a:extLst>
                  <a:ext uri="{FF2B5EF4-FFF2-40B4-BE49-F238E27FC236}">
                    <a16:creationId xmlns:a16="http://schemas.microsoft.com/office/drawing/2014/main" id="{09537CF2-752A-2848-DB5E-5C177FE1FF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cxnSp>
        <p:nvCxnSpPr>
          <p:cNvPr id="100" name="직선 연결선[R] 58">
            <a:extLst>
              <a:ext uri="{FF2B5EF4-FFF2-40B4-BE49-F238E27FC236}">
                <a16:creationId xmlns:a16="http://schemas.microsoft.com/office/drawing/2014/main" id="{FF04841D-A3C1-302F-2C10-FEC2831C37D4}"/>
              </a:ext>
            </a:extLst>
          </p:cNvPr>
          <p:cNvCxnSpPr>
            <a:cxnSpLocks/>
          </p:cNvCxnSpPr>
          <p:nvPr/>
        </p:nvCxnSpPr>
        <p:spPr>
          <a:xfrm>
            <a:off x="8266281" y="4586943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8C7F4A25-96D2-FB4D-8B0E-FCF982AE5227}"/>
              </a:ext>
            </a:extLst>
          </p:cNvPr>
          <p:cNvGrpSpPr/>
          <p:nvPr/>
        </p:nvGrpSpPr>
        <p:grpSpPr>
          <a:xfrm>
            <a:off x="4382971" y="1603575"/>
            <a:ext cx="3412332" cy="695255"/>
            <a:chOff x="494259" y="1603575"/>
            <a:chExt cx="3412332" cy="695255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C4E510A-26CC-A35B-F015-945F796D83C9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설명이 들어갈 내용을 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작성하시고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kumimoji="1" lang="ko-KR" altLang="en-US" sz="1400" b="1" spc="-30" dirty="0">
                  <a:solidFill>
                    <a:srgbClr val="26A2F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강조하고 싶은 부분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은 볼드로 하세요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2080E6A0-A5F2-8505-3877-AEE449D2809F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9EA2510B-2A09-26EB-08AA-F988AA230D3D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549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05" name="그래픽 104">
                <a:extLst>
                  <a:ext uri="{FF2B5EF4-FFF2-40B4-BE49-F238E27FC236}">
                    <a16:creationId xmlns:a16="http://schemas.microsoft.com/office/drawing/2014/main" id="{40EDC55A-2C68-7414-69A9-A1562E7655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9863204A-EEE0-7ABC-BD7B-2CC2BB8EAE07}"/>
              </a:ext>
            </a:extLst>
          </p:cNvPr>
          <p:cNvGrpSpPr/>
          <p:nvPr/>
        </p:nvGrpSpPr>
        <p:grpSpPr>
          <a:xfrm>
            <a:off x="4382971" y="2598114"/>
            <a:ext cx="3412332" cy="695255"/>
            <a:chOff x="494259" y="1603575"/>
            <a:chExt cx="3412332" cy="695255"/>
          </a:xfrm>
        </p:grpSpPr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6127D16E-AE50-ABD1-B9C4-C009E2A925F6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설명이 들어갈 내용을 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작성하시고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kumimoji="1" lang="ko-KR" altLang="en-US" sz="1400" b="1" spc="-30" dirty="0">
                  <a:solidFill>
                    <a:srgbClr val="26A2F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강조하고 싶은 부분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은 볼드로 하세요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8B0F9264-0765-0104-BBD6-D1F94B372455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109" name="타원 108">
                <a:extLst>
                  <a:ext uri="{FF2B5EF4-FFF2-40B4-BE49-F238E27FC236}">
                    <a16:creationId xmlns:a16="http://schemas.microsoft.com/office/drawing/2014/main" id="{1C7CF87A-FB6E-3A56-0E35-94C28DF81CBC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549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10" name="그래픽 109">
                <a:extLst>
                  <a:ext uri="{FF2B5EF4-FFF2-40B4-BE49-F238E27FC236}">
                    <a16:creationId xmlns:a16="http://schemas.microsoft.com/office/drawing/2014/main" id="{43EA369C-BE25-9B02-4027-73544CCF36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88EBEF31-5846-D9C3-847C-E5AF0CE93FD4}"/>
              </a:ext>
            </a:extLst>
          </p:cNvPr>
          <p:cNvGrpSpPr/>
          <p:nvPr/>
        </p:nvGrpSpPr>
        <p:grpSpPr>
          <a:xfrm>
            <a:off x="4382971" y="3592652"/>
            <a:ext cx="3412332" cy="695255"/>
            <a:chOff x="494259" y="1603575"/>
            <a:chExt cx="3412332" cy="695255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044F7C0C-AA4C-146B-BCD1-F836DF7F8762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설명이 들어갈 내용을 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작성하시고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kumimoji="1" lang="ko-KR" altLang="en-US" sz="1400" b="1" spc="-30" dirty="0">
                  <a:solidFill>
                    <a:srgbClr val="26A2F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강조하고 싶은 부분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은 볼드로 하세요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5D94F669-7E3D-F216-31D5-F687F493A9F8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257378A3-CFBC-E814-7F7B-82F8197D06A9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549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15" name="그래픽 114">
                <a:extLst>
                  <a:ext uri="{FF2B5EF4-FFF2-40B4-BE49-F238E27FC236}">
                    <a16:creationId xmlns:a16="http://schemas.microsoft.com/office/drawing/2014/main" id="{AEA92780-A0DE-D797-F76C-B095C84130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530D164A-A50A-3633-A443-434ED2850BB2}"/>
              </a:ext>
            </a:extLst>
          </p:cNvPr>
          <p:cNvGrpSpPr/>
          <p:nvPr/>
        </p:nvGrpSpPr>
        <p:grpSpPr>
          <a:xfrm>
            <a:off x="8251586" y="1603575"/>
            <a:ext cx="3412332" cy="695255"/>
            <a:chOff x="494259" y="1603575"/>
            <a:chExt cx="3412332" cy="695255"/>
          </a:xfrm>
        </p:grpSpPr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18AFA422-F0E3-0B43-EAA2-850947A60C2D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설명이 들어갈 내용을 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작성하시고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kumimoji="1" lang="ko-KR" altLang="en-US" sz="1400" b="1" spc="-3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강조하고 싶은 부분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은 볼드로 하세요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18" name="그룹 117">
              <a:extLst>
                <a:ext uri="{FF2B5EF4-FFF2-40B4-BE49-F238E27FC236}">
                  <a16:creationId xmlns:a16="http://schemas.microsoft.com/office/drawing/2014/main" id="{D21C30D2-A5CC-678B-5ECD-D3F6E86BEE63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id="{09FA877B-27C5-26D2-93BA-4128A8762E7B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20" name="그래픽 119">
                <a:extLst>
                  <a:ext uri="{FF2B5EF4-FFF2-40B4-BE49-F238E27FC236}">
                    <a16:creationId xmlns:a16="http://schemas.microsoft.com/office/drawing/2014/main" id="{43E3019A-7BF0-0B46-7DAB-927A07BD40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A63D9CA0-FC49-5219-041B-10718E68E790}"/>
              </a:ext>
            </a:extLst>
          </p:cNvPr>
          <p:cNvGrpSpPr/>
          <p:nvPr/>
        </p:nvGrpSpPr>
        <p:grpSpPr>
          <a:xfrm>
            <a:off x="8251586" y="2598114"/>
            <a:ext cx="3412332" cy="695255"/>
            <a:chOff x="494259" y="1603575"/>
            <a:chExt cx="3412332" cy="695255"/>
          </a:xfrm>
        </p:grpSpPr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08F4AAB2-BC68-AF1E-AB7A-760C252970BB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설명이 들어갈 내용을 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작성하시고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kumimoji="1" lang="ko-KR" altLang="en-US" sz="1400" b="1" spc="-3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강조하고 싶은 부분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은 볼드로 하세요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F2ECE6A3-3DDB-CE8F-D36F-0A838891E275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128" name="타원 127">
                <a:extLst>
                  <a:ext uri="{FF2B5EF4-FFF2-40B4-BE49-F238E27FC236}">
                    <a16:creationId xmlns:a16="http://schemas.microsoft.com/office/drawing/2014/main" id="{064E1C97-AEC6-8046-27AA-8DEE6D982132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29" name="그래픽 128">
                <a:extLst>
                  <a:ext uri="{FF2B5EF4-FFF2-40B4-BE49-F238E27FC236}">
                    <a16:creationId xmlns:a16="http://schemas.microsoft.com/office/drawing/2014/main" id="{58EAAC14-A4A5-2DF6-3A88-CC0925DB62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91E74119-06CF-1CAB-294E-D5EECAFFF279}"/>
              </a:ext>
            </a:extLst>
          </p:cNvPr>
          <p:cNvGrpSpPr/>
          <p:nvPr/>
        </p:nvGrpSpPr>
        <p:grpSpPr>
          <a:xfrm>
            <a:off x="8251586" y="3592652"/>
            <a:ext cx="3412332" cy="695255"/>
            <a:chOff x="494259" y="1603575"/>
            <a:chExt cx="3412332" cy="695255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635FFCB3-FFC4-6CD1-4DE9-A994E7A51E80}"/>
                </a:ext>
              </a:extLst>
            </p:cNvPr>
            <p:cNvSpPr txBox="1"/>
            <p:nvPr/>
          </p:nvSpPr>
          <p:spPr>
            <a:xfrm>
              <a:off x="587464" y="1603575"/>
              <a:ext cx="3319127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42875" marR="0" lvl="0" indent="-142875" algn="l" defTabSz="914400" rtl="0" eaLnBrk="1" fontAlgn="auto" latinLnBrk="1" hangingPunct="1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설명이 들어갈 내용을 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작성하시고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kumimoji="1" lang="ko-KR" altLang="en-US" sz="1400" b="1" spc="-3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강조하고 싶은 부분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은 볼드로 하세요</a:t>
              </a:r>
              <a:r>
                <a:rPr kumimoji="1" lang="en-US" altLang="ko-KR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1" lang="en-US" altLang="ko-KR" sz="140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2F32E1EA-1CCB-6A8E-1CDF-1C32BA151C3F}"/>
                </a:ext>
              </a:extLst>
            </p:cNvPr>
            <p:cNvGrpSpPr/>
            <p:nvPr/>
          </p:nvGrpSpPr>
          <p:grpSpPr>
            <a:xfrm rot="16200000">
              <a:off x="494259" y="1627526"/>
              <a:ext cx="168849" cy="168849"/>
              <a:chOff x="3571592" y="2993994"/>
              <a:chExt cx="229782" cy="229782"/>
            </a:xfrm>
          </p:grpSpPr>
          <p:sp>
            <p:nvSpPr>
              <p:cNvPr id="133" name="타원 132">
                <a:extLst>
                  <a:ext uri="{FF2B5EF4-FFF2-40B4-BE49-F238E27FC236}">
                    <a16:creationId xmlns:a16="http://schemas.microsoft.com/office/drawing/2014/main" id="{F12666F8-5645-C224-1975-A641D301F3E7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34" name="그래픽 133">
                <a:extLst>
                  <a:ext uri="{FF2B5EF4-FFF2-40B4-BE49-F238E27FC236}">
                    <a16:creationId xmlns:a16="http://schemas.microsoft.com/office/drawing/2014/main" id="{7A19FF72-91AC-7CE5-8A81-E51B4B208F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D9979655-63EA-586D-FC54-19CA557F71D8}"/>
              </a:ext>
            </a:extLst>
          </p:cNvPr>
          <p:cNvSpPr/>
          <p:nvPr/>
        </p:nvSpPr>
        <p:spPr>
          <a:xfrm>
            <a:off x="497533" y="4704991"/>
            <a:ext cx="3460692" cy="16659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E862A326-9EF7-6321-482E-8EA591B29378}"/>
              </a:ext>
            </a:extLst>
          </p:cNvPr>
          <p:cNvSpPr/>
          <p:nvPr/>
        </p:nvSpPr>
        <p:spPr>
          <a:xfrm>
            <a:off x="4368076" y="4704991"/>
            <a:ext cx="3460692" cy="16659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89325E14-F264-43EC-3F6F-E15F4922CD99}"/>
              </a:ext>
            </a:extLst>
          </p:cNvPr>
          <p:cNvSpPr/>
          <p:nvPr/>
        </p:nvSpPr>
        <p:spPr>
          <a:xfrm>
            <a:off x="8251144" y="4704991"/>
            <a:ext cx="3460692" cy="16659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B7BF92F-A0A2-3DBE-5D00-649C96132E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58"/>
          <a:stretch/>
        </p:blipFill>
        <p:spPr>
          <a:xfrm>
            <a:off x="495706" y="4704991"/>
            <a:ext cx="3410885" cy="16031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660E45F-3244-C970-4F5C-8ECE136B01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58"/>
          <a:stretch/>
        </p:blipFill>
        <p:spPr>
          <a:xfrm>
            <a:off x="4463049" y="4702892"/>
            <a:ext cx="3410885" cy="160313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B650D57-E1A4-04BA-C2E2-4CA30BD049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58"/>
          <a:stretch/>
        </p:blipFill>
        <p:spPr>
          <a:xfrm>
            <a:off x="8270838" y="4702892"/>
            <a:ext cx="3410885" cy="160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239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44D342-00E7-01F7-6246-0BDDA161F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185331B5-EC5D-097B-EC81-058BD05F5928}"/>
              </a:ext>
            </a:extLst>
          </p:cNvPr>
          <p:cNvGrpSpPr/>
          <p:nvPr/>
        </p:nvGrpSpPr>
        <p:grpSpPr>
          <a:xfrm>
            <a:off x="389475" y="1298323"/>
            <a:ext cx="11421018" cy="860415"/>
            <a:chOff x="389475" y="1298323"/>
            <a:chExt cx="11421018" cy="860415"/>
          </a:xfrm>
        </p:grpSpPr>
        <p:sp>
          <p:nvSpPr>
            <p:cNvPr id="3" name="모서리가 둥근 직사각형 1">
              <a:extLst>
                <a:ext uri="{FF2B5EF4-FFF2-40B4-BE49-F238E27FC236}">
                  <a16:creationId xmlns:a16="http://schemas.microsoft.com/office/drawing/2014/main" id="{2A09E746-94D4-A91F-F1EE-762DBF552E6D}"/>
                </a:ext>
              </a:extLst>
            </p:cNvPr>
            <p:cNvSpPr/>
            <p:nvPr/>
          </p:nvSpPr>
          <p:spPr>
            <a:xfrm>
              <a:off x="389475" y="1298323"/>
              <a:ext cx="11421018" cy="860415"/>
            </a:xfrm>
            <a:prstGeom prst="roundRect">
              <a:avLst>
                <a:gd name="adj" fmla="val 8695"/>
              </a:avLst>
            </a:prstGeom>
            <a:solidFill>
              <a:srgbClr val="F8F8F8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" name="모서리가 둥근 직사각형 2">
              <a:extLst>
                <a:ext uri="{FF2B5EF4-FFF2-40B4-BE49-F238E27FC236}">
                  <a16:creationId xmlns:a16="http://schemas.microsoft.com/office/drawing/2014/main" id="{233F0859-4E9B-44B2-2617-F377D31F45CE}"/>
                </a:ext>
              </a:extLst>
            </p:cNvPr>
            <p:cNvSpPr/>
            <p:nvPr/>
          </p:nvSpPr>
          <p:spPr>
            <a:xfrm>
              <a:off x="504479" y="1407949"/>
              <a:ext cx="11191010" cy="641162"/>
            </a:xfrm>
            <a:prstGeom prst="roundRect">
              <a:avLst>
                <a:gd name="adj" fmla="val 9744"/>
              </a:avLst>
            </a:prstGeom>
            <a:solidFill>
              <a:schemeClr val="bg1"/>
            </a:solidFill>
            <a:ln w="12700">
              <a:solidFill>
                <a:schemeClr val="bg1">
                  <a:lumMod val="9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5" name="양쪽 모서리가 둥근 사각형 6">
            <a:extLst>
              <a:ext uri="{FF2B5EF4-FFF2-40B4-BE49-F238E27FC236}">
                <a16:creationId xmlns:a16="http://schemas.microsoft.com/office/drawing/2014/main" id="{E92B7AA2-7165-AC49-C0E7-DAE61E9B5CDB}"/>
              </a:ext>
            </a:extLst>
          </p:cNvPr>
          <p:cNvSpPr/>
          <p:nvPr/>
        </p:nvSpPr>
        <p:spPr>
          <a:xfrm>
            <a:off x="4631866" y="1074656"/>
            <a:ext cx="2928268" cy="317684"/>
          </a:xfrm>
          <a:prstGeom prst="round2SameRect">
            <a:avLst>
              <a:gd name="adj1" fmla="val 37117"/>
              <a:gd name="adj2" fmla="val 0"/>
            </a:avLst>
          </a:prstGeom>
          <a:solidFill>
            <a:srgbClr val="1243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A4503F-6628-5832-3881-A0552C005C1D}"/>
              </a:ext>
            </a:extLst>
          </p:cNvPr>
          <p:cNvSpPr txBox="1"/>
          <p:nvPr/>
        </p:nvSpPr>
        <p:spPr>
          <a:xfrm>
            <a:off x="5464782" y="1125961"/>
            <a:ext cx="1262437" cy="23711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500" b="1" spc="-4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텍스트 자리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8843A1-8E03-A369-B678-96B9714F7E20}"/>
              </a:ext>
            </a:extLst>
          </p:cNvPr>
          <p:cNvSpPr txBox="1"/>
          <p:nvPr/>
        </p:nvSpPr>
        <p:spPr>
          <a:xfrm>
            <a:off x="2320277" y="1573534"/>
            <a:ext cx="7551446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2000" kern="0" dirty="0"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대표적인 설명이 큰 텍스트로 들어가는 자리입니다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E7B5C2A-7FD1-986A-4CBE-CB8CE0669E8E}"/>
              </a:ext>
            </a:extLst>
          </p:cNvPr>
          <p:cNvGrpSpPr/>
          <p:nvPr/>
        </p:nvGrpSpPr>
        <p:grpSpPr>
          <a:xfrm>
            <a:off x="4994420" y="2158738"/>
            <a:ext cx="2203160" cy="592913"/>
            <a:chOff x="4038836" y="3673588"/>
            <a:chExt cx="4117192" cy="2106839"/>
          </a:xfrm>
          <a:gradFill>
            <a:gsLst>
              <a:gs pos="0">
                <a:srgbClr val="274893">
                  <a:alpha val="0"/>
                </a:srgbClr>
              </a:gs>
              <a:gs pos="100000">
                <a:srgbClr val="274893">
                  <a:alpha val="50000"/>
                </a:srgbClr>
              </a:gs>
            </a:gsLst>
            <a:lin ang="5400000" scaled="0"/>
          </a:gradFill>
        </p:grpSpPr>
        <p:sp>
          <p:nvSpPr>
            <p:cNvPr id="9" name="자유형 17">
              <a:extLst>
                <a:ext uri="{FF2B5EF4-FFF2-40B4-BE49-F238E27FC236}">
                  <a16:creationId xmlns:a16="http://schemas.microsoft.com/office/drawing/2014/main" id="{5E892B7D-D1D6-52CA-7800-20BB63960071}"/>
                </a:ext>
              </a:extLst>
            </p:cNvPr>
            <p:cNvSpPr/>
            <p:nvPr/>
          </p:nvSpPr>
          <p:spPr>
            <a:xfrm>
              <a:off x="5046816" y="5288650"/>
              <a:ext cx="2170248" cy="491777"/>
            </a:xfrm>
            <a:custGeom>
              <a:avLst/>
              <a:gdLst>
                <a:gd name="connsiteX0" fmla="*/ 737669 w 1475202"/>
                <a:gd name="connsiteY0" fmla="*/ 491778 h 491777"/>
                <a:gd name="connsiteX1" fmla="*/ 1475202 w 1475202"/>
                <a:gd name="connsiteY1" fmla="*/ 0 h 491777"/>
                <a:gd name="connsiteX2" fmla="*/ 0 w 1475202"/>
                <a:gd name="connsiteY2" fmla="*/ 0 h 491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75202" h="491777">
                  <a:moveTo>
                    <a:pt x="737669" y="491778"/>
                  </a:moveTo>
                  <a:lnTo>
                    <a:pt x="147520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3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" name="자유형 18">
              <a:extLst>
                <a:ext uri="{FF2B5EF4-FFF2-40B4-BE49-F238E27FC236}">
                  <a16:creationId xmlns:a16="http://schemas.microsoft.com/office/drawing/2014/main" id="{6CBA2DB0-980C-EE03-D46F-75CBDF7C7C22}"/>
                </a:ext>
              </a:extLst>
            </p:cNvPr>
            <p:cNvSpPr/>
            <p:nvPr/>
          </p:nvSpPr>
          <p:spPr>
            <a:xfrm>
              <a:off x="4038836" y="3673588"/>
              <a:ext cx="4117192" cy="1615062"/>
            </a:xfrm>
            <a:custGeom>
              <a:avLst/>
              <a:gdLst>
                <a:gd name="connsiteX0" fmla="*/ 2798616 w 2798616"/>
                <a:gd name="connsiteY0" fmla="*/ 0 h 1615062"/>
                <a:gd name="connsiteX1" fmla="*/ 1375783 w 2798616"/>
                <a:gd name="connsiteY1" fmla="*/ 0 h 1615062"/>
                <a:gd name="connsiteX2" fmla="*/ 1329960 w 2798616"/>
                <a:gd name="connsiteY2" fmla="*/ 0 h 1615062"/>
                <a:gd name="connsiteX3" fmla="*/ 0 w 2798616"/>
                <a:gd name="connsiteY3" fmla="*/ 0 h 1615062"/>
                <a:gd name="connsiteX4" fmla="*/ 665116 w 2798616"/>
                <a:gd name="connsiteY4" fmla="*/ 807258 h 1615062"/>
                <a:gd name="connsiteX5" fmla="*/ 899687 w 2798616"/>
                <a:gd name="connsiteY5" fmla="*/ 1615062 h 1615062"/>
                <a:gd name="connsiteX6" fmla="*/ 1330096 w 2798616"/>
                <a:gd name="connsiteY6" fmla="*/ 1615062 h 1615062"/>
                <a:gd name="connsiteX7" fmla="*/ 1375919 w 2798616"/>
                <a:gd name="connsiteY7" fmla="*/ 1615062 h 1615062"/>
                <a:gd name="connsiteX8" fmla="*/ 1899066 w 2798616"/>
                <a:gd name="connsiteY8" fmla="*/ 1615062 h 1615062"/>
                <a:gd name="connsiteX9" fmla="*/ 2133636 w 2798616"/>
                <a:gd name="connsiteY9" fmla="*/ 807258 h 1615062"/>
                <a:gd name="connsiteX10" fmla="*/ 2798616 w 2798616"/>
                <a:gd name="connsiteY10" fmla="*/ 0 h 1615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98616" h="1615062">
                  <a:moveTo>
                    <a:pt x="2798616" y="0"/>
                  </a:moveTo>
                  <a:lnTo>
                    <a:pt x="1375783" y="0"/>
                  </a:lnTo>
                  <a:lnTo>
                    <a:pt x="1329960" y="0"/>
                  </a:lnTo>
                  <a:lnTo>
                    <a:pt x="0" y="0"/>
                  </a:lnTo>
                  <a:cubicBezTo>
                    <a:pt x="149880" y="277410"/>
                    <a:pt x="415271" y="491914"/>
                    <a:pt x="665116" y="807258"/>
                  </a:cubicBezTo>
                  <a:cubicBezTo>
                    <a:pt x="914961" y="1122602"/>
                    <a:pt x="899687" y="1615062"/>
                    <a:pt x="899687" y="1615062"/>
                  </a:cubicBezTo>
                  <a:lnTo>
                    <a:pt x="1330096" y="1615062"/>
                  </a:lnTo>
                  <a:lnTo>
                    <a:pt x="1375919" y="1615062"/>
                  </a:lnTo>
                  <a:lnTo>
                    <a:pt x="1899066" y="1615062"/>
                  </a:lnTo>
                  <a:cubicBezTo>
                    <a:pt x="1899066" y="1615062"/>
                    <a:pt x="1883655" y="1122738"/>
                    <a:pt x="2133636" y="807258"/>
                  </a:cubicBezTo>
                  <a:cubicBezTo>
                    <a:pt x="2383617" y="491778"/>
                    <a:pt x="2648736" y="277410"/>
                    <a:pt x="2798616" y="0"/>
                  </a:cubicBezTo>
                  <a:close/>
                </a:path>
              </a:pathLst>
            </a:custGeom>
            <a:grpFill/>
            <a:ln w="13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E5C978B-69D7-D3E6-B044-85562E558968}"/>
              </a:ext>
            </a:extLst>
          </p:cNvPr>
          <p:cNvGrpSpPr/>
          <p:nvPr/>
        </p:nvGrpSpPr>
        <p:grpSpPr>
          <a:xfrm>
            <a:off x="0" y="2888610"/>
            <a:ext cx="1646037" cy="581754"/>
            <a:chOff x="0" y="2909335"/>
            <a:chExt cx="1646037" cy="581754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657656C-4B3B-81F7-67B7-5EBF32AA4EAE}"/>
                </a:ext>
              </a:extLst>
            </p:cNvPr>
            <p:cNvSpPr/>
            <p:nvPr/>
          </p:nvSpPr>
          <p:spPr>
            <a:xfrm>
              <a:off x="0" y="2909335"/>
              <a:ext cx="1307592" cy="5817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" name="모서리가 둥근 직사각형 23">
              <a:extLst>
                <a:ext uri="{FF2B5EF4-FFF2-40B4-BE49-F238E27FC236}">
                  <a16:creationId xmlns:a16="http://schemas.microsoft.com/office/drawing/2014/main" id="{D13E4A6A-7FF2-4753-FDCB-B0A4FB950D2C}"/>
                </a:ext>
              </a:extLst>
            </p:cNvPr>
            <p:cNvSpPr/>
            <p:nvPr/>
          </p:nvSpPr>
          <p:spPr>
            <a:xfrm>
              <a:off x="389475" y="2909335"/>
              <a:ext cx="1256562" cy="581754"/>
            </a:xfrm>
            <a:prstGeom prst="roundRect">
              <a:avLst>
                <a:gd name="adj" fmla="val 50000"/>
              </a:avLst>
            </a:prstGeom>
            <a:solidFill>
              <a:srgbClr val="12437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4" name="모서리가 둥근 직사각형 30">
              <a:extLst>
                <a:ext uri="{FF2B5EF4-FFF2-40B4-BE49-F238E27FC236}">
                  <a16:creationId xmlns:a16="http://schemas.microsoft.com/office/drawing/2014/main" id="{C8B65742-BF97-A81C-2700-5AC7C943600F}"/>
                </a:ext>
              </a:extLst>
            </p:cNvPr>
            <p:cNvSpPr/>
            <p:nvPr/>
          </p:nvSpPr>
          <p:spPr>
            <a:xfrm>
              <a:off x="479130" y="2984846"/>
              <a:ext cx="1077250" cy="43073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508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kumimoji="1" lang="en-US" altLang="ko-KR" sz="1500" b="1" spc="-40" dirty="0">
                  <a:solidFill>
                    <a:srgbClr val="124378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1 </a:t>
              </a:r>
              <a:r>
                <a:rPr kumimoji="1" lang="ko-KR" altLang="en-US" sz="1500" b="1" spc="-40" dirty="0">
                  <a:solidFill>
                    <a:srgbClr val="124378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그룹 제목</a:t>
              </a:r>
            </a:p>
          </p:txBody>
        </p:sp>
      </p:grpSp>
      <p:cxnSp>
        <p:nvCxnSpPr>
          <p:cNvPr id="15" name="직선 연결선[R] 49">
            <a:extLst>
              <a:ext uri="{FF2B5EF4-FFF2-40B4-BE49-F238E27FC236}">
                <a16:creationId xmlns:a16="http://schemas.microsoft.com/office/drawing/2014/main" id="{FEBA080A-A9D3-E1AF-7A1B-C8CB82AE4058}"/>
              </a:ext>
            </a:extLst>
          </p:cNvPr>
          <p:cNvCxnSpPr>
            <a:cxnSpLocks/>
          </p:cNvCxnSpPr>
          <p:nvPr/>
        </p:nvCxnSpPr>
        <p:spPr>
          <a:xfrm>
            <a:off x="0" y="3667959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F597094-7E38-AC35-95FC-314CA8BB55FE}"/>
              </a:ext>
            </a:extLst>
          </p:cNvPr>
          <p:cNvGrpSpPr/>
          <p:nvPr/>
        </p:nvGrpSpPr>
        <p:grpSpPr>
          <a:xfrm>
            <a:off x="0" y="3878192"/>
            <a:ext cx="1646037" cy="581754"/>
            <a:chOff x="0" y="3854908"/>
            <a:chExt cx="1646037" cy="581754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4C52F1E-0E01-6F12-2896-9D9512CAEB1F}"/>
                </a:ext>
              </a:extLst>
            </p:cNvPr>
            <p:cNvSpPr/>
            <p:nvPr/>
          </p:nvSpPr>
          <p:spPr>
            <a:xfrm>
              <a:off x="0" y="3854908"/>
              <a:ext cx="1307592" cy="5817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8" name="모서리가 둥근 직사각형 57">
              <a:extLst>
                <a:ext uri="{FF2B5EF4-FFF2-40B4-BE49-F238E27FC236}">
                  <a16:creationId xmlns:a16="http://schemas.microsoft.com/office/drawing/2014/main" id="{A434C2A0-EE23-8CC6-BED1-185BF2D48535}"/>
                </a:ext>
              </a:extLst>
            </p:cNvPr>
            <p:cNvSpPr/>
            <p:nvPr/>
          </p:nvSpPr>
          <p:spPr>
            <a:xfrm>
              <a:off x="389475" y="3854908"/>
              <a:ext cx="1256562" cy="581754"/>
            </a:xfrm>
            <a:prstGeom prst="roundRect">
              <a:avLst>
                <a:gd name="adj" fmla="val 50000"/>
              </a:avLst>
            </a:prstGeom>
            <a:solidFill>
              <a:srgbClr val="00999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9" name="모서리가 둥근 직사각형 58">
              <a:extLst>
                <a:ext uri="{FF2B5EF4-FFF2-40B4-BE49-F238E27FC236}">
                  <a16:creationId xmlns:a16="http://schemas.microsoft.com/office/drawing/2014/main" id="{FBC64B05-0244-9D71-1AA7-38438AEEB3AC}"/>
                </a:ext>
              </a:extLst>
            </p:cNvPr>
            <p:cNvSpPr/>
            <p:nvPr/>
          </p:nvSpPr>
          <p:spPr>
            <a:xfrm>
              <a:off x="479130" y="3930419"/>
              <a:ext cx="1077250" cy="43073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508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kumimoji="1" lang="en-US" altLang="ko-KR" sz="1500" b="1" spc="-40" dirty="0">
                  <a:solidFill>
                    <a:srgbClr val="00999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2 </a:t>
              </a:r>
              <a:r>
                <a:rPr kumimoji="1" lang="ko-KR" altLang="en-US" sz="1500" b="1" spc="-40" dirty="0">
                  <a:solidFill>
                    <a:srgbClr val="00999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그룹 제목</a:t>
              </a:r>
            </a:p>
          </p:txBody>
        </p:sp>
      </p:grpSp>
      <p:sp>
        <p:nvSpPr>
          <p:cNvPr id="20" name="모서리가 둥근 직사각형 61">
            <a:extLst>
              <a:ext uri="{FF2B5EF4-FFF2-40B4-BE49-F238E27FC236}">
                <a16:creationId xmlns:a16="http://schemas.microsoft.com/office/drawing/2014/main" id="{36D86639-FE5F-1486-9F9B-92D27C9073FB}"/>
              </a:ext>
            </a:extLst>
          </p:cNvPr>
          <p:cNvSpPr/>
          <p:nvPr/>
        </p:nvSpPr>
        <p:spPr>
          <a:xfrm>
            <a:off x="1828107" y="3854908"/>
            <a:ext cx="9982386" cy="2493337"/>
          </a:xfrm>
          <a:prstGeom prst="roundRect">
            <a:avLst>
              <a:gd name="adj" fmla="val 5003"/>
            </a:avLst>
          </a:prstGeom>
          <a:solidFill>
            <a:srgbClr val="00999F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모서리가 둥근 직사각형 62">
            <a:extLst>
              <a:ext uri="{FF2B5EF4-FFF2-40B4-BE49-F238E27FC236}">
                <a16:creationId xmlns:a16="http://schemas.microsoft.com/office/drawing/2014/main" id="{28D74833-8F14-9DF7-6235-CD6442BB46F9}"/>
              </a:ext>
            </a:extLst>
          </p:cNvPr>
          <p:cNvSpPr/>
          <p:nvPr/>
        </p:nvSpPr>
        <p:spPr>
          <a:xfrm>
            <a:off x="1937808" y="3947922"/>
            <a:ext cx="2265912" cy="1115304"/>
          </a:xfrm>
          <a:prstGeom prst="roundRect">
            <a:avLst>
              <a:gd name="adj" fmla="val 1184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2" name="모서리가 둥근 직사각형 63">
            <a:extLst>
              <a:ext uri="{FF2B5EF4-FFF2-40B4-BE49-F238E27FC236}">
                <a16:creationId xmlns:a16="http://schemas.microsoft.com/office/drawing/2014/main" id="{BA2AC3D2-3FBB-7BFE-B25D-00CAE4979559}"/>
              </a:ext>
            </a:extLst>
          </p:cNvPr>
          <p:cNvSpPr/>
          <p:nvPr/>
        </p:nvSpPr>
        <p:spPr>
          <a:xfrm>
            <a:off x="1937808" y="5113292"/>
            <a:ext cx="2265912" cy="1115304"/>
          </a:xfrm>
          <a:prstGeom prst="roundRect">
            <a:avLst>
              <a:gd name="adj" fmla="val 1184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모서리가 둥근 직사각형 69">
            <a:extLst>
              <a:ext uri="{FF2B5EF4-FFF2-40B4-BE49-F238E27FC236}">
                <a16:creationId xmlns:a16="http://schemas.microsoft.com/office/drawing/2014/main" id="{8CB3B404-2475-BA28-6FA3-B542C7A6DFFE}"/>
              </a:ext>
            </a:extLst>
          </p:cNvPr>
          <p:cNvSpPr/>
          <p:nvPr/>
        </p:nvSpPr>
        <p:spPr>
          <a:xfrm>
            <a:off x="4357375" y="3947922"/>
            <a:ext cx="2369843" cy="1115304"/>
          </a:xfrm>
          <a:prstGeom prst="roundRect">
            <a:avLst>
              <a:gd name="adj" fmla="val 1184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모서리가 둥근 직사각형 70">
            <a:extLst>
              <a:ext uri="{FF2B5EF4-FFF2-40B4-BE49-F238E27FC236}">
                <a16:creationId xmlns:a16="http://schemas.microsoft.com/office/drawing/2014/main" id="{64D4C227-B080-3E02-2A9C-66BFCEEF3216}"/>
              </a:ext>
            </a:extLst>
          </p:cNvPr>
          <p:cNvSpPr/>
          <p:nvPr/>
        </p:nvSpPr>
        <p:spPr>
          <a:xfrm>
            <a:off x="4357375" y="5113292"/>
            <a:ext cx="2369843" cy="1115304"/>
          </a:xfrm>
          <a:prstGeom prst="roundRect">
            <a:avLst>
              <a:gd name="adj" fmla="val 1184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모서리가 둥근 직사각형 72">
            <a:extLst>
              <a:ext uri="{FF2B5EF4-FFF2-40B4-BE49-F238E27FC236}">
                <a16:creationId xmlns:a16="http://schemas.microsoft.com/office/drawing/2014/main" id="{F532A349-1CD5-5042-6291-6A05E1526BD1}"/>
              </a:ext>
            </a:extLst>
          </p:cNvPr>
          <p:cNvSpPr/>
          <p:nvPr/>
        </p:nvSpPr>
        <p:spPr>
          <a:xfrm>
            <a:off x="6903148" y="3947922"/>
            <a:ext cx="2369843" cy="1115304"/>
          </a:xfrm>
          <a:prstGeom prst="roundRect">
            <a:avLst>
              <a:gd name="adj" fmla="val 1184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모서리가 둥근 직사각형 73">
            <a:extLst>
              <a:ext uri="{FF2B5EF4-FFF2-40B4-BE49-F238E27FC236}">
                <a16:creationId xmlns:a16="http://schemas.microsoft.com/office/drawing/2014/main" id="{A19F3443-B9EF-6F82-BC7A-37C6A1EE3E1B}"/>
              </a:ext>
            </a:extLst>
          </p:cNvPr>
          <p:cNvSpPr/>
          <p:nvPr/>
        </p:nvSpPr>
        <p:spPr>
          <a:xfrm>
            <a:off x="6903148" y="5113292"/>
            <a:ext cx="2369843" cy="1115304"/>
          </a:xfrm>
          <a:prstGeom prst="roundRect">
            <a:avLst>
              <a:gd name="adj" fmla="val 1184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모서리가 둥근 직사각형 75">
            <a:extLst>
              <a:ext uri="{FF2B5EF4-FFF2-40B4-BE49-F238E27FC236}">
                <a16:creationId xmlns:a16="http://schemas.microsoft.com/office/drawing/2014/main" id="{B02546D9-A384-DB69-806F-DBD51150D275}"/>
              </a:ext>
            </a:extLst>
          </p:cNvPr>
          <p:cNvSpPr/>
          <p:nvPr/>
        </p:nvSpPr>
        <p:spPr>
          <a:xfrm>
            <a:off x="9434881" y="3947922"/>
            <a:ext cx="2265912" cy="1115304"/>
          </a:xfrm>
          <a:prstGeom prst="roundRect">
            <a:avLst>
              <a:gd name="adj" fmla="val 1184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모서리가 둥근 직사각형 76">
            <a:extLst>
              <a:ext uri="{FF2B5EF4-FFF2-40B4-BE49-F238E27FC236}">
                <a16:creationId xmlns:a16="http://schemas.microsoft.com/office/drawing/2014/main" id="{15B873E7-0C8B-6A4D-79D9-C600C94BD46C}"/>
              </a:ext>
            </a:extLst>
          </p:cNvPr>
          <p:cNvSpPr/>
          <p:nvPr/>
        </p:nvSpPr>
        <p:spPr>
          <a:xfrm>
            <a:off x="9434881" y="5113292"/>
            <a:ext cx="2265912" cy="1115304"/>
          </a:xfrm>
          <a:prstGeom prst="roundRect">
            <a:avLst>
              <a:gd name="adj" fmla="val 1184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9" name="모서리가 둥근 직사각형 50">
            <a:extLst>
              <a:ext uri="{FF2B5EF4-FFF2-40B4-BE49-F238E27FC236}">
                <a16:creationId xmlns:a16="http://schemas.microsoft.com/office/drawing/2014/main" id="{09512BCD-1721-DC7C-83B0-7D49A0250A4E}"/>
              </a:ext>
            </a:extLst>
          </p:cNvPr>
          <p:cNvSpPr/>
          <p:nvPr/>
        </p:nvSpPr>
        <p:spPr>
          <a:xfrm>
            <a:off x="1828107" y="2867894"/>
            <a:ext cx="2375613" cy="623193"/>
          </a:xfrm>
          <a:prstGeom prst="roundRect">
            <a:avLst>
              <a:gd name="adj" fmla="val 19589"/>
            </a:avLst>
          </a:prstGeom>
          <a:solidFill>
            <a:schemeClr val="bg1"/>
          </a:solidFill>
          <a:ln>
            <a:solidFill>
              <a:srgbClr val="124378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10000"/>
              </a:lnSpc>
            </a:pPr>
            <a:endParaRPr kumimoji="1" lang="ko-KR" altLang="en-US" sz="1100" spc="-3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6D5BEB-0D4C-160F-8626-E59768E4C8D5}"/>
              </a:ext>
            </a:extLst>
          </p:cNvPr>
          <p:cNvSpPr txBox="1"/>
          <p:nvPr/>
        </p:nvSpPr>
        <p:spPr>
          <a:xfrm>
            <a:off x="2289062" y="3221546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</a:t>
            </a:r>
          </a:p>
        </p:txBody>
      </p:sp>
      <p:sp>
        <p:nvSpPr>
          <p:cNvPr id="31" name="양쪽 모서리가 둥근 사각형 86">
            <a:extLst>
              <a:ext uri="{FF2B5EF4-FFF2-40B4-BE49-F238E27FC236}">
                <a16:creationId xmlns:a16="http://schemas.microsoft.com/office/drawing/2014/main" id="{68EA1392-A577-FA46-74BA-95EB1E07E225}"/>
              </a:ext>
            </a:extLst>
          </p:cNvPr>
          <p:cNvSpPr/>
          <p:nvPr/>
        </p:nvSpPr>
        <p:spPr>
          <a:xfrm>
            <a:off x="1828107" y="2867891"/>
            <a:ext cx="2375613" cy="311596"/>
          </a:xfrm>
          <a:prstGeom prst="round2SameRect">
            <a:avLst>
              <a:gd name="adj1" fmla="val 38071"/>
              <a:gd name="adj2" fmla="val 0"/>
            </a:avLst>
          </a:prstGeom>
          <a:solidFill>
            <a:srgbClr val="1243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7727EA-844A-8E23-D13A-0504C7F77E95}"/>
              </a:ext>
            </a:extLst>
          </p:cNvPr>
          <p:cNvSpPr txBox="1"/>
          <p:nvPr/>
        </p:nvSpPr>
        <p:spPr>
          <a:xfrm>
            <a:off x="2289062" y="2926132"/>
            <a:ext cx="1453701" cy="221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lnSpc>
                <a:spcPct val="110000"/>
              </a:lnSpc>
              <a:defRPr kumimoji="1" sz="1300" b="1" spc="-4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텍스트 자리</a:t>
            </a:r>
          </a:p>
        </p:txBody>
      </p:sp>
      <p:sp>
        <p:nvSpPr>
          <p:cNvPr id="33" name="모서리가 둥근 직사각형 90">
            <a:extLst>
              <a:ext uri="{FF2B5EF4-FFF2-40B4-BE49-F238E27FC236}">
                <a16:creationId xmlns:a16="http://schemas.microsoft.com/office/drawing/2014/main" id="{42AED5D1-F056-7B35-A870-1AF5F05D47F7}"/>
              </a:ext>
            </a:extLst>
          </p:cNvPr>
          <p:cNvSpPr/>
          <p:nvPr/>
        </p:nvSpPr>
        <p:spPr>
          <a:xfrm>
            <a:off x="4354024" y="2867894"/>
            <a:ext cx="2375613" cy="623193"/>
          </a:xfrm>
          <a:prstGeom prst="roundRect">
            <a:avLst>
              <a:gd name="adj" fmla="val 19589"/>
            </a:avLst>
          </a:prstGeom>
          <a:solidFill>
            <a:schemeClr val="bg1"/>
          </a:solidFill>
          <a:ln>
            <a:solidFill>
              <a:srgbClr val="124378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10000"/>
              </a:lnSpc>
            </a:pPr>
            <a:endParaRPr kumimoji="1" lang="ko-KR" altLang="en-US" sz="1100" spc="-3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E5EAC7-70D5-CB3C-7B5B-436B29AD4AE2}"/>
              </a:ext>
            </a:extLst>
          </p:cNvPr>
          <p:cNvSpPr txBox="1"/>
          <p:nvPr/>
        </p:nvSpPr>
        <p:spPr>
          <a:xfrm>
            <a:off x="4814979" y="3221546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</a:t>
            </a:r>
          </a:p>
        </p:txBody>
      </p:sp>
      <p:sp>
        <p:nvSpPr>
          <p:cNvPr id="35" name="양쪽 모서리가 둥근 사각형 92">
            <a:extLst>
              <a:ext uri="{FF2B5EF4-FFF2-40B4-BE49-F238E27FC236}">
                <a16:creationId xmlns:a16="http://schemas.microsoft.com/office/drawing/2014/main" id="{E7C6B49A-299F-7E73-D267-F0FA54AE88FD}"/>
              </a:ext>
            </a:extLst>
          </p:cNvPr>
          <p:cNvSpPr/>
          <p:nvPr/>
        </p:nvSpPr>
        <p:spPr>
          <a:xfrm>
            <a:off x="4354024" y="2867891"/>
            <a:ext cx="2375613" cy="311596"/>
          </a:xfrm>
          <a:prstGeom prst="round2SameRect">
            <a:avLst>
              <a:gd name="adj1" fmla="val 38071"/>
              <a:gd name="adj2" fmla="val 0"/>
            </a:avLst>
          </a:prstGeom>
          <a:solidFill>
            <a:srgbClr val="1243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921436-0629-6E72-D0E0-CF544E48A7FD}"/>
              </a:ext>
            </a:extLst>
          </p:cNvPr>
          <p:cNvSpPr txBox="1"/>
          <p:nvPr/>
        </p:nvSpPr>
        <p:spPr>
          <a:xfrm>
            <a:off x="4814979" y="2926132"/>
            <a:ext cx="1453701" cy="221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lnSpc>
                <a:spcPct val="110000"/>
              </a:lnSpc>
              <a:defRPr kumimoji="1" sz="1300" b="1" spc="-4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텍스트 자리</a:t>
            </a:r>
          </a:p>
        </p:txBody>
      </p:sp>
      <p:sp>
        <p:nvSpPr>
          <p:cNvPr id="37" name="모서리가 둥근 직사각형 95">
            <a:extLst>
              <a:ext uri="{FF2B5EF4-FFF2-40B4-BE49-F238E27FC236}">
                <a16:creationId xmlns:a16="http://schemas.microsoft.com/office/drawing/2014/main" id="{5AEE79C0-C963-FE87-B17B-35F6B0D1E2C7}"/>
              </a:ext>
            </a:extLst>
          </p:cNvPr>
          <p:cNvSpPr/>
          <p:nvPr/>
        </p:nvSpPr>
        <p:spPr>
          <a:xfrm>
            <a:off x="6888994" y="2867894"/>
            <a:ext cx="2375613" cy="623193"/>
          </a:xfrm>
          <a:prstGeom prst="roundRect">
            <a:avLst>
              <a:gd name="adj" fmla="val 19589"/>
            </a:avLst>
          </a:prstGeom>
          <a:solidFill>
            <a:schemeClr val="bg1"/>
          </a:solidFill>
          <a:ln>
            <a:solidFill>
              <a:srgbClr val="124378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10000"/>
              </a:lnSpc>
            </a:pPr>
            <a:endParaRPr kumimoji="1" lang="ko-KR" altLang="en-US" sz="1100" spc="-3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FDB54B4-54FB-563C-76DF-EEA34D595947}"/>
              </a:ext>
            </a:extLst>
          </p:cNvPr>
          <p:cNvSpPr txBox="1"/>
          <p:nvPr/>
        </p:nvSpPr>
        <p:spPr>
          <a:xfrm>
            <a:off x="7349949" y="3221546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</a:t>
            </a:r>
          </a:p>
        </p:txBody>
      </p:sp>
      <p:sp>
        <p:nvSpPr>
          <p:cNvPr id="39" name="양쪽 모서리가 둥근 사각형 97">
            <a:extLst>
              <a:ext uri="{FF2B5EF4-FFF2-40B4-BE49-F238E27FC236}">
                <a16:creationId xmlns:a16="http://schemas.microsoft.com/office/drawing/2014/main" id="{E0706F31-13D7-5DE1-11A5-617178522C40}"/>
              </a:ext>
            </a:extLst>
          </p:cNvPr>
          <p:cNvSpPr/>
          <p:nvPr/>
        </p:nvSpPr>
        <p:spPr>
          <a:xfrm>
            <a:off x="6888994" y="2867891"/>
            <a:ext cx="2375613" cy="311596"/>
          </a:xfrm>
          <a:prstGeom prst="round2SameRect">
            <a:avLst>
              <a:gd name="adj1" fmla="val 38071"/>
              <a:gd name="adj2" fmla="val 0"/>
            </a:avLst>
          </a:prstGeom>
          <a:solidFill>
            <a:srgbClr val="1243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81B8D32-9B8F-63CC-4073-B5229737E7FC}"/>
              </a:ext>
            </a:extLst>
          </p:cNvPr>
          <p:cNvSpPr txBox="1"/>
          <p:nvPr/>
        </p:nvSpPr>
        <p:spPr>
          <a:xfrm>
            <a:off x="7349949" y="2926132"/>
            <a:ext cx="1453701" cy="205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300" b="1" spc="-4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sp>
        <p:nvSpPr>
          <p:cNvPr id="41" name="모서리가 둥근 직사각형 100">
            <a:extLst>
              <a:ext uri="{FF2B5EF4-FFF2-40B4-BE49-F238E27FC236}">
                <a16:creationId xmlns:a16="http://schemas.microsoft.com/office/drawing/2014/main" id="{DA5A555E-CEDF-9DE9-3815-D0CCF31F2AF4}"/>
              </a:ext>
            </a:extLst>
          </p:cNvPr>
          <p:cNvSpPr/>
          <p:nvPr/>
        </p:nvSpPr>
        <p:spPr>
          <a:xfrm>
            <a:off x="9428994" y="2867894"/>
            <a:ext cx="2375613" cy="623193"/>
          </a:xfrm>
          <a:prstGeom prst="roundRect">
            <a:avLst>
              <a:gd name="adj" fmla="val 19589"/>
            </a:avLst>
          </a:prstGeom>
          <a:solidFill>
            <a:schemeClr val="bg1"/>
          </a:solidFill>
          <a:ln>
            <a:solidFill>
              <a:srgbClr val="124378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10000"/>
              </a:lnSpc>
            </a:pPr>
            <a:endParaRPr kumimoji="1" lang="ko-KR" altLang="en-US" sz="1100" spc="-3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228944-A66D-10D1-1CAD-8BBF085E1C59}"/>
              </a:ext>
            </a:extLst>
          </p:cNvPr>
          <p:cNvSpPr txBox="1"/>
          <p:nvPr/>
        </p:nvSpPr>
        <p:spPr>
          <a:xfrm>
            <a:off x="9889949" y="3221546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</a:t>
            </a:r>
          </a:p>
        </p:txBody>
      </p:sp>
      <p:sp>
        <p:nvSpPr>
          <p:cNvPr id="43" name="양쪽 모서리가 둥근 사각형 102">
            <a:extLst>
              <a:ext uri="{FF2B5EF4-FFF2-40B4-BE49-F238E27FC236}">
                <a16:creationId xmlns:a16="http://schemas.microsoft.com/office/drawing/2014/main" id="{0C895258-39B5-F3C0-3C4D-D182F37EDB99}"/>
              </a:ext>
            </a:extLst>
          </p:cNvPr>
          <p:cNvSpPr/>
          <p:nvPr/>
        </p:nvSpPr>
        <p:spPr>
          <a:xfrm>
            <a:off x="9428994" y="2867891"/>
            <a:ext cx="2375613" cy="311596"/>
          </a:xfrm>
          <a:prstGeom prst="round2SameRect">
            <a:avLst>
              <a:gd name="adj1" fmla="val 38071"/>
              <a:gd name="adj2" fmla="val 0"/>
            </a:avLst>
          </a:prstGeom>
          <a:solidFill>
            <a:srgbClr val="1243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2FA8E9B-699E-BE99-AEC2-444153B61A34}"/>
              </a:ext>
            </a:extLst>
          </p:cNvPr>
          <p:cNvSpPr txBox="1"/>
          <p:nvPr/>
        </p:nvSpPr>
        <p:spPr>
          <a:xfrm>
            <a:off x="9889949" y="2926132"/>
            <a:ext cx="1453701" cy="221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lnSpc>
                <a:spcPct val="110000"/>
              </a:lnSpc>
              <a:defRPr kumimoji="1" sz="1300" b="1" spc="-4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텍스트 자리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5507F65-D966-56C7-40E6-A7CC4FCFAC42}"/>
              </a:ext>
            </a:extLst>
          </p:cNvPr>
          <p:cNvSpPr txBox="1"/>
          <p:nvPr/>
        </p:nvSpPr>
        <p:spPr>
          <a:xfrm>
            <a:off x="2111880" y="4413552"/>
            <a:ext cx="1917768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DC61CBE-7DF5-F63A-C1BC-D68C22A21B7C}"/>
              </a:ext>
            </a:extLst>
          </p:cNvPr>
          <p:cNvSpPr txBox="1"/>
          <p:nvPr/>
        </p:nvSpPr>
        <p:spPr>
          <a:xfrm>
            <a:off x="2343914" y="4058844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cxnSp>
        <p:nvCxnSpPr>
          <p:cNvPr id="47" name="직선 연결선[R] 107">
            <a:extLst>
              <a:ext uri="{FF2B5EF4-FFF2-40B4-BE49-F238E27FC236}">
                <a16:creationId xmlns:a16="http://schemas.microsoft.com/office/drawing/2014/main" id="{222A8A9A-426D-8239-9B73-EC414148FFE1}"/>
              </a:ext>
            </a:extLst>
          </p:cNvPr>
          <p:cNvCxnSpPr>
            <a:cxnSpLocks/>
          </p:cNvCxnSpPr>
          <p:nvPr/>
        </p:nvCxnSpPr>
        <p:spPr>
          <a:xfrm>
            <a:off x="2106418" y="4310453"/>
            <a:ext cx="1928693" cy="0"/>
          </a:xfrm>
          <a:prstGeom prst="line">
            <a:avLst/>
          </a:prstGeom>
          <a:ln>
            <a:solidFill>
              <a:srgbClr val="009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CE3CE9A9-B47B-4A6A-E167-3B91A970FA97}"/>
              </a:ext>
            </a:extLst>
          </p:cNvPr>
          <p:cNvGrpSpPr/>
          <p:nvPr/>
        </p:nvGrpSpPr>
        <p:grpSpPr>
          <a:xfrm>
            <a:off x="2251770" y="5022082"/>
            <a:ext cx="1637989" cy="141000"/>
            <a:chOff x="2251770" y="5022082"/>
            <a:chExt cx="1637989" cy="141000"/>
          </a:xfrm>
        </p:grpSpPr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7ACBE9CE-E46F-247C-8554-4188CD2E52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51770" y="5022082"/>
              <a:ext cx="47000" cy="141000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A1338D48-75C3-14BD-4EB5-B74112085A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42759" y="5022082"/>
              <a:ext cx="47000" cy="141000"/>
            </a:xfrm>
            <a:prstGeom prst="rect">
              <a:avLst/>
            </a:prstGeom>
          </p:spPr>
        </p:pic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85A1E53E-C99E-7C48-C5FA-AE8F5812008A}"/>
              </a:ext>
            </a:extLst>
          </p:cNvPr>
          <p:cNvSpPr txBox="1"/>
          <p:nvPr/>
        </p:nvSpPr>
        <p:spPr>
          <a:xfrm>
            <a:off x="2111880" y="5564545"/>
            <a:ext cx="1917768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08000" indent="-108000">
              <a:spcBef>
                <a:spcPts val="200"/>
              </a:spcBef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EC4A2BC-ADDC-DA8F-E399-F604D4446BF1}"/>
              </a:ext>
            </a:extLst>
          </p:cNvPr>
          <p:cNvSpPr txBox="1"/>
          <p:nvPr/>
        </p:nvSpPr>
        <p:spPr>
          <a:xfrm>
            <a:off x="2343914" y="5209837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cxnSp>
        <p:nvCxnSpPr>
          <p:cNvPr id="53" name="직선 연결선[R] 117">
            <a:extLst>
              <a:ext uri="{FF2B5EF4-FFF2-40B4-BE49-F238E27FC236}">
                <a16:creationId xmlns:a16="http://schemas.microsoft.com/office/drawing/2014/main" id="{AB63889C-1F65-C6CB-A566-7AFDAB520AB7}"/>
              </a:ext>
            </a:extLst>
          </p:cNvPr>
          <p:cNvCxnSpPr>
            <a:cxnSpLocks/>
          </p:cNvCxnSpPr>
          <p:nvPr/>
        </p:nvCxnSpPr>
        <p:spPr>
          <a:xfrm>
            <a:off x="2106418" y="5461446"/>
            <a:ext cx="1928693" cy="0"/>
          </a:xfrm>
          <a:prstGeom prst="line">
            <a:avLst/>
          </a:prstGeom>
          <a:ln>
            <a:solidFill>
              <a:srgbClr val="009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3044CAD-B210-EB33-0A98-B2D793F9113A}"/>
              </a:ext>
            </a:extLst>
          </p:cNvPr>
          <p:cNvSpPr txBox="1"/>
          <p:nvPr/>
        </p:nvSpPr>
        <p:spPr>
          <a:xfrm>
            <a:off x="4586515" y="4413552"/>
            <a:ext cx="1917768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08000" indent="-108000">
              <a:spcBef>
                <a:spcPts val="200"/>
              </a:spcBef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5C5D41E-8289-89AF-A656-872F1B115BB3}"/>
              </a:ext>
            </a:extLst>
          </p:cNvPr>
          <p:cNvSpPr txBox="1"/>
          <p:nvPr/>
        </p:nvSpPr>
        <p:spPr>
          <a:xfrm>
            <a:off x="4818549" y="4058844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cxnSp>
        <p:nvCxnSpPr>
          <p:cNvPr id="56" name="직선 연결선[R] 121">
            <a:extLst>
              <a:ext uri="{FF2B5EF4-FFF2-40B4-BE49-F238E27FC236}">
                <a16:creationId xmlns:a16="http://schemas.microsoft.com/office/drawing/2014/main" id="{F3B08258-1FA2-7826-4AA0-2F99DBD32FCF}"/>
              </a:ext>
            </a:extLst>
          </p:cNvPr>
          <p:cNvCxnSpPr>
            <a:cxnSpLocks/>
          </p:cNvCxnSpPr>
          <p:nvPr/>
        </p:nvCxnSpPr>
        <p:spPr>
          <a:xfrm>
            <a:off x="4581053" y="4310453"/>
            <a:ext cx="1928693" cy="0"/>
          </a:xfrm>
          <a:prstGeom prst="line">
            <a:avLst/>
          </a:prstGeom>
          <a:ln>
            <a:solidFill>
              <a:srgbClr val="009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E290444-4F20-951E-284E-FEED2243065F}"/>
              </a:ext>
            </a:extLst>
          </p:cNvPr>
          <p:cNvSpPr txBox="1"/>
          <p:nvPr/>
        </p:nvSpPr>
        <p:spPr>
          <a:xfrm>
            <a:off x="4586515" y="5564545"/>
            <a:ext cx="1917768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08000" indent="-108000">
              <a:spcBef>
                <a:spcPts val="200"/>
              </a:spcBef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199B11-A2AE-3AB0-9AA4-D22C1316D957}"/>
              </a:ext>
            </a:extLst>
          </p:cNvPr>
          <p:cNvSpPr txBox="1"/>
          <p:nvPr/>
        </p:nvSpPr>
        <p:spPr>
          <a:xfrm>
            <a:off x="4565712" y="5209837"/>
            <a:ext cx="1959376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cxnSp>
        <p:nvCxnSpPr>
          <p:cNvPr id="59" name="직선 연결선[R] 125">
            <a:extLst>
              <a:ext uri="{FF2B5EF4-FFF2-40B4-BE49-F238E27FC236}">
                <a16:creationId xmlns:a16="http://schemas.microsoft.com/office/drawing/2014/main" id="{8E5D5B6C-A445-55FF-2F19-4B8FDF242212}"/>
              </a:ext>
            </a:extLst>
          </p:cNvPr>
          <p:cNvCxnSpPr>
            <a:cxnSpLocks/>
          </p:cNvCxnSpPr>
          <p:nvPr/>
        </p:nvCxnSpPr>
        <p:spPr>
          <a:xfrm>
            <a:off x="4581053" y="5461446"/>
            <a:ext cx="1928693" cy="0"/>
          </a:xfrm>
          <a:prstGeom prst="line">
            <a:avLst/>
          </a:prstGeom>
          <a:ln>
            <a:solidFill>
              <a:srgbClr val="009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A58E9D1E-6CAF-E772-F11A-45BE0564F374}"/>
              </a:ext>
            </a:extLst>
          </p:cNvPr>
          <p:cNvSpPr txBox="1"/>
          <p:nvPr/>
        </p:nvSpPr>
        <p:spPr>
          <a:xfrm>
            <a:off x="7131644" y="4413552"/>
            <a:ext cx="2080852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08000" indent="-108000">
              <a:spcBef>
                <a:spcPts val="200"/>
              </a:spcBef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03C7EE4-05DA-69FD-475E-063FD81803BF}"/>
              </a:ext>
            </a:extLst>
          </p:cNvPr>
          <p:cNvSpPr txBox="1"/>
          <p:nvPr/>
        </p:nvSpPr>
        <p:spPr>
          <a:xfrm>
            <a:off x="7367846" y="4058844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cxnSp>
        <p:nvCxnSpPr>
          <p:cNvPr id="62" name="직선 연결선[R] 129">
            <a:extLst>
              <a:ext uri="{FF2B5EF4-FFF2-40B4-BE49-F238E27FC236}">
                <a16:creationId xmlns:a16="http://schemas.microsoft.com/office/drawing/2014/main" id="{C740E771-F2AE-5AE0-54CB-D608BD9DDD3D}"/>
              </a:ext>
            </a:extLst>
          </p:cNvPr>
          <p:cNvCxnSpPr>
            <a:cxnSpLocks/>
          </p:cNvCxnSpPr>
          <p:nvPr/>
        </p:nvCxnSpPr>
        <p:spPr>
          <a:xfrm>
            <a:off x="7130350" y="4310453"/>
            <a:ext cx="1928693" cy="0"/>
          </a:xfrm>
          <a:prstGeom prst="line">
            <a:avLst/>
          </a:prstGeom>
          <a:ln>
            <a:solidFill>
              <a:srgbClr val="009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B9E98C7-DB23-CFC2-3F5E-0E10F83391C2}"/>
              </a:ext>
            </a:extLst>
          </p:cNvPr>
          <p:cNvSpPr txBox="1"/>
          <p:nvPr/>
        </p:nvSpPr>
        <p:spPr>
          <a:xfrm>
            <a:off x="7131644" y="5564545"/>
            <a:ext cx="1917768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08000" indent="-108000">
              <a:spcBef>
                <a:spcPts val="200"/>
              </a:spcBef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CC55F93-6756-48AC-A54B-71CD753D659D}"/>
              </a:ext>
            </a:extLst>
          </p:cNvPr>
          <p:cNvSpPr txBox="1"/>
          <p:nvPr/>
        </p:nvSpPr>
        <p:spPr>
          <a:xfrm>
            <a:off x="7367846" y="5209837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cxnSp>
        <p:nvCxnSpPr>
          <p:cNvPr id="65" name="직선 연결선[R] 133">
            <a:extLst>
              <a:ext uri="{FF2B5EF4-FFF2-40B4-BE49-F238E27FC236}">
                <a16:creationId xmlns:a16="http://schemas.microsoft.com/office/drawing/2014/main" id="{94A36ACA-C8DA-A563-59AA-8E0536B910BB}"/>
              </a:ext>
            </a:extLst>
          </p:cNvPr>
          <p:cNvCxnSpPr>
            <a:cxnSpLocks/>
          </p:cNvCxnSpPr>
          <p:nvPr/>
        </p:nvCxnSpPr>
        <p:spPr>
          <a:xfrm>
            <a:off x="7130350" y="5461446"/>
            <a:ext cx="1928693" cy="0"/>
          </a:xfrm>
          <a:prstGeom prst="line">
            <a:avLst/>
          </a:prstGeom>
          <a:ln>
            <a:solidFill>
              <a:srgbClr val="009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A3F99D54-DA57-8250-7295-E06D9901BC43}"/>
              </a:ext>
            </a:extLst>
          </p:cNvPr>
          <p:cNvSpPr txBox="1"/>
          <p:nvPr/>
        </p:nvSpPr>
        <p:spPr>
          <a:xfrm>
            <a:off x="9615966" y="4413552"/>
            <a:ext cx="1917768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08000" indent="-108000">
              <a:spcBef>
                <a:spcPts val="200"/>
              </a:spcBef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955322F-3D9F-849D-B892-407925439AFA}"/>
              </a:ext>
            </a:extLst>
          </p:cNvPr>
          <p:cNvSpPr txBox="1"/>
          <p:nvPr/>
        </p:nvSpPr>
        <p:spPr>
          <a:xfrm>
            <a:off x="9848000" y="4058844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cxnSp>
        <p:nvCxnSpPr>
          <p:cNvPr id="68" name="직선 연결선[R] 138">
            <a:extLst>
              <a:ext uri="{FF2B5EF4-FFF2-40B4-BE49-F238E27FC236}">
                <a16:creationId xmlns:a16="http://schemas.microsoft.com/office/drawing/2014/main" id="{18C18834-1FE1-C945-2E79-37BB430FAD3F}"/>
              </a:ext>
            </a:extLst>
          </p:cNvPr>
          <p:cNvCxnSpPr>
            <a:cxnSpLocks/>
          </p:cNvCxnSpPr>
          <p:nvPr/>
        </p:nvCxnSpPr>
        <p:spPr>
          <a:xfrm>
            <a:off x="9610504" y="4310453"/>
            <a:ext cx="1928693" cy="0"/>
          </a:xfrm>
          <a:prstGeom prst="line">
            <a:avLst/>
          </a:prstGeom>
          <a:ln>
            <a:solidFill>
              <a:srgbClr val="009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076262A0-C615-275A-1EFE-D124A3BCA76C}"/>
              </a:ext>
            </a:extLst>
          </p:cNvPr>
          <p:cNvSpPr txBox="1"/>
          <p:nvPr/>
        </p:nvSpPr>
        <p:spPr>
          <a:xfrm>
            <a:off x="9615966" y="5564545"/>
            <a:ext cx="1917768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08000" indent="-108000">
              <a:spcBef>
                <a:spcPts val="200"/>
              </a:spcBef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설명이 들어갈 자리입니다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CA8EF19-FBDD-8FD8-8DC1-0C2F22EAF22A}"/>
              </a:ext>
            </a:extLst>
          </p:cNvPr>
          <p:cNvSpPr txBox="1"/>
          <p:nvPr/>
        </p:nvSpPr>
        <p:spPr>
          <a:xfrm>
            <a:off x="9848000" y="5209837"/>
            <a:ext cx="1453701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</a:t>
            </a:r>
          </a:p>
        </p:txBody>
      </p:sp>
      <p:cxnSp>
        <p:nvCxnSpPr>
          <p:cNvPr id="71" name="직선 연결선[R] 142">
            <a:extLst>
              <a:ext uri="{FF2B5EF4-FFF2-40B4-BE49-F238E27FC236}">
                <a16:creationId xmlns:a16="http://schemas.microsoft.com/office/drawing/2014/main" id="{0965500F-9615-46B7-696E-A633BF76D649}"/>
              </a:ext>
            </a:extLst>
          </p:cNvPr>
          <p:cNvCxnSpPr>
            <a:cxnSpLocks/>
          </p:cNvCxnSpPr>
          <p:nvPr/>
        </p:nvCxnSpPr>
        <p:spPr>
          <a:xfrm>
            <a:off x="9610504" y="5461446"/>
            <a:ext cx="1928693" cy="0"/>
          </a:xfrm>
          <a:prstGeom prst="line">
            <a:avLst/>
          </a:prstGeom>
          <a:ln>
            <a:solidFill>
              <a:srgbClr val="009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0A1274DB-8864-7C77-F7CC-12C5B3BF671A}"/>
              </a:ext>
            </a:extLst>
          </p:cNvPr>
          <p:cNvGrpSpPr/>
          <p:nvPr/>
        </p:nvGrpSpPr>
        <p:grpSpPr>
          <a:xfrm>
            <a:off x="4725612" y="5022082"/>
            <a:ext cx="1637989" cy="141000"/>
            <a:chOff x="2251770" y="5022082"/>
            <a:chExt cx="1637989" cy="141000"/>
          </a:xfrm>
        </p:grpSpPr>
        <p:pic>
          <p:nvPicPr>
            <p:cNvPr id="73" name="그림 72">
              <a:extLst>
                <a:ext uri="{FF2B5EF4-FFF2-40B4-BE49-F238E27FC236}">
                  <a16:creationId xmlns:a16="http://schemas.microsoft.com/office/drawing/2014/main" id="{64BAEC63-D73A-C838-A6F7-35CB82D926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51770" y="5022082"/>
              <a:ext cx="47000" cy="141000"/>
            </a:xfrm>
            <a:prstGeom prst="rect">
              <a:avLst/>
            </a:prstGeom>
          </p:spPr>
        </p:pic>
        <p:pic>
          <p:nvPicPr>
            <p:cNvPr id="74" name="그림 73">
              <a:extLst>
                <a:ext uri="{FF2B5EF4-FFF2-40B4-BE49-F238E27FC236}">
                  <a16:creationId xmlns:a16="http://schemas.microsoft.com/office/drawing/2014/main" id="{0C4C5303-A4F4-8A0E-2355-F000BDABF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42759" y="5022082"/>
              <a:ext cx="47000" cy="141000"/>
            </a:xfrm>
            <a:prstGeom prst="rect">
              <a:avLst/>
            </a:prstGeom>
          </p:spPr>
        </p:pic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7B72F454-35FB-25FE-73C3-5686E8E10937}"/>
              </a:ext>
            </a:extLst>
          </p:cNvPr>
          <p:cNvGrpSpPr/>
          <p:nvPr/>
        </p:nvGrpSpPr>
        <p:grpSpPr>
          <a:xfrm>
            <a:off x="7273829" y="5022082"/>
            <a:ext cx="1637989" cy="141000"/>
            <a:chOff x="2251770" y="5022082"/>
            <a:chExt cx="1637989" cy="141000"/>
          </a:xfrm>
        </p:grpSpPr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31DAFB10-B364-2DB9-72C9-2B7146DE5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51770" y="5022082"/>
              <a:ext cx="47000" cy="141000"/>
            </a:xfrm>
            <a:prstGeom prst="rect">
              <a:avLst/>
            </a:prstGeom>
          </p:spPr>
        </p:pic>
        <p:pic>
          <p:nvPicPr>
            <p:cNvPr id="77" name="그림 76">
              <a:extLst>
                <a:ext uri="{FF2B5EF4-FFF2-40B4-BE49-F238E27FC236}">
                  <a16:creationId xmlns:a16="http://schemas.microsoft.com/office/drawing/2014/main" id="{317CF38E-0F40-98D8-E5D3-E1A111A959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42759" y="5022082"/>
              <a:ext cx="47000" cy="141000"/>
            </a:xfrm>
            <a:prstGeom prst="rect">
              <a:avLst/>
            </a:prstGeom>
          </p:spPr>
        </p:pic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716269A8-1E2B-73ED-0320-543D9B9D1462}"/>
              </a:ext>
            </a:extLst>
          </p:cNvPr>
          <p:cNvGrpSpPr/>
          <p:nvPr/>
        </p:nvGrpSpPr>
        <p:grpSpPr>
          <a:xfrm>
            <a:off x="9748843" y="5022082"/>
            <a:ext cx="1637989" cy="141000"/>
            <a:chOff x="2251770" y="5022082"/>
            <a:chExt cx="1637989" cy="141000"/>
          </a:xfrm>
        </p:grpSpPr>
        <p:pic>
          <p:nvPicPr>
            <p:cNvPr id="79" name="그림 78">
              <a:extLst>
                <a:ext uri="{FF2B5EF4-FFF2-40B4-BE49-F238E27FC236}">
                  <a16:creationId xmlns:a16="http://schemas.microsoft.com/office/drawing/2014/main" id="{830E7E41-A75E-0AAA-F2CE-E8EBC31E44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51770" y="5022082"/>
              <a:ext cx="47000" cy="141000"/>
            </a:xfrm>
            <a:prstGeom prst="rect">
              <a:avLst/>
            </a:prstGeom>
          </p:spPr>
        </p:pic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66C265AE-46C7-4E63-67D4-D9144B4B86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42759" y="5022082"/>
              <a:ext cx="47000" cy="141000"/>
            </a:xfrm>
            <a:prstGeom prst="rect">
              <a:avLst/>
            </a:prstGeom>
          </p:spPr>
        </p:pic>
      </p:grp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8A40019F-4DDB-60E5-F0BD-2A5E08AA495E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3070764" y="3495621"/>
            <a:ext cx="0" cy="452301"/>
          </a:xfrm>
          <a:prstGeom prst="straightConnector1">
            <a:avLst/>
          </a:prstGeom>
          <a:ln>
            <a:gradFill>
              <a:gsLst>
                <a:gs pos="0">
                  <a:srgbClr val="274893"/>
                </a:gs>
                <a:gs pos="100000">
                  <a:srgbClr val="00999F"/>
                </a:gs>
              </a:gsLst>
              <a:lin ang="5400000" scaled="1"/>
            </a:gra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68F2270A-D82D-0B84-BE44-DD513BEBF483}"/>
              </a:ext>
            </a:extLst>
          </p:cNvPr>
          <p:cNvCxnSpPr>
            <a:cxnSpLocks/>
          </p:cNvCxnSpPr>
          <p:nvPr/>
        </p:nvCxnSpPr>
        <p:spPr>
          <a:xfrm>
            <a:off x="5542296" y="3495621"/>
            <a:ext cx="0" cy="452301"/>
          </a:xfrm>
          <a:prstGeom prst="straightConnector1">
            <a:avLst/>
          </a:prstGeom>
          <a:ln>
            <a:gradFill>
              <a:gsLst>
                <a:gs pos="0">
                  <a:srgbClr val="274893"/>
                </a:gs>
                <a:gs pos="100000">
                  <a:srgbClr val="00999F"/>
                </a:gs>
              </a:gsLst>
              <a:lin ang="5400000" scaled="1"/>
            </a:gra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6279636F-503C-275F-B3E7-870758733C35}"/>
              </a:ext>
            </a:extLst>
          </p:cNvPr>
          <p:cNvCxnSpPr>
            <a:cxnSpLocks/>
          </p:cNvCxnSpPr>
          <p:nvPr/>
        </p:nvCxnSpPr>
        <p:spPr>
          <a:xfrm>
            <a:off x="8088069" y="3495621"/>
            <a:ext cx="0" cy="452301"/>
          </a:xfrm>
          <a:prstGeom prst="straightConnector1">
            <a:avLst/>
          </a:prstGeom>
          <a:ln>
            <a:gradFill>
              <a:gsLst>
                <a:gs pos="0">
                  <a:srgbClr val="274893"/>
                </a:gs>
                <a:gs pos="100000">
                  <a:srgbClr val="00999F"/>
                </a:gs>
              </a:gsLst>
              <a:lin ang="5400000" scaled="1"/>
            </a:gra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B542B486-02AB-5732-87A1-80B13D2125BC}"/>
              </a:ext>
            </a:extLst>
          </p:cNvPr>
          <p:cNvCxnSpPr>
            <a:cxnSpLocks/>
          </p:cNvCxnSpPr>
          <p:nvPr/>
        </p:nvCxnSpPr>
        <p:spPr>
          <a:xfrm>
            <a:off x="10567837" y="3495621"/>
            <a:ext cx="0" cy="452301"/>
          </a:xfrm>
          <a:prstGeom prst="straightConnector1">
            <a:avLst/>
          </a:prstGeom>
          <a:ln>
            <a:gradFill>
              <a:gsLst>
                <a:gs pos="0">
                  <a:srgbClr val="274893"/>
                </a:gs>
                <a:gs pos="100000">
                  <a:srgbClr val="00999F"/>
                </a:gs>
              </a:gsLst>
              <a:lin ang="5400000" scaled="1"/>
            </a:gra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6977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사다리꼴 60">
            <a:extLst>
              <a:ext uri="{FF2B5EF4-FFF2-40B4-BE49-F238E27FC236}">
                <a16:creationId xmlns:a16="http://schemas.microsoft.com/office/drawing/2014/main" id="{C2B80043-CA07-2145-C001-598E620EEC20}"/>
              </a:ext>
            </a:extLst>
          </p:cNvPr>
          <p:cNvSpPr/>
          <p:nvPr/>
        </p:nvSpPr>
        <p:spPr>
          <a:xfrm>
            <a:off x="2189735" y="3135388"/>
            <a:ext cx="9611854" cy="704389"/>
          </a:xfrm>
          <a:prstGeom prst="trapezoid">
            <a:avLst>
              <a:gd name="adj" fmla="val 290907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B40D569A-38A1-5B59-ECD5-9640A3C02223}"/>
              </a:ext>
            </a:extLst>
          </p:cNvPr>
          <p:cNvGrpSpPr/>
          <p:nvPr/>
        </p:nvGrpSpPr>
        <p:grpSpPr>
          <a:xfrm>
            <a:off x="2189746" y="1529080"/>
            <a:ext cx="9620747" cy="1626838"/>
            <a:chOff x="2046514" y="1574800"/>
            <a:chExt cx="9763980" cy="1626838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DA80C75-1B5A-B2F7-019F-1ECBC5587455}"/>
                </a:ext>
              </a:extLst>
            </p:cNvPr>
            <p:cNvSpPr/>
            <p:nvPr/>
          </p:nvSpPr>
          <p:spPr>
            <a:xfrm>
              <a:off x="2047172" y="1582570"/>
              <a:ext cx="9763322" cy="161500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27">
              <a:extLst>
                <a:ext uri="{FF2B5EF4-FFF2-40B4-BE49-F238E27FC236}">
                  <a16:creationId xmlns:a16="http://schemas.microsoft.com/office/drawing/2014/main" id="{A2595F24-7507-340F-F550-2380FB5FFDDA}"/>
                </a:ext>
              </a:extLst>
            </p:cNvPr>
            <p:cNvCxnSpPr>
              <a:cxnSpLocks/>
            </p:cNvCxnSpPr>
            <p:nvPr/>
          </p:nvCxnSpPr>
          <p:spPr>
            <a:xfrm>
              <a:off x="2046514" y="1574800"/>
              <a:ext cx="0" cy="1626838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3D1DDC23-BBED-D5B4-940F-FFD3EA7741FF}"/>
              </a:ext>
            </a:extLst>
          </p:cNvPr>
          <p:cNvGrpSpPr/>
          <p:nvPr/>
        </p:nvGrpSpPr>
        <p:grpSpPr>
          <a:xfrm>
            <a:off x="2189736" y="3835400"/>
            <a:ext cx="9620099" cy="2470067"/>
            <a:chOff x="2046514" y="3835400"/>
            <a:chExt cx="9763322" cy="2470067"/>
          </a:xfrm>
        </p:grpSpPr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C4C1808A-9833-22DD-971F-61EF787A52EA}"/>
                </a:ext>
              </a:extLst>
            </p:cNvPr>
            <p:cNvSpPr/>
            <p:nvPr/>
          </p:nvSpPr>
          <p:spPr>
            <a:xfrm>
              <a:off x="2046514" y="3837663"/>
              <a:ext cx="9763322" cy="2467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solidFill>
                  <a:schemeClr val="lt1"/>
                </a:solidFill>
              </a:endParaRPr>
            </a:p>
          </p:txBody>
        </p:sp>
        <p:cxnSp>
          <p:nvCxnSpPr>
            <p:cNvPr id="146" name="직선 연결선[R] 27">
              <a:extLst>
                <a:ext uri="{FF2B5EF4-FFF2-40B4-BE49-F238E27FC236}">
                  <a16:creationId xmlns:a16="http://schemas.microsoft.com/office/drawing/2014/main" id="{E575DBB9-A430-723B-7432-BF7A720A6047}"/>
                </a:ext>
              </a:extLst>
            </p:cNvPr>
            <p:cNvCxnSpPr>
              <a:cxnSpLocks/>
            </p:cNvCxnSpPr>
            <p:nvPr/>
          </p:nvCxnSpPr>
          <p:spPr>
            <a:xfrm>
              <a:off x="2046514" y="3835400"/>
              <a:ext cx="0" cy="2470067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481F31B7-F036-292F-76DD-33F3BE608770}"/>
              </a:ext>
            </a:extLst>
          </p:cNvPr>
          <p:cNvGrpSpPr/>
          <p:nvPr/>
        </p:nvGrpSpPr>
        <p:grpSpPr>
          <a:xfrm>
            <a:off x="6607883" y="3326131"/>
            <a:ext cx="775558" cy="374364"/>
            <a:chOff x="5751584" y="4040427"/>
            <a:chExt cx="697271" cy="248517"/>
          </a:xfrm>
        </p:grpSpPr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D7D6E74F-A23F-0AB5-A7AB-CB291FF3A0A9}"/>
                </a:ext>
              </a:extLst>
            </p:cNvPr>
            <p:cNvSpPr/>
            <p:nvPr/>
          </p:nvSpPr>
          <p:spPr>
            <a:xfrm rot="10800000">
              <a:off x="5751584" y="4125724"/>
              <a:ext cx="697271" cy="163220"/>
            </a:xfrm>
            <a:custGeom>
              <a:avLst/>
              <a:gdLst>
                <a:gd name="connsiteX0" fmla="*/ 523870 w 523870"/>
                <a:gd name="connsiteY0" fmla="*/ 295722 h 295722"/>
                <a:gd name="connsiteX1" fmla="*/ 422859 w 523870"/>
                <a:gd name="connsiteY1" fmla="*/ 295722 h 295722"/>
                <a:gd name="connsiteX2" fmla="*/ 261935 w 523870"/>
                <a:gd name="connsiteY2" fmla="*/ 114041 h 295722"/>
                <a:gd name="connsiteX3" fmla="*/ 101012 w 523870"/>
                <a:gd name="connsiteY3" fmla="*/ 295722 h 295722"/>
                <a:gd name="connsiteX4" fmla="*/ 0 w 523870"/>
                <a:gd name="connsiteY4" fmla="*/ 295722 h 295722"/>
                <a:gd name="connsiteX5" fmla="*/ 261935 w 523870"/>
                <a:gd name="connsiteY5" fmla="*/ 0 h 29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0" h="295722">
                  <a:moveTo>
                    <a:pt x="523870" y="295722"/>
                  </a:moveTo>
                  <a:lnTo>
                    <a:pt x="422859" y="295722"/>
                  </a:lnTo>
                  <a:lnTo>
                    <a:pt x="261935" y="114041"/>
                  </a:lnTo>
                  <a:lnTo>
                    <a:pt x="101012" y="295722"/>
                  </a:lnTo>
                  <a:lnTo>
                    <a:pt x="0" y="295722"/>
                  </a:lnTo>
                  <a:lnTo>
                    <a:pt x="261935" y="0"/>
                  </a:ln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68" name="자유형: 도형 67">
              <a:extLst>
                <a:ext uri="{FF2B5EF4-FFF2-40B4-BE49-F238E27FC236}">
                  <a16:creationId xmlns:a16="http://schemas.microsoft.com/office/drawing/2014/main" id="{F410834F-3296-B6B2-9E8B-48BA88CD489E}"/>
                </a:ext>
              </a:extLst>
            </p:cNvPr>
            <p:cNvSpPr/>
            <p:nvPr/>
          </p:nvSpPr>
          <p:spPr>
            <a:xfrm rot="10800000">
              <a:off x="5838284" y="4040427"/>
              <a:ext cx="523870" cy="122629"/>
            </a:xfrm>
            <a:custGeom>
              <a:avLst/>
              <a:gdLst>
                <a:gd name="connsiteX0" fmla="*/ 523870 w 523870"/>
                <a:gd name="connsiteY0" fmla="*/ 295722 h 295722"/>
                <a:gd name="connsiteX1" fmla="*/ 422859 w 523870"/>
                <a:gd name="connsiteY1" fmla="*/ 295722 h 295722"/>
                <a:gd name="connsiteX2" fmla="*/ 261935 w 523870"/>
                <a:gd name="connsiteY2" fmla="*/ 114041 h 295722"/>
                <a:gd name="connsiteX3" fmla="*/ 101012 w 523870"/>
                <a:gd name="connsiteY3" fmla="*/ 295722 h 295722"/>
                <a:gd name="connsiteX4" fmla="*/ 0 w 523870"/>
                <a:gd name="connsiteY4" fmla="*/ 295722 h 295722"/>
                <a:gd name="connsiteX5" fmla="*/ 261935 w 523870"/>
                <a:gd name="connsiteY5" fmla="*/ 0 h 29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870" h="295722">
                  <a:moveTo>
                    <a:pt x="523870" y="295722"/>
                  </a:moveTo>
                  <a:lnTo>
                    <a:pt x="422859" y="295722"/>
                  </a:lnTo>
                  <a:lnTo>
                    <a:pt x="261935" y="114041"/>
                  </a:lnTo>
                  <a:lnTo>
                    <a:pt x="101012" y="295722"/>
                  </a:lnTo>
                  <a:lnTo>
                    <a:pt x="0" y="295722"/>
                  </a:lnTo>
                  <a:lnTo>
                    <a:pt x="261935" y="0"/>
                  </a:ln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4EC8999B-82E1-0F63-47A0-673484E6D45C}"/>
              </a:ext>
            </a:extLst>
          </p:cNvPr>
          <p:cNvGrpSpPr/>
          <p:nvPr/>
        </p:nvGrpSpPr>
        <p:grpSpPr>
          <a:xfrm>
            <a:off x="2498339" y="1698160"/>
            <a:ext cx="8482706" cy="221279"/>
            <a:chOff x="574038" y="1641010"/>
            <a:chExt cx="8482706" cy="221279"/>
          </a:xfrm>
        </p:grpSpPr>
        <p:pic>
          <p:nvPicPr>
            <p:cNvPr id="39" name="그래픽 38">
              <a:extLst>
                <a:ext uri="{FF2B5EF4-FFF2-40B4-BE49-F238E27FC236}">
                  <a16:creationId xmlns:a16="http://schemas.microsoft.com/office/drawing/2014/main" id="{FFCC887C-321B-5F67-597D-AEC2354EC8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51B1A3D-8322-188E-D204-40E7CADCE96F}"/>
                </a:ext>
              </a:extLst>
            </p:cNvPr>
            <p:cNvSpPr txBox="1"/>
            <p:nvPr/>
          </p:nvSpPr>
          <p:spPr>
            <a:xfrm>
              <a:off x="855932" y="1641010"/>
              <a:ext cx="8200812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5F175A85-C725-9F44-6E3E-36E31D6A5E14}"/>
              </a:ext>
            </a:extLst>
          </p:cNvPr>
          <p:cNvGrpSpPr/>
          <p:nvPr/>
        </p:nvGrpSpPr>
        <p:grpSpPr>
          <a:xfrm>
            <a:off x="2498339" y="2467479"/>
            <a:ext cx="9371102" cy="458267"/>
            <a:chOff x="574038" y="2218696"/>
            <a:chExt cx="10769998" cy="458267"/>
          </a:xfrm>
        </p:grpSpPr>
        <p:pic>
          <p:nvPicPr>
            <p:cNvPr id="42" name="그래픽 41">
              <a:extLst>
                <a:ext uri="{FF2B5EF4-FFF2-40B4-BE49-F238E27FC236}">
                  <a16:creationId xmlns:a16="http://schemas.microsoft.com/office/drawing/2014/main" id="{CB12FD33-17FF-C92E-2ABC-F64B09BD01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2232747"/>
              <a:ext cx="174314" cy="174314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E7E2670-7CA4-CFB4-6BAA-181B0ABE6301}"/>
                </a:ext>
              </a:extLst>
            </p:cNvPr>
            <p:cNvSpPr txBox="1"/>
            <p:nvPr/>
          </p:nvSpPr>
          <p:spPr>
            <a:xfrm>
              <a:off x="855932" y="2218696"/>
              <a:ext cx="10488104" cy="4582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lnSpc>
                  <a:spcPct val="110000"/>
                </a:lnSpc>
                <a:defRPr/>
              </a:pP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강조색으로 사용하세요</a:t>
              </a:r>
              <a:r>
                <a:rPr kumimoji="1" lang="en-US" altLang="ko-KR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</a:p>
            <a:p>
              <a:pPr>
                <a:lnSpc>
                  <a:spcPct val="110000"/>
                </a:lnSpc>
                <a:defRPr/>
              </a:pP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- </a:t>
              </a:r>
              <a:r>
                <a:rPr kumimoji="1" lang="ko-KR" altLang="en-US" sz="1400" spc="-3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작은 글씨로 박스의 내용에 대해서 설명을 적어주세요 작은 글씨로 박스의 내용에 대해서 설명을 적어주세요</a:t>
              </a:r>
            </a:p>
          </p:txBody>
        </p:sp>
      </p:grpSp>
      <p:sp>
        <p:nvSpPr>
          <p:cNvPr id="4" name="제목 3">
            <a:extLst>
              <a:ext uri="{FF2B5EF4-FFF2-40B4-BE49-F238E27FC236}">
                <a16:creationId xmlns:a16="http://schemas.microsoft.com/office/drawing/2014/main" id="{EF705241-AC0C-53B1-85FE-7DC8BFF89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504025-DBFB-8AA4-D7C9-6A8E33E2FC70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헤드카피 내용 문구가 들어가는 자리입니다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중요한 내용 문구는 강조색으로 사용하세요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A02DFFB0-0DC0-6CBF-459D-E4BB0DE5B25F}"/>
              </a:ext>
            </a:extLst>
          </p:cNvPr>
          <p:cNvGrpSpPr/>
          <p:nvPr/>
        </p:nvGrpSpPr>
        <p:grpSpPr>
          <a:xfrm>
            <a:off x="2498339" y="2084470"/>
            <a:ext cx="8482706" cy="221279"/>
            <a:chOff x="574038" y="1652027"/>
            <a:chExt cx="8482706" cy="221279"/>
          </a:xfrm>
        </p:grpSpPr>
        <p:pic>
          <p:nvPicPr>
            <p:cNvPr id="45" name="그래픽 44">
              <a:extLst>
                <a:ext uri="{FF2B5EF4-FFF2-40B4-BE49-F238E27FC236}">
                  <a16:creationId xmlns:a16="http://schemas.microsoft.com/office/drawing/2014/main" id="{5568349D-C119-BA28-07C7-335D69A231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F683AB6-DC09-5321-0492-AA23E962D40D}"/>
                </a:ext>
              </a:extLst>
            </p:cNvPr>
            <p:cNvSpPr txBox="1"/>
            <p:nvPr/>
          </p:nvSpPr>
          <p:spPr>
            <a:xfrm>
              <a:off x="855932" y="1652027"/>
              <a:ext cx="8200812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lnSpc>
                  <a:spcPct val="110000"/>
                </a:lnSpc>
                <a:defRPr/>
              </a:pP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강조색으로 사용하세요</a:t>
              </a:r>
              <a:r>
                <a:rPr kumimoji="1" lang="en-US" altLang="ko-KR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</a:p>
          </p:txBody>
        </p:sp>
      </p:grp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8367E7D7-6D2A-1AF9-E468-B781C66E2C85}"/>
              </a:ext>
            </a:extLst>
          </p:cNvPr>
          <p:cNvGrpSpPr/>
          <p:nvPr/>
        </p:nvGrpSpPr>
        <p:grpSpPr>
          <a:xfrm>
            <a:off x="2498339" y="4995760"/>
            <a:ext cx="9252200" cy="221279"/>
            <a:chOff x="2320382" y="4346266"/>
            <a:chExt cx="9252200" cy="221279"/>
          </a:xfrm>
        </p:grpSpPr>
        <p:pic>
          <p:nvPicPr>
            <p:cNvPr id="138" name="그래픽 137">
              <a:extLst>
                <a:ext uri="{FF2B5EF4-FFF2-40B4-BE49-F238E27FC236}">
                  <a16:creationId xmlns:a16="http://schemas.microsoft.com/office/drawing/2014/main" id="{8C03AD52-C0ED-3AE4-8965-96990F69E08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320382" y="4366658"/>
              <a:ext cx="174314" cy="174314"/>
            </a:xfrm>
            <a:prstGeom prst="rect">
              <a:avLst/>
            </a:prstGeom>
          </p:spPr>
        </p:pic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C482ACC-2532-3395-A84D-14101087B8A8}"/>
                </a:ext>
              </a:extLst>
            </p:cNvPr>
            <p:cNvSpPr txBox="1"/>
            <p:nvPr/>
          </p:nvSpPr>
          <p:spPr>
            <a:xfrm>
              <a:off x="2602276" y="4346266"/>
              <a:ext cx="8970306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[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강조할 내용 자리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] </a:t>
              </a: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endParaRPr kumimoji="1" lang="ko-KR" altLang="en-US" sz="14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EF86713B-9876-4E72-6AB5-17F1717752C4}"/>
              </a:ext>
            </a:extLst>
          </p:cNvPr>
          <p:cNvGrpSpPr/>
          <p:nvPr/>
        </p:nvGrpSpPr>
        <p:grpSpPr>
          <a:xfrm>
            <a:off x="2498339" y="5716652"/>
            <a:ext cx="9252200" cy="221279"/>
            <a:chOff x="2320382" y="4645888"/>
            <a:chExt cx="9252200" cy="221279"/>
          </a:xfrm>
        </p:grpSpPr>
        <p:pic>
          <p:nvPicPr>
            <p:cNvPr id="141" name="그래픽 140">
              <a:extLst>
                <a:ext uri="{FF2B5EF4-FFF2-40B4-BE49-F238E27FC236}">
                  <a16:creationId xmlns:a16="http://schemas.microsoft.com/office/drawing/2014/main" id="{88A1F3DE-ECD5-E2EA-A165-28D667C122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320382" y="4666280"/>
              <a:ext cx="174314" cy="174314"/>
            </a:xfrm>
            <a:prstGeom prst="rect">
              <a:avLst/>
            </a:prstGeom>
          </p:spPr>
        </p:pic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20131DB0-E077-1CAE-FD5C-AAB890CDF81B}"/>
                </a:ext>
              </a:extLst>
            </p:cNvPr>
            <p:cNvSpPr txBox="1"/>
            <p:nvPr/>
          </p:nvSpPr>
          <p:spPr>
            <a:xfrm>
              <a:off x="2602276" y="4645888"/>
              <a:ext cx="8970306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[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강조할 내용 자리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] </a:t>
              </a: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endParaRPr kumimoji="1" lang="ko-KR" altLang="en-US" sz="14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22466477-2DD3-9544-57BE-164F27598218}"/>
              </a:ext>
            </a:extLst>
          </p:cNvPr>
          <p:cNvGrpSpPr/>
          <p:nvPr/>
        </p:nvGrpSpPr>
        <p:grpSpPr>
          <a:xfrm>
            <a:off x="2498339" y="4126654"/>
            <a:ext cx="9252200" cy="221279"/>
            <a:chOff x="2320382" y="4046644"/>
            <a:chExt cx="9252200" cy="221279"/>
          </a:xfrm>
        </p:grpSpPr>
        <p:pic>
          <p:nvPicPr>
            <p:cNvPr id="144" name="그래픽 143">
              <a:extLst>
                <a:ext uri="{FF2B5EF4-FFF2-40B4-BE49-F238E27FC236}">
                  <a16:creationId xmlns:a16="http://schemas.microsoft.com/office/drawing/2014/main" id="{B1C708C9-66C4-2767-004B-ACCE4E1DB4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320382" y="4067036"/>
              <a:ext cx="174314" cy="174314"/>
            </a:xfrm>
            <a:prstGeom prst="rect">
              <a:avLst/>
            </a:prstGeom>
          </p:spPr>
        </p:pic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7A884053-ACEE-E91E-29F2-C13EB7E21078}"/>
                </a:ext>
              </a:extLst>
            </p:cNvPr>
            <p:cNvSpPr txBox="1"/>
            <p:nvPr/>
          </p:nvSpPr>
          <p:spPr>
            <a:xfrm>
              <a:off x="2602276" y="4046644"/>
              <a:ext cx="8970306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[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강조할 내용 자리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] </a:t>
              </a: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endParaRPr kumimoji="1" lang="ko-KR" altLang="en-US" sz="14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153" name="TextBox 152">
            <a:extLst>
              <a:ext uri="{FF2B5EF4-FFF2-40B4-BE49-F238E27FC236}">
                <a16:creationId xmlns:a16="http://schemas.microsoft.com/office/drawing/2014/main" id="{418C2553-5915-092C-1571-F3932FCE2371}"/>
              </a:ext>
            </a:extLst>
          </p:cNvPr>
          <p:cNvSpPr txBox="1"/>
          <p:nvPr/>
        </p:nvSpPr>
        <p:spPr>
          <a:xfrm>
            <a:off x="2780233" y="4379957"/>
            <a:ext cx="9125823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kumimoji="1" lang="ko-KR" altLang="en-US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 작은 글씨로 박스의 내용에 대해서 설명을 적어주세요</a:t>
            </a:r>
            <a:endParaRPr kumimoji="1" lang="en-US" altLang="ko-KR" sz="1400" b="0" i="0" u="none" strike="noStrike" kern="1200" cap="none" spc="-4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altLang="ko-KR" sz="14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kumimoji="1" lang="ko-KR" altLang="en-US" sz="14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 작은 글씨로 박스의 내용에 대해서 설명을 적어주세요</a:t>
            </a:r>
            <a:endParaRPr kumimoji="1" lang="en-US" altLang="ko-KR" sz="14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8EB0F7F5-7D91-0CE2-BC2B-4FA80CD5DE04}"/>
              </a:ext>
            </a:extLst>
          </p:cNvPr>
          <p:cNvSpPr txBox="1"/>
          <p:nvPr/>
        </p:nvSpPr>
        <p:spPr>
          <a:xfrm>
            <a:off x="2780233" y="5281657"/>
            <a:ext cx="9125823" cy="221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kumimoji="1" lang="en-US" altLang="ko-KR" sz="14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kumimoji="1" lang="ko-KR" altLang="en-US" sz="1400" spc="-3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 작은 글씨로 박스의 내용에 대해서 설명을 적어주세요</a:t>
            </a:r>
          </a:p>
        </p:txBody>
      </p: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601B474B-75EC-0C5C-8219-DC971346AC27}"/>
              </a:ext>
            </a:extLst>
          </p:cNvPr>
          <p:cNvGrpSpPr/>
          <p:nvPr/>
        </p:nvGrpSpPr>
        <p:grpSpPr>
          <a:xfrm>
            <a:off x="0" y="1533421"/>
            <a:ext cx="1927504" cy="681232"/>
            <a:chOff x="0" y="2909335"/>
            <a:chExt cx="1646037" cy="581754"/>
          </a:xfrm>
        </p:grpSpPr>
        <p:sp>
          <p:nvSpPr>
            <p:cNvPr id="156" name="직사각형 155">
              <a:extLst>
                <a:ext uri="{FF2B5EF4-FFF2-40B4-BE49-F238E27FC236}">
                  <a16:creationId xmlns:a16="http://schemas.microsoft.com/office/drawing/2014/main" id="{CB9C8AC1-C44A-73B9-EBD2-0D3D01E23851}"/>
                </a:ext>
              </a:extLst>
            </p:cNvPr>
            <p:cNvSpPr/>
            <p:nvPr/>
          </p:nvSpPr>
          <p:spPr>
            <a:xfrm>
              <a:off x="0" y="2909335"/>
              <a:ext cx="1307592" cy="5817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57" name="모서리가 둥근 직사각형 23">
              <a:extLst>
                <a:ext uri="{FF2B5EF4-FFF2-40B4-BE49-F238E27FC236}">
                  <a16:creationId xmlns:a16="http://schemas.microsoft.com/office/drawing/2014/main" id="{201F82EA-2830-3EE4-7A35-388A07A69D83}"/>
                </a:ext>
              </a:extLst>
            </p:cNvPr>
            <p:cNvSpPr/>
            <p:nvPr/>
          </p:nvSpPr>
          <p:spPr>
            <a:xfrm>
              <a:off x="389475" y="2909335"/>
              <a:ext cx="1256562" cy="581754"/>
            </a:xfrm>
            <a:prstGeom prst="roundRect">
              <a:avLst>
                <a:gd name="adj" fmla="val 50000"/>
              </a:avLst>
            </a:prstGeom>
            <a:solidFill>
              <a:srgbClr val="12437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58" name="모서리가 둥근 직사각형 30">
              <a:extLst>
                <a:ext uri="{FF2B5EF4-FFF2-40B4-BE49-F238E27FC236}">
                  <a16:creationId xmlns:a16="http://schemas.microsoft.com/office/drawing/2014/main" id="{552B127E-D0EC-C01C-6EBD-60A832A802D7}"/>
                </a:ext>
              </a:extLst>
            </p:cNvPr>
            <p:cNvSpPr/>
            <p:nvPr/>
          </p:nvSpPr>
          <p:spPr>
            <a:xfrm>
              <a:off x="464382" y="2969639"/>
              <a:ext cx="1106749" cy="46114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508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kumimoji="1" lang="en-US" altLang="ko-KR" sz="1500" b="1" spc="-40" dirty="0">
                  <a:solidFill>
                    <a:srgbClr val="124378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1 </a:t>
              </a:r>
              <a:r>
                <a:rPr kumimoji="1" lang="ko-KR" altLang="en-US" sz="1500" b="1" spc="-40" dirty="0">
                  <a:solidFill>
                    <a:srgbClr val="124378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그룹 제목</a:t>
              </a:r>
            </a:p>
          </p:txBody>
        </p: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0769F965-A107-83ED-8AA7-4B812F459B9F}"/>
              </a:ext>
            </a:extLst>
          </p:cNvPr>
          <p:cNvGrpSpPr/>
          <p:nvPr/>
        </p:nvGrpSpPr>
        <p:grpSpPr>
          <a:xfrm>
            <a:off x="0" y="3845738"/>
            <a:ext cx="1927504" cy="681232"/>
            <a:chOff x="0" y="3854908"/>
            <a:chExt cx="1646037" cy="581754"/>
          </a:xfrm>
        </p:grpSpPr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AF4886F4-344F-05FC-3377-A54B7C545F73}"/>
                </a:ext>
              </a:extLst>
            </p:cNvPr>
            <p:cNvSpPr/>
            <p:nvPr/>
          </p:nvSpPr>
          <p:spPr>
            <a:xfrm>
              <a:off x="0" y="3854908"/>
              <a:ext cx="1307592" cy="5817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1" name="모서리가 둥근 직사각형 57">
              <a:extLst>
                <a:ext uri="{FF2B5EF4-FFF2-40B4-BE49-F238E27FC236}">
                  <a16:creationId xmlns:a16="http://schemas.microsoft.com/office/drawing/2014/main" id="{EAE2C369-6994-8CDB-A33E-FFBABC3F2C60}"/>
                </a:ext>
              </a:extLst>
            </p:cNvPr>
            <p:cNvSpPr/>
            <p:nvPr/>
          </p:nvSpPr>
          <p:spPr>
            <a:xfrm>
              <a:off x="389475" y="3854908"/>
              <a:ext cx="1256562" cy="581754"/>
            </a:xfrm>
            <a:prstGeom prst="roundRect">
              <a:avLst>
                <a:gd name="adj" fmla="val 50000"/>
              </a:avLst>
            </a:prstGeom>
            <a:solidFill>
              <a:srgbClr val="00999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62" name="모서리가 둥근 직사각형 58">
              <a:extLst>
                <a:ext uri="{FF2B5EF4-FFF2-40B4-BE49-F238E27FC236}">
                  <a16:creationId xmlns:a16="http://schemas.microsoft.com/office/drawing/2014/main" id="{EFC7ECF0-5D7E-5280-B8E6-2BC942ED8151}"/>
                </a:ext>
              </a:extLst>
            </p:cNvPr>
            <p:cNvSpPr/>
            <p:nvPr/>
          </p:nvSpPr>
          <p:spPr>
            <a:xfrm>
              <a:off x="464382" y="3915212"/>
              <a:ext cx="1106749" cy="46114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508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kumimoji="1" lang="en-US" altLang="ko-KR" sz="1500" b="1" spc="-40" dirty="0">
                  <a:solidFill>
                    <a:srgbClr val="00999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2 </a:t>
              </a:r>
              <a:r>
                <a:rPr kumimoji="1" lang="ko-KR" altLang="en-US" sz="1500" b="1" spc="-40" dirty="0">
                  <a:solidFill>
                    <a:srgbClr val="00999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그룹 제목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9EA2AD85-E2B6-6339-A3BE-D5AF01C47F09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0C0A0B3A-98A4-5907-053F-309D55C5C76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" name="그래픽 8">
              <a:extLst>
                <a:ext uri="{FF2B5EF4-FFF2-40B4-BE49-F238E27FC236}">
                  <a16:creationId xmlns:a16="http://schemas.microsoft.com/office/drawing/2014/main" id="{01373570-1AF3-5FC4-F680-75E115CE71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8439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사다리꼴 60">
            <a:extLst>
              <a:ext uri="{FF2B5EF4-FFF2-40B4-BE49-F238E27FC236}">
                <a16:creationId xmlns:a16="http://schemas.microsoft.com/office/drawing/2014/main" id="{AED24AAE-98E0-58A7-B208-9B2B0917EC6F}"/>
              </a:ext>
            </a:extLst>
          </p:cNvPr>
          <p:cNvSpPr/>
          <p:nvPr/>
        </p:nvSpPr>
        <p:spPr>
          <a:xfrm>
            <a:off x="390246" y="4095011"/>
            <a:ext cx="11411343" cy="422966"/>
          </a:xfrm>
          <a:prstGeom prst="trapezoid">
            <a:avLst>
              <a:gd name="adj" fmla="val 318105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35CA761D-E239-0E68-339C-1BFE2A3EF13D}"/>
              </a:ext>
            </a:extLst>
          </p:cNvPr>
          <p:cNvGrpSpPr/>
          <p:nvPr/>
        </p:nvGrpSpPr>
        <p:grpSpPr>
          <a:xfrm>
            <a:off x="5176075" y="4029615"/>
            <a:ext cx="1839684" cy="428372"/>
            <a:chOff x="5176075" y="4029615"/>
            <a:chExt cx="1839684" cy="428372"/>
          </a:xfrm>
        </p:grpSpPr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EADD14A0-5CD1-F9D6-D877-B98DFBFF5AF8}"/>
                </a:ext>
              </a:extLst>
            </p:cNvPr>
            <p:cNvGrpSpPr/>
            <p:nvPr/>
          </p:nvGrpSpPr>
          <p:grpSpPr>
            <a:xfrm>
              <a:off x="5601463" y="4029615"/>
              <a:ext cx="988908" cy="343096"/>
              <a:chOff x="5751584" y="4040427"/>
              <a:chExt cx="697271" cy="248517"/>
            </a:xfrm>
          </p:grpSpPr>
          <p:sp>
            <p:nvSpPr>
              <p:cNvPr id="66" name="자유형: 도형 65">
                <a:extLst>
                  <a:ext uri="{FF2B5EF4-FFF2-40B4-BE49-F238E27FC236}">
                    <a16:creationId xmlns:a16="http://schemas.microsoft.com/office/drawing/2014/main" id="{1FA8B933-FAE8-1D80-2D6A-63D356090847}"/>
                  </a:ext>
                </a:extLst>
              </p:cNvPr>
              <p:cNvSpPr/>
              <p:nvPr/>
            </p:nvSpPr>
            <p:spPr>
              <a:xfrm rot="10800000">
                <a:off x="5751584" y="4125724"/>
                <a:ext cx="697271" cy="163220"/>
              </a:xfrm>
              <a:custGeom>
                <a:avLst/>
                <a:gdLst>
                  <a:gd name="connsiteX0" fmla="*/ 523870 w 523870"/>
                  <a:gd name="connsiteY0" fmla="*/ 295722 h 295722"/>
                  <a:gd name="connsiteX1" fmla="*/ 422859 w 523870"/>
                  <a:gd name="connsiteY1" fmla="*/ 295722 h 295722"/>
                  <a:gd name="connsiteX2" fmla="*/ 261935 w 523870"/>
                  <a:gd name="connsiteY2" fmla="*/ 114041 h 295722"/>
                  <a:gd name="connsiteX3" fmla="*/ 101012 w 523870"/>
                  <a:gd name="connsiteY3" fmla="*/ 295722 h 295722"/>
                  <a:gd name="connsiteX4" fmla="*/ 0 w 523870"/>
                  <a:gd name="connsiteY4" fmla="*/ 295722 h 295722"/>
                  <a:gd name="connsiteX5" fmla="*/ 261935 w 523870"/>
                  <a:gd name="connsiteY5" fmla="*/ 0 h 295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23870" h="295722">
                    <a:moveTo>
                      <a:pt x="523870" y="295722"/>
                    </a:moveTo>
                    <a:lnTo>
                      <a:pt x="422859" y="295722"/>
                    </a:lnTo>
                    <a:lnTo>
                      <a:pt x="261935" y="114041"/>
                    </a:lnTo>
                    <a:lnTo>
                      <a:pt x="101012" y="295722"/>
                    </a:lnTo>
                    <a:lnTo>
                      <a:pt x="0" y="295722"/>
                    </a:lnTo>
                    <a:lnTo>
                      <a:pt x="261935" y="0"/>
                    </a:lnTo>
                    <a:close/>
                  </a:path>
                </a:pathLst>
              </a:custGeom>
              <a:solidFill>
                <a:sysClr val="window" lastClr="FFFFFF">
                  <a:lumMod val="8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67" name="자유형: 도형 66">
                <a:extLst>
                  <a:ext uri="{FF2B5EF4-FFF2-40B4-BE49-F238E27FC236}">
                    <a16:creationId xmlns:a16="http://schemas.microsoft.com/office/drawing/2014/main" id="{1861041E-455E-680C-54F7-18B88CF7DCC0}"/>
                  </a:ext>
                </a:extLst>
              </p:cNvPr>
              <p:cNvSpPr/>
              <p:nvPr/>
            </p:nvSpPr>
            <p:spPr>
              <a:xfrm rot="10800000">
                <a:off x="5838284" y="4040427"/>
                <a:ext cx="523870" cy="122629"/>
              </a:xfrm>
              <a:custGeom>
                <a:avLst/>
                <a:gdLst>
                  <a:gd name="connsiteX0" fmla="*/ 523870 w 523870"/>
                  <a:gd name="connsiteY0" fmla="*/ 295722 h 295722"/>
                  <a:gd name="connsiteX1" fmla="*/ 422859 w 523870"/>
                  <a:gd name="connsiteY1" fmla="*/ 295722 h 295722"/>
                  <a:gd name="connsiteX2" fmla="*/ 261935 w 523870"/>
                  <a:gd name="connsiteY2" fmla="*/ 114041 h 295722"/>
                  <a:gd name="connsiteX3" fmla="*/ 101012 w 523870"/>
                  <a:gd name="connsiteY3" fmla="*/ 295722 h 295722"/>
                  <a:gd name="connsiteX4" fmla="*/ 0 w 523870"/>
                  <a:gd name="connsiteY4" fmla="*/ 295722 h 295722"/>
                  <a:gd name="connsiteX5" fmla="*/ 261935 w 523870"/>
                  <a:gd name="connsiteY5" fmla="*/ 0 h 295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23870" h="295722">
                    <a:moveTo>
                      <a:pt x="523870" y="295722"/>
                    </a:moveTo>
                    <a:lnTo>
                      <a:pt x="422859" y="295722"/>
                    </a:lnTo>
                    <a:lnTo>
                      <a:pt x="261935" y="114041"/>
                    </a:lnTo>
                    <a:lnTo>
                      <a:pt x="101012" y="295722"/>
                    </a:lnTo>
                    <a:lnTo>
                      <a:pt x="0" y="295722"/>
                    </a:lnTo>
                    <a:lnTo>
                      <a:pt x="261935" y="0"/>
                    </a:lnTo>
                    <a:close/>
                  </a:path>
                </a:pathLst>
              </a:custGeom>
              <a:solidFill>
                <a:sysClr val="window" lastClr="FFFFFF">
                  <a:lumMod val="8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</p:grpSp>
        <p:sp>
          <p:nvSpPr>
            <p:cNvPr id="13" name="아래쪽 화살표 70">
              <a:extLst>
                <a:ext uri="{FF2B5EF4-FFF2-40B4-BE49-F238E27FC236}">
                  <a16:creationId xmlns:a16="http://schemas.microsoft.com/office/drawing/2014/main" id="{13FEBC4C-2F89-4E8B-8700-88A43F337577}"/>
                </a:ext>
              </a:extLst>
            </p:cNvPr>
            <p:cNvSpPr/>
            <p:nvPr/>
          </p:nvSpPr>
          <p:spPr>
            <a:xfrm>
              <a:off x="5176075" y="4057863"/>
              <a:ext cx="1839684" cy="400124"/>
            </a:xfrm>
            <a:prstGeom prst="downArrow">
              <a:avLst>
                <a:gd name="adj1" fmla="val 21900"/>
                <a:gd name="adj2" fmla="val 100000"/>
              </a:avLst>
            </a:prstGeom>
            <a:gradFill flip="none" rotWithShape="1">
              <a:gsLst>
                <a:gs pos="0">
                  <a:srgbClr val="31A5E2"/>
                </a:gs>
                <a:gs pos="63000">
                  <a:srgbClr val="31A5E2">
                    <a:alpha val="50000"/>
                  </a:srgbClr>
                </a:gs>
                <a:gs pos="100000">
                  <a:srgbClr val="9FE4EB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FBB8863F-096A-1DA4-070E-3E15DCA72D62}"/>
              </a:ext>
            </a:extLst>
          </p:cNvPr>
          <p:cNvSpPr/>
          <p:nvPr/>
        </p:nvSpPr>
        <p:spPr>
          <a:xfrm>
            <a:off x="388705" y="4528017"/>
            <a:ext cx="11421132" cy="1870073"/>
          </a:xfrm>
          <a:prstGeom prst="rect">
            <a:avLst/>
          </a:prstGeom>
          <a:solidFill>
            <a:schemeClr val="bg1"/>
          </a:solidFill>
          <a:ln w="31750">
            <a:solidFill>
              <a:srgbClr val="00999F"/>
            </a:solidFill>
          </a:ln>
          <a:effectLst>
            <a:outerShdw blurRad="50800" dist="38100" dir="54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solidFill>
                <a:schemeClr val="lt1"/>
              </a:solidFill>
            </a:endParaRPr>
          </a:p>
        </p:txBody>
      </p:sp>
      <p:sp>
        <p:nvSpPr>
          <p:cNvPr id="14" name="제목 13">
            <a:extLst>
              <a:ext uri="{FF2B5EF4-FFF2-40B4-BE49-F238E27FC236}">
                <a16:creationId xmlns:a16="http://schemas.microsoft.com/office/drawing/2014/main" id="{AC25F179-ED98-32EC-669D-4E424BA06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E83DC6-B1C7-6CB9-008B-1D1F1D82D821}"/>
              </a:ext>
            </a:extLst>
          </p:cNvPr>
          <p:cNvSpPr txBox="1"/>
          <p:nvPr/>
        </p:nvSpPr>
        <p:spPr>
          <a:xfrm>
            <a:off x="851948" y="968331"/>
            <a:ext cx="10509472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헤드카피 내용 문구가 들어가는 자리입니다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중요한 내용 문구는 강조색으로 사용하세요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4D1A216-B5F6-3639-4E41-A1EADA284A8A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E43F27FD-A942-26BC-999A-0558956545ED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7" name="그래픽 16">
              <a:extLst>
                <a:ext uri="{FF2B5EF4-FFF2-40B4-BE49-F238E27FC236}">
                  <a16:creationId xmlns:a16="http://schemas.microsoft.com/office/drawing/2014/main" id="{006163B1-2D8D-DC3A-5EFB-9C26FACA85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8AB5DA4-6C35-880A-7386-6E4D30AAC2E6}"/>
              </a:ext>
            </a:extLst>
          </p:cNvPr>
          <p:cNvSpPr/>
          <p:nvPr/>
        </p:nvSpPr>
        <p:spPr>
          <a:xfrm>
            <a:off x="389474" y="1470307"/>
            <a:ext cx="11421020" cy="124640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7B5003-90D1-A1F5-494D-168960221E81}"/>
              </a:ext>
            </a:extLst>
          </p:cNvPr>
          <p:cNvSpPr txBox="1"/>
          <p:nvPr/>
        </p:nvSpPr>
        <p:spPr>
          <a:xfrm>
            <a:off x="846394" y="2335884"/>
            <a:ext cx="10488104" cy="205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 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 작은 글씨로 박스의 내용에 대해서 설명을 적어주세요</a:t>
            </a:r>
            <a:endParaRPr kumimoji="1" lang="en-US" altLang="ko-KR" sz="13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43C8E78-3345-5D45-2BD3-45CC19FF5694}"/>
              </a:ext>
            </a:extLst>
          </p:cNvPr>
          <p:cNvGrpSpPr/>
          <p:nvPr/>
        </p:nvGrpSpPr>
        <p:grpSpPr>
          <a:xfrm>
            <a:off x="574038" y="2032116"/>
            <a:ext cx="10769998" cy="237437"/>
            <a:chOff x="574038" y="1625338"/>
            <a:chExt cx="10769998" cy="237437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A73FC32-B7E8-6138-D6D4-3A12C4DE7EBA}"/>
                </a:ext>
              </a:extLst>
            </p:cNvPr>
            <p:cNvSpPr txBox="1"/>
            <p:nvPr/>
          </p:nvSpPr>
          <p:spPr>
            <a:xfrm>
              <a:off x="855932" y="1625338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</a:p>
          </p:txBody>
        </p:sp>
        <p:pic>
          <p:nvPicPr>
            <p:cNvPr id="27" name="그래픽 26">
              <a:extLst>
                <a:ext uri="{FF2B5EF4-FFF2-40B4-BE49-F238E27FC236}">
                  <a16:creationId xmlns:a16="http://schemas.microsoft.com/office/drawing/2014/main" id="{77872E47-4ECF-C09D-BFF4-987E8A2B10B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8FB1749-5921-60EE-93DD-65E5A8D2462C}"/>
              </a:ext>
            </a:extLst>
          </p:cNvPr>
          <p:cNvSpPr/>
          <p:nvPr/>
        </p:nvSpPr>
        <p:spPr>
          <a:xfrm>
            <a:off x="389474" y="2848609"/>
            <a:ext cx="11421020" cy="124640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81DA70-231B-AA7F-E83A-39088F418695}"/>
              </a:ext>
            </a:extLst>
          </p:cNvPr>
          <p:cNvSpPr txBox="1"/>
          <p:nvPr/>
        </p:nvSpPr>
        <p:spPr>
          <a:xfrm>
            <a:off x="846394" y="3714186"/>
            <a:ext cx="10488104" cy="205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 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작은 글씨로 박스의 내용에 대해서 설명을 적어주세요 작은 글씨로 박스의 내용에 대해서 설명을 적어주세요</a:t>
            </a:r>
            <a:endParaRPr kumimoji="1" lang="en-US" altLang="ko-KR" sz="13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58BC26F9-EE9A-3BF1-10B7-A4A962FB818F}"/>
              </a:ext>
            </a:extLst>
          </p:cNvPr>
          <p:cNvGrpSpPr/>
          <p:nvPr/>
        </p:nvGrpSpPr>
        <p:grpSpPr>
          <a:xfrm>
            <a:off x="574038" y="3410418"/>
            <a:ext cx="10769998" cy="237437"/>
            <a:chOff x="574038" y="1625338"/>
            <a:chExt cx="10769998" cy="23743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4C69DE3-1127-7D41-D049-02F795D4D102}"/>
                </a:ext>
              </a:extLst>
            </p:cNvPr>
            <p:cNvSpPr txBox="1"/>
            <p:nvPr/>
          </p:nvSpPr>
          <p:spPr>
            <a:xfrm>
              <a:off x="855932" y="1625338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중요한 내용 문구는 강조색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 사용하세요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</a:p>
          </p:txBody>
        </p:sp>
        <p:pic>
          <p:nvPicPr>
            <p:cNvPr id="34" name="그래픽 33">
              <a:extLst>
                <a:ext uri="{FF2B5EF4-FFF2-40B4-BE49-F238E27FC236}">
                  <a16:creationId xmlns:a16="http://schemas.microsoft.com/office/drawing/2014/main" id="{BC17C0E4-5A47-F3DE-8C56-9F441D5167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35" name="사각형: 둥근 위쪽 모서리 34">
            <a:extLst>
              <a:ext uri="{FF2B5EF4-FFF2-40B4-BE49-F238E27FC236}">
                <a16:creationId xmlns:a16="http://schemas.microsoft.com/office/drawing/2014/main" id="{25443789-CC49-4CE6-3FEA-9296A09C2B12}"/>
              </a:ext>
            </a:extLst>
          </p:cNvPr>
          <p:cNvSpPr/>
          <p:nvPr/>
        </p:nvSpPr>
        <p:spPr>
          <a:xfrm rot="5400000">
            <a:off x="1449841" y="492842"/>
            <a:ext cx="360000" cy="2514666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C20FE6-17AC-9D82-281D-B791FC75B4BD}"/>
              </a:ext>
            </a:extLst>
          </p:cNvPr>
          <p:cNvSpPr txBox="1"/>
          <p:nvPr/>
        </p:nvSpPr>
        <p:spPr>
          <a:xfrm>
            <a:off x="424570" y="1574229"/>
            <a:ext cx="23655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16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01. </a:t>
            </a:r>
            <a:r>
              <a:rPr kumimoji="1" lang="ko-KR" altLang="en-US" sz="16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첫번째 박스 문구 자리</a:t>
            </a:r>
          </a:p>
        </p:txBody>
      </p:sp>
      <p:sp>
        <p:nvSpPr>
          <p:cNvPr id="37" name="사각형: 둥근 위쪽 모서리 36">
            <a:extLst>
              <a:ext uri="{FF2B5EF4-FFF2-40B4-BE49-F238E27FC236}">
                <a16:creationId xmlns:a16="http://schemas.microsoft.com/office/drawing/2014/main" id="{0562F21E-5A1E-9605-57BC-971CCFD8DECB}"/>
              </a:ext>
            </a:extLst>
          </p:cNvPr>
          <p:cNvSpPr/>
          <p:nvPr/>
        </p:nvSpPr>
        <p:spPr>
          <a:xfrm rot="5400000">
            <a:off x="1449841" y="1866932"/>
            <a:ext cx="360000" cy="2514666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FFAB7B9-EA04-FD98-EDB1-E2A3E2E01614}"/>
              </a:ext>
            </a:extLst>
          </p:cNvPr>
          <p:cNvSpPr txBox="1"/>
          <p:nvPr/>
        </p:nvSpPr>
        <p:spPr>
          <a:xfrm>
            <a:off x="412847" y="2948319"/>
            <a:ext cx="23889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16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02. </a:t>
            </a:r>
            <a:r>
              <a:rPr kumimoji="1" lang="ko-KR" altLang="en-US" sz="16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두번째 박스 문구 자리</a:t>
            </a:r>
          </a:p>
        </p:txBody>
      </p:sp>
      <p:cxnSp>
        <p:nvCxnSpPr>
          <p:cNvPr id="23" name="직선 연결선[R] 5">
            <a:extLst>
              <a:ext uri="{FF2B5EF4-FFF2-40B4-BE49-F238E27FC236}">
                <a16:creationId xmlns:a16="http://schemas.microsoft.com/office/drawing/2014/main" id="{3F73EACF-71A7-F936-089B-C94DFE5FF5B8}"/>
              </a:ext>
            </a:extLst>
          </p:cNvPr>
          <p:cNvCxnSpPr>
            <a:cxnSpLocks/>
          </p:cNvCxnSpPr>
          <p:nvPr/>
        </p:nvCxnSpPr>
        <p:spPr>
          <a:xfrm>
            <a:off x="388704" y="1469225"/>
            <a:ext cx="0" cy="1260528"/>
          </a:xfrm>
          <a:prstGeom prst="line">
            <a:avLst/>
          </a:prstGeom>
          <a:ln w="38100">
            <a:solidFill>
              <a:srgbClr val="274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[R] 5">
            <a:extLst>
              <a:ext uri="{FF2B5EF4-FFF2-40B4-BE49-F238E27FC236}">
                <a16:creationId xmlns:a16="http://schemas.microsoft.com/office/drawing/2014/main" id="{A42EC9AF-5E8D-C5D1-4FB5-51A384ACBFFA}"/>
              </a:ext>
            </a:extLst>
          </p:cNvPr>
          <p:cNvCxnSpPr>
            <a:cxnSpLocks/>
          </p:cNvCxnSpPr>
          <p:nvPr/>
        </p:nvCxnSpPr>
        <p:spPr>
          <a:xfrm>
            <a:off x="388704" y="2847527"/>
            <a:ext cx="0" cy="1260528"/>
          </a:xfrm>
          <a:prstGeom prst="line">
            <a:avLst/>
          </a:prstGeom>
          <a:ln w="38100">
            <a:solidFill>
              <a:srgbClr val="2748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DA3462FD-FE0E-0B58-A8C3-C0EFE061485D}"/>
              </a:ext>
            </a:extLst>
          </p:cNvPr>
          <p:cNvGrpSpPr/>
          <p:nvPr/>
        </p:nvGrpSpPr>
        <p:grpSpPr>
          <a:xfrm>
            <a:off x="3080131" y="5097396"/>
            <a:ext cx="7160280" cy="1165310"/>
            <a:chOff x="1817250" y="5159203"/>
            <a:chExt cx="7160280" cy="1165310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DE6C7C7D-7924-F14A-CF79-842577D1CC71}"/>
                </a:ext>
              </a:extLst>
            </p:cNvPr>
            <p:cNvSpPr/>
            <p:nvPr/>
          </p:nvSpPr>
          <p:spPr>
            <a:xfrm>
              <a:off x="2057583" y="5159203"/>
              <a:ext cx="6919947" cy="11653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36000" tIns="36000" rIns="36000" bIns="36000" rtlCol="0">
              <a:spAutoFit/>
            </a:bodyPr>
            <a:lstStyle/>
            <a:p>
              <a:pPr>
                <a:spcAft>
                  <a:spcPts val="600"/>
                </a:spcAft>
                <a:buSzPct val="90000"/>
              </a:pP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[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강조할 내용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] </a:t>
              </a: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</a:p>
            <a:p>
              <a:pPr>
                <a:spcAft>
                  <a:spcPts val="600"/>
                </a:spcAft>
                <a:buSzPct val="90000"/>
              </a:pP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[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강조할 내용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] </a:t>
              </a: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</a:p>
            <a:p>
              <a:pPr>
                <a:spcAft>
                  <a:spcPts val="600"/>
                </a:spcAft>
                <a:buSzPct val="90000"/>
              </a:pP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[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강조할 내용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] </a:t>
              </a: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</a:p>
            <a:p>
              <a:pPr>
                <a:spcAft>
                  <a:spcPts val="600"/>
                </a:spcAft>
                <a:buSzPct val="90000"/>
              </a:pP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[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강조할 내용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] </a:t>
              </a: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텍스트 내용이 들어가는 자리입니다</a:t>
              </a:r>
              <a:r>
                <a:rPr kumimoji="1" lang="en-US" altLang="ko-KR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1" lang="ko-KR" altLang="en-US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박스에 설명문구를 자세하게 적어주세요</a:t>
              </a:r>
              <a:r>
                <a:rPr kumimoji="1" lang="en-US" altLang="ko-KR" sz="1400" b="1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57EF7A41-4B1E-1CCE-0080-0213F77FA68D}"/>
                </a:ext>
              </a:extLst>
            </p:cNvPr>
            <p:cNvGrpSpPr/>
            <p:nvPr/>
          </p:nvGrpSpPr>
          <p:grpSpPr>
            <a:xfrm rot="16200000">
              <a:off x="1817250" y="5211432"/>
              <a:ext cx="168849" cy="168849"/>
              <a:chOff x="3571592" y="2993994"/>
              <a:chExt cx="229782" cy="229782"/>
            </a:xfrm>
          </p:grpSpPr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86AD60FB-944C-D989-7806-5494CB527F8F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47" name="그래픽 46">
                <a:extLst>
                  <a:ext uri="{FF2B5EF4-FFF2-40B4-BE49-F238E27FC236}">
                    <a16:creationId xmlns:a16="http://schemas.microsoft.com/office/drawing/2014/main" id="{8CFFC0D0-B7EB-BA95-B4F1-204F129A34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B3D6A65E-17F9-CF23-CCE2-8E53D533AA09}"/>
                </a:ext>
              </a:extLst>
            </p:cNvPr>
            <p:cNvGrpSpPr/>
            <p:nvPr/>
          </p:nvGrpSpPr>
          <p:grpSpPr>
            <a:xfrm rot="16200000">
              <a:off x="1817250" y="5505662"/>
              <a:ext cx="168849" cy="168849"/>
              <a:chOff x="3571592" y="2993994"/>
              <a:chExt cx="229782" cy="229782"/>
            </a:xfrm>
          </p:grpSpPr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1122F39F-6998-1B25-2872-7F69DB0E41EB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50" name="그래픽 49">
                <a:extLst>
                  <a:ext uri="{FF2B5EF4-FFF2-40B4-BE49-F238E27FC236}">
                    <a16:creationId xmlns:a16="http://schemas.microsoft.com/office/drawing/2014/main" id="{677F1AF2-EE52-64FA-D2C5-31BCA0A86B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B686E42D-0293-DFA7-588B-989235502397}"/>
                </a:ext>
              </a:extLst>
            </p:cNvPr>
            <p:cNvGrpSpPr/>
            <p:nvPr/>
          </p:nvGrpSpPr>
          <p:grpSpPr>
            <a:xfrm rot="16200000">
              <a:off x="1817250" y="5799892"/>
              <a:ext cx="168849" cy="168849"/>
              <a:chOff x="3571592" y="2993994"/>
              <a:chExt cx="229782" cy="229782"/>
            </a:xfrm>
          </p:grpSpPr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BD7039E1-3D44-EA33-5747-789CB4519C99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53" name="그래픽 52">
                <a:extLst>
                  <a:ext uri="{FF2B5EF4-FFF2-40B4-BE49-F238E27FC236}">
                    <a16:creationId xmlns:a16="http://schemas.microsoft.com/office/drawing/2014/main" id="{6A0E4A86-006B-33EE-50C9-012577D6B6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C9D73C63-A59F-2740-C277-0EB9874A9D6F}"/>
                </a:ext>
              </a:extLst>
            </p:cNvPr>
            <p:cNvGrpSpPr/>
            <p:nvPr/>
          </p:nvGrpSpPr>
          <p:grpSpPr>
            <a:xfrm rot="16200000">
              <a:off x="1817250" y="6094123"/>
              <a:ext cx="168849" cy="168849"/>
              <a:chOff x="3571592" y="2993994"/>
              <a:chExt cx="229782" cy="229782"/>
            </a:xfrm>
          </p:grpSpPr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5AA7E07C-4BD5-14C3-0374-2C3991E1DB56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56" name="그래픽 55">
                <a:extLst>
                  <a:ext uri="{FF2B5EF4-FFF2-40B4-BE49-F238E27FC236}">
                    <a16:creationId xmlns:a16="http://schemas.microsoft.com/office/drawing/2014/main" id="{F760D066-C932-73ED-91BA-E2CF5809FF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sp>
        <p:nvSpPr>
          <p:cNvPr id="88" name="모서리가 둥근 직사각형 54">
            <a:extLst>
              <a:ext uri="{FF2B5EF4-FFF2-40B4-BE49-F238E27FC236}">
                <a16:creationId xmlns:a16="http://schemas.microsoft.com/office/drawing/2014/main" id="{36E9622F-9B44-3F2F-CFC7-A75F973D6786}"/>
              </a:ext>
            </a:extLst>
          </p:cNvPr>
          <p:cNvSpPr/>
          <p:nvPr/>
        </p:nvSpPr>
        <p:spPr>
          <a:xfrm>
            <a:off x="408373" y="4542168"/>
            <a:ext cx="11387387" cy="443923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39BCBD"/>
              </a:gs>
              <a:gs pos="74000">
                <a:srgbClr val="31A5E2"/>
              </a:gs>
            </a:gsLst>
            <a:lin ang="4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0" bIns="18000" rtlCol="0" anchor="ctr"/>
          <a:lstStyle/>
          <a:p>
            <a:pPr algn="ctr" fontAlgn="b" latinLnBrk="0"/>
            <a:r>
              <a:rPr lang="en-US" altLang="ko-KR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      “ </a:t>
            </a:r>
            <a:r>
              <a:rPr lang="ko-KR" altLang="en-US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최종적으로 강조하고 싶은 문구를 작성해 주세요 </a:t>
            </a:r>
            <a:r>
              <a:rPr lang="en-US" altLang="ko-KR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“</a:t>
            </a:r>
            <a:endParaRPr lang="ko-KR" altLang="en-US" kern="0" dirty="0">
              <a:ln>
                <a:solidFill>
                  <a:srgbClr val="39BCBD">
                    <a:alpha val="0"/>
                  </a:srgbClr>
                </a:solidFill>
              </a:ln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Variable SemiBold" pitchFamily="2" charset="-127"/>
            </a:endParaRPr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2B5C8C69-66BF-EFBF-4B39-31DE3D2416FF}"/>
              </a:ext>
            </a:extLst>
          </p:cNvPr>
          <p:cNvGrpSpPr/>
          <p:nvPr/>
        </p:nvGrpSpPr>
        <p:grpSpPr>
          <a:xfrm>
            <a:off x="774824" y="4595972"/>
            <a:ext cx="1735442" cy="1735442"/>
            <a:chOff x="774824" y="4616068"/>
            <a:chExt cx="1735442" cy="1735442"/>
          </a:xfrm>
        </p:grpSpPr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7F07842D-8963-B811-C72E-D315AE39D10A}"/>
                </a:ext>
              </a:extLst>
            </p:cNvPr>
            <p:cNvGrpSpPr/>
            <p:nvPr/>
          </p:nvGrpSpPr>
          <p:grpSpPr>
            <a:xfrm>
              <a:off x="774824" y="4616068"/>
              <a:ext cx="1735442" cy="1735442"/>
              <a:chOff x="5167446" y="3052897"/>
              <a:chExt cx="1857104" cy="1857104"/>
            </a:xfrm>
          </p:grpSpPr>
          <p:sp>
            <p:nvSpPr>
              <p:cNvPr id="94" name="타원 93">
                <a:extLst>
                  <a:ext uri="{FF2B5EF4-FFF2-40B4-BE49-F238E27FC236}">
                    <a16:creationId xmlns:a16="http://schemas.microsoft.com/office/drawing/2014/main" id="{C6214BD3-0D34-5DAC-E9CD-51E5762C5E1C}"/>
                  </a:ext>
                </a:extLst>
              </p:cNvPr>
              <p:cNvSpPr/>
              <p:nvPr/>
            </p:nvSpPr>
            <p:spPr>
              <a:xfrm>
                <a:off x="5167446" y="3052897"/>
                <a:ext cx="1857104" cy="1857104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03200" algn="ctr" rotWithShape="0">
                  <a:srgbClr val="31A5E2">
                    <a:alpha val="3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528E9B2D-96E1-04B1-B1D8-CB46976D0CFF}"/>
                  </a:ext>
                </a:extLst>
              </p:cNvPr>
              <p:cNvSpPr/>
              <p:nvPr/>
            </p:nvSpPr>
            <p:spPr>
              <a:xfrm>
                <a:off x="5261672" y="3147124"/>
                <a:ext cx="1668655" cy="1668653"/>
              </a:xfrm>
              <a:prstGeom prst="ellipse">
                <a:avLst/>
              </a:prstGeom>
              <a:gradFill>
                <a:gsLst>
                  <a:gs pos="0">
                    <a:srgbClr val="39BCBD"/>
                  </a:gs>
                  <a:gs pos="100000">
                    <a:srgbClr val="31A5E2"/>
                  </a:gs>
                </a:gsLst>
                <a:lin ang="30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93A398ED-DBFF-0C5F-30F9-84D0BB6E5650}"/>
                  </a:ext>
                </a:extLst>
              </p:cNvPr>
              <p:cNvSpPr/>
              <p:nvPr/>
            </p:nvSpPr>
            <p:spPr>
              <a:xfrm>
                <a:off x="5321002" y="3206453"/>
                <a:ext cx="1549996" cy="1549996"/>
              </a:xfrm>
              <a:prstGeom prst="ellipse">
                <a:avLst/>
              </a:prstGeom>
              <a:solidFill>
                <a:srgbClr val="12437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none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ko-KR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+mn-cs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  <a:cs typeface="+mn-cs"/>
                  </a:rPr>
                  <a:t>텍스트 자리</a:t>
                </a:r>
              </a:p>
            </p:txBody>
          </p:sp>
        </p:grpSp>
        <p:pic>
          <p:nvPicPr>
            <p:cNvPr id="97" name="그래픽 96">
              <a:extLst>
                <a:ext uri="{FF2B5EF4-FFF2-40B4-BE49-F238E27FC236}">
                  <a16:creationId xmlns:a16="http://schemas.microsoft.com/office/drawing/2014/main" id="{50E23955-53A7-5573-1F64-B0AC7F9C9C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13413" y="4959276"/>
              <a:ext cx="575298" cy="2876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52404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E3BB7-851C-CC60-97D7-F5A2D1735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4E8FE4-5A33-A45A-A55A-EB8E589DE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04059E63-3549-A57D-B9AA-57C9A467D85F}"/>
              </a:ext>
            </a:extLst>
          </p:cNvPr>
          <p:cNvSpPr/>
          <p:nvPr/>
        </p:nvSpPr>
        <p:spPr>
          <a:xfrm>
            <a:off x="498036" y="3796074"/>
            <a:ext cx="11195927" cy="461898"/>
          </a:xfrm>
          <a:prstGeom prst="rect">
            <a:avLst/>
          </a:prstGeom>
          <a:solidFill>
            <a:srgbClr val="12437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+mn-cs"/>
              </a:rPr>
              <a:t>마지막 강조할 내용이 들어가는 자리입니다</a:t>
            </a:r>
            <a:r>
              <a:rPr kumimoji="0" lang="en-US" altLang="ko-KR" sz="1800" b="0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+mn-cs"/>
              </a:rPr>
              <a:t>. </a:t>
            </a:r>
            <a:r>
              <a:rPr lang="ko-KR" altLang="en-US" kern="0" dirty="0"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설명문구를 </a:t>
            </a:r>
            <a:r>
              <a:rPr kumimoji="0" lang="ko-KR" altLang="en-US" sz="1800" b="0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+mn-cs"/>
              </a:rPr>
              <a:t>입력해주세요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5CACAB21-DC96-C80B-4D84-9B989EF6E10E}"/>
              </a:ext>
            </a:extLst>
          </p:cNvPr>
          <p:cNvSpPr/>
          <p:nvPr/>
        </p:nvSpPr>
        <p:spPr>
          <a:xfrm>
            <a:off x="498036" y="5062145"/>
            <a:ext cx="3605912" cy="130388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44000" rIns="144000" rtlCol="0" anchor="ctr"/>
          <a:lstStyle/>
          <a:p>
            <a:pPr marL="154800" marR="0" lvl="0" indent="-1548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rPr>
              <a:t>텍스트 내용이 들어가는 자리입니다</a:t>
            </a:r>
            <a:r>
              <a:rPr kumimoji="0" lang="en-US" altLang="ko-KR" sz="1400" b="0" i="0" u="none" strike="noStrike" kern="0" cap="none" spc="0" normalizeH="0" baseline="0" noProof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rPr>
              <a:t>. </a:t>
            </a:r>
          </a:p>
          <a:p>
            <a:pPr marL="154800" marR="0" lvl="0" indent="-1548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rPr>
              <a:t>박스에 설명문구를 자세하게 </a:t>
            </a:r>
            <a:r>
              <a:rPr kumimoji="0" lang="ko-KR" altLang="en-US" sz="1400" b="0" i="0" u="none" strike="noStrike" kern="0" cap="none" spc="0" normalizeH="0" baseline="0" noProof="0" dirty="0" err="1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rPr>
              <a:t>적어주세</a:t>
            </a:r>
            <a:r>
              <a:rPr lang="ko-KR" altLang="en-US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요</a:t>
            </a:r>
            <a:r>
              <a:rPr lang="en-US" altLang="ko-KR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endParaRPr kumimoji="0" lang="en-US" altLang="ko-KR" sz="1400" b="0" i="0" u="none" strike="noStrike" kern="0" cap="none" spc="0" normalizeH="0" baseline="0" noProof="0" dirty="0"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2E6A4EB-44FB-B038-5C2B-FD42DF682CE5}"/>
              </a:ext>
            </a:extLst>
          </p:cNvPr>
          <p:cNvSpPr txBox="1"/>
          <p:nvPr/>
        </p:nvSpPr>
        <p:spPr>
          <a:xfrm>
            <a:off x="1666544" y="4574129"/>
            <a:ext cx="1268898" cy="3810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dirty="0"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키워드 입력</a:t>
            </a: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50611EE4-7D06-1E4A-326A-A06EBCC5ED68}"/>
              </a:ext>
            </a:extLst>
          </p:cNvPr>
          <p:cNvSpPr/>
          <p:nvPr/>
        </p:nvSpPr>
        <p:spPr>
          <a:xfrm>
            <a:off x="498036" y="4597548"/>
            <a:ext cx="319718" cy="319718"/>
          </a:xfrm>
          <a:prstGeom prst="roundRect">
            <a:avLst/>
          </a:prstGeom>
          <a:solidFill>
            <a:srgbClr val="12437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+mn-cs"/>
              </a:rPr>
              <a:t>1</a:t>
            </a:r>
            <a:endParaRPr kumimoji="0" lang="ko-KR" altLang="en-US" sz="1800" b="0" i="0" u="none" strike="noStrike" kern="0" cap="none" spc="0" normalizeH="0" baseline="0" noProof="0" dirty="0">
              <a:solidFill>
                <a:prstClr val="white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  <a:cs typeface="+mn-cs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998FFD39-FE8D-EADD-13BD-590C2D5F133E}"/>
              </a:ext>
            </a:extLst>
          </p:cNvPr>
          <p:cNvSpPr/>
          <p:nvPr/>
        </p:nvSpPr>
        <p:spPr>
          <a:xfrm>
            <a:off x="4287877" y="5062145"/>
            <a:ext cx="3605912" cy="130388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44000" rIns="144000" rtlCol="0" anchor="ctr"/>
          <a:lstStyle/>
          <a:p>
            <a:pPr marL="154800" lvl="0" indent="-154800" latinLnBrk="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텍스트 내용이 들어가는 자리입니다</a:t>
            </a:r>
            <a:r>
              <a:rPr lang="en-US" altLang="ko-KR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 </a:t>
            </a:r>
          </a:p>
          <a:p>
            <a:pPr marL="154800" lvl="0" indent="-154800" latinLnBrk="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박스에 설명문구를 자세하게 적어주세요</a:t>
            </a:r>
            <a:r>
              <a:rPr lang="en-US" altLang="ko-KR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91A8D64-8A74-8E8D-F206-2793291BF719}"/>
              </a:ext>
            </a:extLst>
          </p:cNvPr>
          <p:cNvSpPr txBox="1"/>
          <p:nvPr/>
        </p:nvSpPr>
        <p:spPr>
          <a:xfrm>
            <a:off x="5456385" y="4574129"/>
            <a:ext cx="1268898" cy="3810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dirty="0"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키워드 입력</a:t>
            </a:r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BB9E574C-1715-16C1-2D10-DA9A17CD9DB9}"/>
              </a:ext>
            </a:extLst>
          </p:cNvPr>
          <p:cNvSpPr/>
          <p:nvPr/>
        </p:nvSpPr>
        <p:spPr>
          <a:xfrm>
            <a:off x="4287877" y="4597548"/>
            <a:ext cx="319718" cy="319718"/>
          </a:xfrm>
          <a:prstGeom prst="roundRect">
            <a:avLst/>
          </a:prstGeom>
          <a:solidFill>
            <a:srgbClr val="12437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+mn-cs"/>
              </a:rPr>
              <a:t>2</a:t>
            </a:r>
            <a:endParaRPr kumimoji="0" lang="ko-KR" altLang="en-US" sz="1800" b="0" i="0" u="none" strike="noStrike" kern="0" cap="none" spc="0" normalizeH="0" baseline="0" noProof="0" dirty="0">
              <a:solidFill>
                <a:prstClr val="white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  <a:cs typeface="+mn-cs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C929B759-2AF0-2DF0-7ECE-BAACE9AF0E85}"/>
              </a:ext>
            </a:extLst>
          </p:cNvPr>
          <p:cNvSpPr/>
          <p:nvPr/>
        </p:nvSpPr>
        <p:spPr>
          <a:xfrm>
            <a:off x="8077718" y="5062145"/>
            <a:ext cx="3605912" cy="130388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44000" rIns="144000" rtlCol="0" anchor="ctr"/>
          <a:lstStyle/>
          <a:p>
            <a:pPr marL="154800" lvl="0" indent="-154800" latinLnBrk="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텍스트 내용이 들어가는 자리입니다</a:t>
            </a:r>
            <a:r>
              <a:rPr lang="en-US" altLang="ko-KR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 </a:t>
            </a:r>
          </a:p>
          <a:p>
            <a:pPr marL="154800" lvl="0" indent="-154800" latinLnBrk="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박스에 설명문구를 자세하게 적어주세요</a:t>
            </a:r>
            <a:r>
              <a:rPr lang="en-US" altLang="ko-KR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E3E081E-0702-61AC-1655-FA3F4EEF519D}"/>
              </a:ext>
            </a:extLst>
          </p:cNvPr>
          <p:cNvSpPr txBox="1"/>
          <p:nvPr/>
        </p:nvSpPr>
        <p:spPr>
          <a:xfrm>
            <a:off x="9246226" y="4574129"/>
            <a:ext cx="1268898" cy="3810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dirty="0"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키워드 입력</a:t>
            </a: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5D7836F5-CBD1-8C7B-D061-6E4CA3D1FC54}"/>
              </a:ext>
            </a:extLst>
          </p:cNvPr>
          <p:cNvSpPr/>
          <p:nvPr/>
        </p:nvSpPr>
        <p:spPr>
          <a:xfrm>
            <a:off x="8077718" y="4597548"/>
            <a:ext cx="319718" cy="319718"/>
          </a:xfrm>
          <a:prstGeom prst="roundRect">
            <a:avLst/>
          </a:prstGeom>
          <a:solidFill>
            <a:srgbClr val="12437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+mn-cs"/>
              </a:rPr>
              <a:t>3</a:t>
            </a:r>
            <a:endParaRPr kumimoji="0" lang="ko-KR" altLang="en-US" sz="1800" b="0" i="0" u="none" strike="noStrike" kern="0" cap="none" spc="0" normalizeH="0" baseline="0" noProof="0" dirty="0">
              <a:solidFill>
                <a:prstClr val="white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  <a:cs typeface="+mn-cs"/>
            </a:endParaRPr>
          </a:p>
        </p:txBody>
      </p: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03EC911C-A30D-42D8-1261-CE9DB46F1719}"/>
              </a:ext>
            </a:extLst>
          </p:cNvPr>
          <p:cNvGrpSpPr/>
          <p:nvPr/>
        </p:nvGrpSpPr>
        <p:grpSpPr>
          <a:xfrm>
            <a:off x="563705" y="1846241"/>
            <a:ext cx="1970495" cy="1480623"/>
            <a:chOff x="563705" y="2120992"/>
            <a:chExt cx="1970495" cy="1480623"/>
          </a:xfrm>
        </p:grpSpPr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8C5306B0-B043-C684-2A16-6B12E9DC27EE}"/>
                </a:ext>
              </a:extLst>
            </p:cNvPr>
            <p:cNvSpPr txBox="1"/>
            <p:nvPr/>
          </p:nvSpPr>
          <p:spPr>
            <a:xfrm>
              <a:off x="563705" y="2120992"/>
              <a:ext cx="1850186" cy="8309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0" i="0" u="none" strike="noStrike" kern="0" cap="none" spc="0" normalizeH="0" baseline="0" noProof="0" dirty="0"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중요한 내용을</a:t>
              </a:r>
              <a:br>
                <a:rPr kumimoji="0" lang="en-US" altLang="ko-KR" sz="2400" b="0" i="0" u="none" strike="noStrike" kern="0" cap="none" spc="0" normalizeH="0" baseline="0" noProof="0" dirty="0"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</a:br>
              <a:r>
                <a:rPr kumimoji="0" lang="ko-KR" altLang="en-US" sz="2400" b="0" i="0" u="none" strike="noStrike" kern="0" cap="none" spc="0" normalizeH="0" baseline="0" noProof="0" dirty="0"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입력해주세요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84B80432-82F9-B848-6F1B-E118F5B1D7F3}"/>
                </a:ext>
              </a:extLst>
            </p:cNvPr>
            <p:cNvSpPr txBox="1"/>
            <p:nvPr/>
          </p:nvSpPr>
          <p:spPr>
            <a:xfrm>
              <a:off x="563705" y="3078395"/>
              <a:ext cx="197049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0" cap="none" spc="0" normalizeH="0" baseline="0" noProof="0" dirty="0"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많이 쓸 수 있는 내용으로 구성 되었습니다</a:t>
              </a:r>
              <a:r>
                <a:rPr kumimoji="0" lang="en-US" altLang="ko-KR" sz="1400" b="0" i="0" u="none" strike="noStrike" kern="0" cap="none" spc="0" normalizeH="0" baseline="0" noProof="0" dirty="0"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</p:txBody>
        </p:sp>
        <p:cxnSp>
          <p:nvCxnSpPr>
            <p:cNvPr id="139" name="직선 연결선 138">
              <a:extLst>
                <a:ext uri="{FF2B5EF4-FFF2-40B4-BE49-F238E27FC236}">
                  <a16:creationId xmlns:a16="http://schemas.microsoft.com/office/drawing/2014/main" id="{296FFA72-C315-C996-FEDC-D9EAE550EE10}"/>
                </a:ext>
              </a:extLst>
            </p:cNvPr>
            <p:cNvCxnSpPr>
              <a:cxnSpLocks/>
            </p:cNvCxnSpPr>
            <p:nvPr/>
          </p:nvCxnSpPr>
          <p:spPr>
            <a:xfrm>
              <a:off x="660400" y="2990089"/>
              <a:ext cx="133350" cy="0"/>
            </a:xfrm>
            <a:prstGeom prst="line">
              <a:avLst/>
            </a:prstGeom>
            <a:noFill/>
            <a:ln w="15875" cap="flat" cmpd="sng" algn="ctr">
              <a:solidFill>
                <a:srgbClr val="39BCBD"/>
              </a:solidFill>
              <a:prstDash val="solid"/>
              <a:miter lim="800000"/>
            </a:ln>
            <a:effectLst/>
          </p:spPr>
        </p:cxn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F74D786D-FC7B-810D-87D3-1E8204497684}"/>
              </a:ext>
            </a:extLst>
          </p:cNvPr>
          <p:cNvGrpSpPr/>
          <p:nvPr/>
        </p:nvGrpSpPr>
        <p:grpSpPr>
          <a:xfrm>
            <a:off x="2684082" y="1712888"/>
            <a:ext cx="1589759" cy="1589759"/>
            <a:chOff x="2684082" y="1936839"/>
            <a:chExt cx="1589759" cy="1589759"/>
          </a:xfrm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E647BBB9-05C1-1499-BB4A-C3B0F66E23BD}"/>
                </a:ext>
              </a:extLst>
            </p:cNvPr>
            <p:cNvSpPr/>
            <p:nvPr/>
          </p:nvSpPr>
          <p:spPr>
            <a:xfrm>
              <a:off x="2684082" y="1936839"/>
              <a:ext cx="1589759" cy="1589759"/>
            </a:xfrm>
            <a:prstGeom prst="ellipse">
              <a:avLst/>
            </a:prstGeom>
            <a:gradFill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133" name="그룹 132">
              <a:extLst>
                <a:ext uri="{FF2B5EF4-FFF2-40B4-BE49-F238E27FC236}">
                  <a16:creationId xmlns:a16="http://schemas.microsoft.com/office/drawing/2014/main" id="{BCFCE82B-08A4-5EA2-8C14-2077FB8857F2}"/>
                </a:ext>
              </a:extLst>
            </p:cNvPr>
            <p:cNvGrpSpPr/>
            <p:nvPr/>
          </p:nvGrpSpPr>
          <p:grpSpPr>
            <a:xfrm>
              <a:off x="2918551" y="2703450"/>
              <a:ext cx="1120821" cy="550551"/>
              <a:chOff x="2964604" y="2689635"/>
              <a:chExt cx="1066424" cy="523831"/>
            </a:xfrm>
          </p:grpSpPr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70CCB859-5FA4-42EC-AC18-A090BE229152}"/>
                  </a:ext>
                </a:extLst>
              </p:cNvPr>
              <p:cNvSpPr txBox="1"/>
              <p:nvPr/>
            </p:nvSpPr>
            <p:spPr>
              <a:xfrm>
                <a:off x="2964604" y="2689635"/>
                <a:ext cx="1066424" cy="322123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0" cap="none" spc="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 입력</a:t>
                </a: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8FB65481-B518-0C05-18C8-63D0A3005D33}"/>
                  </a:ext>
                </a:extLst>
              </p:cNvPr>
              <p:cNvSpPr txBox="1"/>
              <p:nvPr/>
            </p:nvSpPr>
            <p:spPr>
              <a:xfrm>
                <a:off x="3107210" y="2979195"/>
                <a:ext cx="781210" cy="23427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</a:rPr>
                  <a:t>KEYWORD</a:t>
                </a:r>
              </a:p>
            </p:txBody>
          </p:sp>
        </p:grpSp>
        <p:pic>
          <p:nvPicPr>
            <p:cNvPr id="134" name="그림 133">
              <a:extLst>
                <a:ext uri="{FF2B5EF4-FFF2-40B4-BE49-F238E27FC236}">
                  <a16:creationId xmlns:a16="http://schemas.microsoft.com/office/drawing/2014/main" id="{BF9BEB9B-9E84-94E9-6E2C-2531F8FF6C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</a:blip>
            <a:stretch>
              <a:fillRect/>
            </a:stretch>
          </p:blipFill>
          <p:spPr>
            <a:xfrm>
              <a:off x="3333786" y="2250372"/>
              <a:ext cx="290351" cy="366101"/>
            </a:xfrm>
            <a:prstGeom prst="rect">
              <a:avLst/>
            </a:prstGeom>
          </p:spPr>
        </p:pic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8B93D92D-A0B8-624A-0E06-B27C0386C5BD}"/>
              </a:ext>
            </a:extLst>
          </p:cNvPr>
          <p:cNvGrpSpPr/>
          <p:nvPr/>
        </p:nvGrpSpPr>
        <p:grpSpPr>
          <a:xfrm>
            <a:off x="4493515" y="1712888"/>
            <a:ext cx="1589759" cy="1589759"/>
            <a:chOff x="4493515" y="1936839"/>
            <a:chExt cx="1589759" cy="1589759"/>
          </a:xfrm>
        </p:grpSpPr>
        <p:sp>
          <p:nvSpPr>
            <p:cNvPr id="127" name="타원 126">
              <a:extLst>
                <a:ext uri="{FF2B5EF4-FFF2-40B4-BE49-F238E27FC236}">
                  <a16:creationId xmlns:a16="http://schemas.microsoft.com/office/drawing/2014/main" id="{E0C391B5-EC48-C9D6-292D-39DBBC2B7092}"/>
                </a:ext>
              </a:extLst>
            </p:cNvPr>
            <p:cNvSpPr/>
            <p:nvPr/>
          </p:nvSpPr>
          <p:spPr>
            <a:xfrm>
              <a:off x="4493515" y="1936839"/>
              <a:ext cx="1589759" cy="1589759"/>
            </a:xfrm>
            <a:prstGeom prst="ellipse">
              <a:avLst/>
            </a:prstGeom>
            <a:gradFill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128" name="그룹 127">
              <a:extLst>
                <a:ext uri="{FF2B5EF4-FFF2-40B4-BE49-F238E27FC236}">
                  <a16:creationId xmlns:a16="http://schemas.microsoft.com/office/drawing/2014/main" id="{5A1A7CD6-AED9-01DE-0724-DE8BB9CA2258}"/>
                </a:ext>
              </a:extLst>
            </p:cNvPr>
            <p:cNvGrpSpPr/>
            <p:nvPr/>
          </p:nvGrpSpPr>
          <p:grpSpPr>
            <a:xfrm>
              <a:off x="4727984" y="2703450"/>
              <a:ext cx="1120821" cy="550551"/>
              <a:chOff x="2964604" y="2689635"/>
              <a:chExt cx="1066424" cy="523831"/>
            </a:xfrm>
          </p:grpSpPr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256B9227-512D-BF4C-25CB-8D16A43A0A6C}"/>
                  </a:ext>
                </a:extLst>
              </p:cNvPr>
              <p:cNvSpPr txBox="1"/>
              <p:nvPr/>
            </p:nvSpPr>
            <p:spPr>
              <a:xfrm>
                <a:off x="2964604" y="2689635"/>
                <a:ext cx="1066424" cy="322123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0" cap="none" spc="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 입력</a:t>
                </a:r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0EB53824-82EF-EEDE-7DB1-6D9B1862617F}"/>
                  </a:ext>
                </a:extLst>
              </p:cNvPr>
              <p:cNvSpPr txBox="1"/>
              <p:nvPr/>
            </p:nvSpPr>
            <p:spPr>
              <a:xfrm>
                <a:off x="3107210" y="2979195"/>
                <a:ext cx="781210" cy="23427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</a:rPr>
                  <a:t>KEYWORD</a:t>
                </a:r>
              </a:p>
            </p:txBody>
          </p:sp>
        </p:grpSp>
        <p:pic>
          <p:nvPicPr>
            <p:cNvPr id="129" name="그림 128">
              <a:extLst>
                <a:ext uri="{FF2B5EF4-FFF2-40B4-BE49-F238E27FC236}">
                  <a16:creationId xmlns:a16="http://schemas.microsoft.com/office/drawing/2014/main" id="{61574907-AED3-AFDD-DA88-1CC18184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</a:blip>
            <a:stretch>
              <a:fillRect/>
            </a:stretch>
          </p:blipFill>
          <p:spPr>
            <a:xfrm>
              <a:off x="5133275" y="2276238"/>
              <a:ext cx="310239" cy="314369"/>
            </a:xfrm>
            <a:prstGeom prst="rect">
              <a:avLst/>
            </a:prstGeom>
          </p:spPr>
        </p:pic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519B1750-3D2D-0107-9C1E-F3E07CE35C9D}"/>
              </a:ext>
            </a:extLst>
          </p:cNvPr>
          <p:cNvGrpSpPr/>
          <p:nvPr/>
        </p:nvGrpSpPr>
        <p:grpSpPr>
          <a:xfrm>
            <a:off x="6302948" y="1712888"/>
            <a:ext cx="1589759" cy="1589759"/>
            <a:chOff x="6302948" y="1936839"/>
            <a:chExt cx="1589759" cy="1589759"/>
          </a:xfrm>
        </p:grpSpPr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F109E816-6B61-3903-1846-B9CB51FD8FED}"/>
                </a:ext>
              </a:extLst>
            </p:cNvPr>
            <p:cNvSpPr/>
            <p:nvPr/>
          </p:nvSpPr>
          <p:spPr>
            <a:xfrm>
              <a:off x="6302948" y="1936839"/>
              <a:ext cx="1589759" cy="1589759"/>
            </a:xfrm>
            <a:prstGeom prst="ellipse">
              <a:avLst/>
            </a:prstGeom>
            <a:gradFill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9982739D-CE29-CADE-19A4-EF907FC1A142}"/>
                </a:ext>
              </a:extLst>
            </p:cNvPr>
            <p:cNvGrpSpPr/>
            <p:nvPr/>
          </p:nvGrpSpPr>
          <p:grpSpPr>
            <a:xfrm>
              <a:off x="6537417" y="2703450"/>
              <a:ext cx="1120821" cy="550551"/>
              <a:chOff x="2964604" y="2689635"/>
              <a:chExt cx="1066424" cy="523831"/>
            </a:xfrm>
          </p:grpSpPr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DEF0F512-E8BF-168C-ADE8-153F8686BFFA}"/>
                  </a:ext>
                </a:extLst>
              </p:cNvPr>
              <p:cNvSpPr txBox="1"/>
              <p:nvPr/>
            </p:nvSpPr>
            <p:spPr>
              <a:xfrm>
                <a:off x="2964604" y="2689635"/>
                <a:ext cx="1066424" cy="322123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0" cap="none" spc="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 입력</a:t>
                </a:r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125162C0-AE15-DD4E-C97B-0EACB8A311C0}"/>
                  </a:ext>
                </a:extLst>
              </p:cNvPr>
              <p:cNvSpPr txBox="1"/>
              <p:nvPr/>
            </p:nvSpPr>
            <p:spPr>
              <a:xfrm>
                <a:off x="3107210" y="2979195"/>
                <a:ext cx="781210" cy="23427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</a:rPr>
                  <a:t>KEYWORD</a:t>
                </a:r>
              </a:p>
            </p:txBody>
          </p:sp>
        </p:grpSp>
        <p:pic>
          <p:nvPicPr>
            <p:cNvPr id="124" name="그림 123">
              <a:extLst>
                <a:ext uri="{FF2B5EF4-FFF2-40B4-BE49-F238E27FC236}">
                  <a16:creationId xmlns:a16="http://schemas.microsoft.com/office/drawing/2014/main" id="{E2D11FB0-888C-B625-3B05-8B6612BAAE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</a:blip>
            <a:stretch>
              <a:fillRect/>
            </a:stretch>
          </p:blipFill>
          <p:spPr>
            <a:xfrm>
              <a:off x="6960426" y="2281483"/>
              <a:ext cx="274803" cy="303879"/>
            </a:xfrm>
            <a:prstGeom prst="rect">
              <a:avLst/>
            </a:prstGeom>
          </p:spPr>
        </p:pic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D4A5F8BA-B44C-428F-C640-634185001531}"/>
              </a:ext>
            </a:extLst>
          </p:cNvPr>
          <p:cNvGrpSpPr/>
          <p:nvPr/>
        </p:nvGrpSpPr>
        <p:grpSpPr>
          <a:xfrm>
            <a:off x="8112381" y="1712888"/>
            <a:ext cx="1589759" cy="1589759"/>
            <a:chOff x="8112381" y="1936839"/>
            <a:chExt cx="1589759" cy="1589759"/>
          </a:xfrm>
        </p:grpSpPr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8D90FB4C-50AB-83A7-7D46-220E024385CC}"/>
                </a:ext>
              </a:extLst>
            </p:cNvPr>
            <p:cNvSpPr/>
            <p:nvPr/>
          </p:nvSpPr>
          <p:spPr>
            <a:xfrm>
              <a:off x="8112381" y="1936839"/>
              <a:ext cx="1589759" cy="1589759"/>
            </a:xfrm>
            <a:prstGeom prst="ellipse">
              <a:avLst/>
            </a:prstGeom>
            <a:gradFill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118" name="그룹 117">
              <a:extLst>
                <a:ext uri="{FF2B5EF4-FFF2-40B4-BE49-F238E27FC236}">
                  <a16:creationId xmlns:a16="http://schemas.microsoft.com/office/drawing/2014/main" id="{6A695499-47B1-47B3-EE16-34E58A879453}"/>
                </a:ext>
              </a:extLst>
            </p:cNvPr>
            <p:cNvGrpSpPr/>
            <p:nvPr/>
          </p:nvGrpSpPr>
          <p:grpSpPr>
            <a:xfrm>
              <a:off x="8346850" y="2703450"/>
              <a:ext cx="1120821" cy="550551"/>
              <a:chOff x="2964604" y="2689635"/>
              <a:chExt cx="1066424" cy="523831"/>
            </a:xfrm>
          </p:grpSpPr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229C8B96-8986-E08A-9962-6A085A498D7C}"/>
                  </a:ext>
                </a:extLst>
              </p:cNvPr>
              <p:cNvSpPr txBox="1"/>
              <p:nvPr/>
            </p:nvSpPr>
            <p:spPr>
              <a:xfrm>
                <a:off x="2964604" y="2689635"/>
                <a:ext cx="1066424" cy="322123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0" cap="none" spc="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 입력</a:t>
                </a: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3FB2E67-8EA4-06F9-2C90-BA6F8A7FFFE4}"/>
                  </a:ext>
                </a:extLst>
              </p:cNvPr>
              <p:cNvSpPr txBox="1"/>
              <p:nvPr/>
            </p:nvSpPr>
            <p:spPr>
              <a:xfrm>
                <a:off x="3107210" y="2979195"/>
                <a:ext cx="781210" cy="23427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</a:rPr>
                  <a:t>KEYWORD</a:t>
                </a:r>
              </a:p>
            </p:txBody>
          </p:sp>
        </p:grpSp>
        <p:pic>
          <p:nvPicPr>
            <p:cNvPr id="119" name="그림 118">
              <a:extLst>
                <a:ext uri="{FF2B5EF4-FFF2-40B4-BE49-F238E27FC236}">
                  <a16:creationId xmlns:a16="http://schemas.microsoft.com/office/drawing/2014/main" id="{20067BE1-FD08-F5DA-5E73-9AC337F31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70000" contrast="-70000"/>
            </a:blip>
            <a:stretch>
              <a:fillRect/>
            </a:stretch>
          </p:blipFill>
          <p:spPr>
            <a:xfrm>
              <a:off x="8753588" y="2267154"/>
              <a:ext cx="307345" cy="307498"/>
            </a:xfrm>
            <a:prstGeom prst="rect">
              <a:avLst/>
            </a:prstGeom>
          </p:spPr>
        </p:pic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6D6687FE-E553-46AE-819C-E6B2F1906B05}"/>
              </a:ext>
            </a:extLst>
          </p:cNvPr>
          <p:cNvGrpSpPr/>
          <p:nvPr/>
        </p:nvGrpSpPr>
        <p:grpSpPr>
          <a:xfrm>
            <a:off x="9921813" y="1712888"/>
            <a:ext cx="1589759" cy="1589759"/>
            <a:chOff x="9921813" y="1936839"/>
            <a:chExt cx="1589759" cy="1589759"/>
          </a:xfrm>
        </p:grpSpPr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E9FA689F-A586-74FA-48AD-6863200B92B0}"/>
                </a:ext>
              </a:extLst>
            </p:cNvPr>
            <p:cNvSpPr/>
            <p:nvPr/>
          </p:nvSpPr>
          <p:spPr>
            <a:xfrm>
              <a:off x="9921813" y="1936839"/>
              <a:ext cx="1589759" cy="1589759"/>
            </a:xfrm>
            <a:prstGeom prst="ellipse">
              <a:avLst/>
            </a:prstGeom>
            <a:gradFill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EB05CF24-6795-B741-E212-FDCE85FFFA89}"/>
                </a:ext>
              </a:extLst>
            </p:cNvPr>
            <p:cNvGrpSpPr/>
            <p:nvPr/>
          </p:nvGrpSpPr>
          <p:grpSpPr>
            <a:xfrm>
              <a:off x="10156282" y="2703450"/>
              <a:ext cx="1120821" cy="550551"/>
              <a:chOff x="2964604" y="2689635"/>
              <a:chExt cx="1066424" cy="523831"/>
            </a:xfrm>
          </p:grpSpPr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0EE84F8D-B229-A197-72D5-FDB223A4D3F9}"/>
                  </a:ext>
                </a:extLst>
              </p:cNvPr>
              <p:cNvSpPr txBox="1"/>
              <p:nvPr/>
            </p:nvSpPr>
            <p:spPr>
              <a:xfrm>
                <a:off x="2964604" y="2689635"/>
                <a:ext cx="1066424" cy="322123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0" cap="none" spc="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 입력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070F0036-4A6B-217C-0418-301EE769B7BB}"/>
                  </a:ext>
                </a:extLst>
              </p:cNvPr>
              <p:cNvSpPr txBox="1"/>
              <p:nvPr/>
            </p:nvSpPr>
            <p:spPr>
              <a:xfrm>
                <a:off x="3107210" y="2979195"/>
                <a:ext cx="781210" cy="23427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</a:rPr>
                  <a:t>KEYWORD</a:t>
                </a:r>
              </a:p>
            </p:txBody>
          </p:sp>
        </p:grpSp>
        <p:pic>
          <p:nvPicPr>
            <p:cNvPr id="114" name="그림 113">
              <a:extLst>
                <a:ext uri="{FF2B5EF4-FFF2-40B4-BE49-F238E27FC236}">
                  <a16:creationId xmlns:a16="http://schemas.microsoft.com/office/drawing/2014/main" id="{908B5B2F-595E-9747-1602-0D4FB03FE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70000" contrast="-70000"/>
            </a:blip>
            <a:stretch>
              <a:fillRect/>
            </a:stretch>
          </p:blipFill>
          <p:spPr>
            <a:xfrm>
              <a:off x="10570251" y="2311941"/>
              <a:ext cx="292882" cy="235146"/>
            </a:xfrm>
            <a:prstGeom prst="rect">
              <a:avLst/>
            </a:prstGeom>
          </p:spPr>
        </p:pic>
      </p:grpSp>
      <p:sp>
        <p:nvSpPr>
          <p:cNvPr id="147" name="TextBox 146">
            <a:extLst>
              <a:ext uri="{FF2B5EF4-FFF2-40B4-BE49-F238E27FC236}">
                <a16:creationId xmlns:a16="http://schemas.microsoft.com/office/drawing/2014/main" id="{A35A0789-3C6D-3488-414C-FBF41D38F83C}"/>
              </a:ext>
            </a:extLst>
          </p:cNvPr>
          <p:cNvSpPr txBox="1"/>
          <p:nvPr/>
        </p:nvSpPr>
        <p:spPr>
          <a:xfrm>
            <a:off x="3147119" y="1013760"/>
            <a:ext cx="589776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[ </a:t>
            </a:r>
            <a:r>
              <a:rPr kumimoji="0" lang="ko-KR" altLang="en-US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핵심 내용을 입력해주세요 </a:t>
            </a:r>
            <a:r>
              <a:rPr kumimoji="0" lang="ko-KR" altLang="en-US" sz="2400" b="0" i="0" u="none" strike="noStrike" kern="0" cap="none" spc="0" normalizeH="0" baseline="0" noProof="0" dirty="0">
                <a:solidFill>
                  <a:srgbClr val="31A5E2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강조할 내용</a:t>
            </a:r>
            <a:r>
              <a:rPr kumimoji="0" lang="ko-KR" altLang="en-US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입니다 </a:t>
            </a:r>
            <a:r>
              <a:rPr kumimoji="0" lang="en-US" altLang="ko-KR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]</a:t>
            </a:r>
            <a:endParaRPr kumimoji="0" lang="ko-KR" altLang="en-US" sz="2400" b="0" i="0" u="none" strike="noStrike" kern="0" cap="none" spc="0" normalizeH="0" baseline="0" noProof="0" dirty="0">
              <a:solidFill>
                <a:srgbClr val="44546A">
                  <a:lumMod val="50000"/>
                </a:srgbClr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9819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BC42FB-06EC-3383-BFF1-6D17FAD31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636A5FFF-F516-D2E6-4FC8-ED3A304A9B9E}"/>
              </a:ext>
            </a:extLst>
          </p:cNvPr>
          <p:cNvGrpSpPr/>
          <p:nvPr/>
        </p:nvGrpSpPr>
        <p:grpSpPr>
          <a:xfrm>
            <a:off x="476250" y="1697625"/>
            <a:ext cx="11239500" cy="4630712"/>
            <a:chOff x="1309356" y="2009336"/>
            <a:chExt cx="9573288" cy="3944229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DE9B1B2B-1313-3241-3328-956E876CAC34}"/>
                </a:ext>
              </a:extLst>
            </p:cNvPr>
            <p:cNvSpPr/>
            <p:nvPr/>
          </p:nvSpPr>
          <p:spPr>
            <a:xfrm>
              <a:off x="1309356" y="2009336"/>
              <a:ext cx="4551393" cy="1827986"/>
            </a:xfrm>
            <a:prstGeom prst="roundRect">
              <a:avLst>
                <a:gd name="adj" fmla="val 11245"/>
              </a:avLst>
            </a:prstGeom>
            <a:solidFill>
              <a:schemeClr val="bg1"/>
            </a:solidFill>
            <a:ln w="22225" cap="flat" cmpd="sng" algn="ctr">
              <a:solidFill>
                <a:srgbClr val="00ACB0"/>
              </a:solidFill>
              <a:prstDash val="solid"/>
              <a:miter lim="800000"/>
            </a:ln>
            <a:effectLst>
              <a:outerShdw blurRad="50800" dist="254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0FEA7C65-4147-2F06-F01D-72D044AE0B88}"/>
                </a:ext>
              </a:extLst>
            </p:cNvPr>
            <p:cNvGrpSpPr/>
            <p:nvPr/>
          </p:nvGrpSpPr>
          <p:grpSpPr>
            <a:xfrm>
              <a:off x="1525084" y="2315578"/>
              <a:ext cx="3459119" cy="1200910"/>
              <a:chOff x="1706705" y="2365414"/>
              <a:chExt cx="3357387" cy="1165592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B63C30F-BD11-A8FC-A637-82FDCEDE6E11}"/>
                  </a:ext>
                </a:extLst>
              </p:cNvPr>
              <p:cNvSpPr txBox="1"/>
              <p:nvPr/>
            </p:nvSpPr>
            <p:spPr>
              <a:xfrm>
                <a:off x="1706705" y="2692485"/>
                <a:ext cx="1838330" cy="311053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>
                <a:defPPr>
                  <a:defRPr lang="ko-KR"/>
                </a:defPPr>
                <a:lvl1pPr>
                  <a:lnSpc>
                    <a:spcPct val="110000"/>
                  </a:lnSpc>
                  <a:defRPr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1A5E2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defRPr>
                </a:lvl1pPr>
              </a:lstStyle>
              <a:p>
                <a:r>
                  <a:rPr lang="ko-KR" altLang="en-US" dirty="0">
                    <a:solidFill>
                      <a:srgbClr val="00ACB0"/>
                    </a:solidFill>
                  </a:rPr>
                  <a:t>키워드를 입력해주세요</a:t>
                </a:r>
                <a:endParaRPr lang="en-US" altLang="ko-KR" dirty="0">
                  <a:solidFill>
                    <a:srgbClr val="00ACB0"/>
                  </a:solidFill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7553996-128B-B9E1-44C1-039454486190}"/>
                  </a:ext>
                </a:extLst>
              </p:cNvPr>
              <p:cNvSpPr txBox="1"/>
              <p:nvPr/>
            </p:nvSpPr>
            <p:spPr>
              <a:xfrm>
                <a:off x="1706706" y="3098458"/>
                <a:ext cx="3357386" cy="43254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ko-KR" altLang="en-US" sz="14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설명이 들어갈 자리입니다</a:t>
                </a:r>
                <a:r>
                  <a:rPr lang="en-US" altLang="ko-KR" sz="14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. </a:t>
                </a:r>
                <a:r>
                  <a:rPr lang="ko-KR" altLang="en-US" sz="14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템플릿으로 가장 많이 쓸 수 있는 내용으로 구성 되었습니다</a:t>
                </a:r>
                <a:r>
                  <a:rPr lang="en-US" altLang="ko-KR" sz="1400" dirty="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.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5A95D69-93FD-5D96-2A00-0ABB87C841DA}"/>
                  </a:ext>
                </a:extLst>
              </p:cNvPr>
              <p:cNvSpPr txBox="1"/>
              <p:nvPr/>
            </p:nvSpPr>
            <p:spPr>
              <a:xfrm>
                <a:off x="1706705" y="2365414"/>
                <a:ext cx="373974" cy="311530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>
                <a:defPPr>
                  <a:defRPr lang="ko-KR"/>
                </a:defPPr>
                <a:lvl1pPr>
                  <a:lnSpc>
                    <a:spcPct val="110000"/>
                  </a:lnSpc>
                  <a:defRPr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1A5E2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defRPr>
                </a:lvl1pPr>
              </a:lstStyle>
              <a:p>
                <a:r>
                  <a:rPr lang="en-US" altLang="ko-KR" dirty="0">
                    <a:solidFill>
                      <a:srgbClr val="00ACB0"/>
                    </a:solidFill>
                  </a:rPr>
                  <a:t>01</a:t>
                </a:r>
              </a:p>
            </p:txBody>
          </p:sp>
        </p:grp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684957D7-DA59-0299-8024-CDFEE7E48F36}"/>
                </a:ext>
              </a:extLst>
            </p:cNvPr>
            <p:cNvSpPr/>
            <p:nvPr/>
          </p:nvSpPr>
          <p:spPr>
            <a:xfrm flipH="1">
              <a:off x="6331251" y="2009336"/>
              <a:ext cx="4551393" cy="1827986"/>
            </a:xfrm>
            <a:prstGeom prst="roundRect">
              <a:avLst>
                <a:gd name="adj" fmla="val 11245"/>
              </a:avLst>
            </a:prstGeom>
            <a:solidFill>
              <a:schemeClr val="bg1"/>
            </a:solidFill>
            <a:ln w="22225" cap="flat" cmpd="sng" algn="ctr">
              <a:solidFill>
                <a:srgbClr val="29AAE1"/>
              </a:solidFill>
              <a:prstDash val="solid"/>
              <a:miter lim="800000"/>
            </a:ln>
            <a:effectLst>
              <a:outerShdw blurRad="50800" dist="254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765C378D-3DDC-23C2-7711-C3D4A9B37E1D}"/>
                </a:ext>
              </a:extLst>
            </p:cNvPr>
            <p:cNvGrpSpPr/>
            <p:nvPr/>
          </p:nvGrpSpPr>
          <p:grpSpPr>
            <a:xfrm flipH="1">
              <a:off x="7263095" y="2315577"/>
              <a:ext cx="3403822" cy="1200912"/>
              <a:chOff x="1706705" y="2365414"/>
              <a:chExt cx="3303716" cy="1165594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469C8E-1FB6-B898-0B0E-D179C522D962}"/>
                  </a:ext>
                </a:extLst>
              </p:cNvPr>
              <p:cNvSpPr txBox="1"/>
              <p:nvPr/>
            </p:nvSpPr>
            <p:spPr>
              <a:xfrm>
                <a:off x="1706705" y="2692485"/>
                <a:ext cx="1838330" cy="311053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r">
                  <a:lnSpc>
                    <a:spcPct val="110000"/>
                  </a:lnSpc>
                </a:pPr>
                <a:r>
                  <a:rPr lang="ko-KR" altLang="en-US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1A5E2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키워드를 입력해주세요</a:t>
                </a:r>
                <a:endParaRPr lang="en-US" altLang="ko-KR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1A5E2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B417620-15AA-0650-C49E-4C8D0DD1AEBF}"/>
                  </a:ext>
                </a:extLst>
              </p:cNvPr>
              <p:cNvSpPr txBox="1"/>
              <p:nvPr/>
            </p:nvSpPr>
            <p:spPr>
              <a:xfrm>
                <a:off x="1706707" y="3098460"/>
                <a:ext cx="3303714" cy="43254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>
                <a:defPPr>
                  <a:defRPr lang="ko-KR"/>
                </a:defPPr>
                <a:lvl1pPr>
                  <a:defRPr sz="140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defRPr>
                </a:lvl1pPr>
              </a:lstStyle>
              <a:p>
                <a:r>
                  <a:rPr lang="ko-KR" altLang="en-US" dirty="0"/>
                  <a:t>설명이 들어갈 자리입니다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템플릿으로 가장 많이 쓸 수 있는 내용으로 구성 되었습니다</a:t>
                </a:r>
                <a:r>
                  <a:rPr lang="en-US" altLang="ko-KR" dirty="0"/>
                  <a:t>.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C46D725-CF75-E280-4091-E07E69A7EC22}"/>
                  </a:ext>
                </a:extLst>
              </p:cNvPr>
              <p:cNvSpPr txBox="1"/>
              <p:nvPr/>
            </p:nvSpPr>
            <p:spPr>
              <a:xfrm>
                <a:off x="1706705" y="2365414"/>
                <a:ext cx="400478" cy="311530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algn="r">
                  <a:lnSpc>
                    <a:spcPct val="110000"/>
                  </a:lnSpc>
                </a:pPr>
                <a:r>
                  <a:rPr lang="en-US" altLang="ko-KR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1A5E2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02</a:t>
                </a:r>
              </a:p>
            </p:txBody>
          </p:sp>
        </p:grpSp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C523FCED-E264-B0EB-8A9E-52B7A2253F2E}"/>
                </a:ext>
              </a:extLst>
            </p:cNvPr>
            <p:cNvSpPr/>
            <p:nvPr/>
          </p:nvSpPr>
          <p:spPr>
            <a:xfrm flipH="1">
              <a:off x="1309356" y="4125579"/>
              <a:ext cx="4551393" cy="1827986"/>
            </a:xfrm>
            <a:prstGeom prst="roundRect">
              <a:avLst>
                <a:gd name="adj" fmla="val 11245"/>
              </a:avLst>
            </a:prstGeom>
            <a:solidFill>
              <a:schemeClr val="bg1"/>
            </a:solidFill>
            <a:ln w="22225" cap="flat" cmpd="sng" algn="ctr">
              <a:solidFill>
                <a:srgbClr val="29AAE1"/>
              </a:solidFill>
              <a:prstDash val="solid"/>
              <a:miter lim="800000"/>
            </a:ln>
            <a:effectLst>
              <a:outerShdw blurRad="50800" dist="254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9016174B-336D-245E-AAA1-AE8FF532D610}"/>
                </a:ext>
              </a:extLst>
            </p:cNvPr>
            <p:cNvGrpSpPr/>
            <p:nvPr/>
          </p:nvGrpSpPr>
          <p:grpSpPr>
            <a:xfrm>
              <a:off x="1525084" y="4431820"/>
              <a:ext cx="3459119" cy="1200912"/>
              <a:chOff x="1706705" y="2365414"/>
              <a:chExt cx="3357387" cy="1165594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C3CB96B-0649-9508-DED1-718637977DC0}"/>
                  </a:ext>
                </a:extLst>
              </p:cNvPr>
              <p:cNvSpPr txBox="1"/>
              <p:nvPr/>
            </p:nvSpPr>
            <p:spPr>
              <a:xfrm>
                <a:off x="1706705" y="2692485"/>
                <a:ext cx="1838330" cy="311053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ko-KR" altLang="en-US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1A5E2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키워드를 입력해주세요</a:t>
                </a:r>
                <a:endParaRPr lang="en-US" altLang="ko-KR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1A5E2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D09D72E-C3C0-5B01-F032-8F42AA1F37D2}"/>
                  </a:ext>
                </a:extLst>
              </p:cNvPr>
              <p:cNvSpPr txBox="1"/>
              <p:nvPr/>
            </p:nvSpPr>
            <p:spPr>
              <a:xfrm>
                <a:off x="1706706" y="3098460"/>
                <a:ext cx="3357386" cy="43254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>
                <a:defPPr>
                  <a:defRPr lang="ko-KR"/>
                </a:defPPr>
                <a:lvl1pPr>
                  <a:defRPr sz="140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defRPr>
                </a:lvl1pPr>
              </a:lstStyle>
              <a:p>
                <a:r>
                  <a:rPr lang="ko-KR" altLang="en-US" dirty="0"/>
                  <a:t>설명이 들어갈 자리입니다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템플릿으로 가장 많이 쓸 수 있는 내용으로 구성 되었습니다</a:t>
                </a:r>
                <a:r>
                  <a:rPr lang="en-US" altLang="ko-KR" dirty="0"/>
                  <a:t>.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64E3C44-FAE4-492E-C3B2-326B7AC9CA05}"/>
                  </a:ext>
                </a:extLst>
              </p:cNvPr>
              <p:cNvSpPr txBox="1"/>
              <p:nvPr/>
            </p:nvSpPr>
            <p:spPr>
              <a:xfrm>
                <a:off x="1706705" y="2365414"/>
                <a:ext cx="405779" cy="311530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altLang="ko-KR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1A5E2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03</a:t>
                </a:r>
              </a:p>
            </p:txBody>
          </p:sp>
        </p:grp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A0DD7829-246A-61E8-6E16-9698251999B6}"/>
                </a:ext>
              </a:extLst>
            </p:cNvPr>
            <p:cNvSpPr/>
            <p:nvPr/>
          </p:nvSpPr>
          <p:spPr>
            <a:xfrm>
              <a:off x="6331251" y="4125579"/>
              <a:ext cx="4551393" cy="1827986"/>
            </a:xfrm>
            <a:prstGeom prst="roundRect">
              <a:avLst>
                <a:gd name="adj" fmla="val 11245"/>
              </a:avLst>
            </a:prstGeom>
            <a:solidFill>
              <a:schemeClr val="bg1"/>
            </a:solidFill>
            <a:ln w="22225" cap="flat" cmpd="sng" algn="ctr">
              <a:solidFill>
                <a:srgbClr val="00ACB0"/>
              </a:solidFill>
              <a:prstDash val="solid"/>
              <a:miter lim="800000"/>
            </a:ln>
            <a:effectLst>
              <a:outerShdw blurRad="50800" dist="254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77AF2AA2-C0E5-3B1A-A2C9-59CC102BD167}"/>
                </a:ext>
              </a:extLst>
            </p:cNvPr>
            <p:cNvGrpSpPr/>
            <p:nvPr/>
          </p:nvGrpSpPr>
          <p:grpSpPr>
            <a:xfrm flipH="1">
              <a:off x="7263095" y="4431820"/>
              <a:ext cx="3403822" cy="1200912"/>
              <a:chOff x="1706705" y="2365414"/>
              <a:chExt cx="3303716" cy="1165594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40BDBFC-7CCA-63CC-FD11-3DF949EBC47E}"/>
                  </a:ext>
                </a:extLst>
              </p:cNvPr>
              <p:cNvSpPr txBox="1"/>
              <p:nvPr/>
            </p:nvSpPr>
            <p:spPr>
              <a:xfrm>
                <a:off x="1706705" y="2692485"/>
                <a:ext cx="1838330" cy="311053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>
                <a:defPPr>
                  <a:defRPr lang="ko-KR"/>
                </a:defPPr>
                <a:lvl1pPr>
                  <a:lnSpc>
                    <a:spcPct val="110000"/>
                  </a:lnSpc>
                  <a:defRPr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1A5E2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defRPr>
                </a:lvl1pPr>
              </a:lstStyle>
              <a:p>
                <a:r>
                  <a:rPr lang="ko-KR" altLang="en-US">
                    <a:solidFill>
                      <a:srgbClr val="00ACB0"/>
                    </a:solidFill>
                  </a:rPr>
                  <a:t>키워드를 입력해주세요</a:t>
                </a:r>
                <a:endParaRPr lang="en-US" altLang="ko-KR" dirty="0">
                  <a:solidFill>
                    <a:srgbClr val="00ACB0"/>
                  </a:solidFill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64437D1-57F1-CF3E-505E-530AE5AB217A}"/>
                  </a:ext>
                </a:extLst>
              </p:cNvPr>
              <p:cNvSpPr txBox="1"/>
              <p:nvPr/>
            </p:nvSpPr>
            <p:spPr>
              <a:xfrm>
                <a:off x="1706707" y="3098460"/>
                <a:ext cx="3303714" cy="43254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>
                <a:defPPr>
                  <a:defRPr lang="ko-KR"/>
                </a:defPPr>
                <a:lvl1pPr>
                  <a:defRPr sz="1400">
                    <a:ln>
                      <a:solidFill>
                        <a:schemeClr val="tx1">
                          <a:lumMod val="85000"/>
                          <a:lumOff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defRPr>
                </a:lvl1pPr>
              </a:lstStyle>
              <a:p>
                <a:r>
                  <a:rPr lang="ko-KR" altLang="en-US" dirty="0"/>
                  <a:t>설명이 </a:t>
                </a:r>
                <a:r>
                  <a:rPr lang="ko-KR" altLang="en-US"/>
                  <a:t>들어갈 자리입니다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템플릿으로 가장 많이 쓸 수 있는 내용으로 </a:t>
                </a:r>
                <a:r>
                  <a:rPr lang="ko-KR" altLang="en-US"/>
                  <a:t>구성 되었습니다</a:t>
                </a:r>
                <a:r>
                  <a:rPr lang="en-US" altLang="ko-KR" dirty="0"/>
                  <a:t>.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9CCA29F-4618-CFA4-669C-5D5D36867118}"/>
                  </a:ext>
                </a:extLst>
              </p:cNvPr>
              <p:cNvSpPr txBox="1"/>
              <p:nvPr/>
            </p:nvSpPr>
            <p:spPr>
              <a:xfrm>
                <a:off x="1706705" y="2365414"/>
                <a:ext cx="409755" cy="311530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>
                <a:defPPr>
                  <a:defRPr lang="ko-KR"/>
                </a:defPPr>
                <a:lvl1pPr>
                  <a:lnSpc>
                    <a:spcPct val="110000"/>
                  </a:lnSpc>
                  <a:defRPr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1A5E2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defRPr>
                </a:lvl1pPr>
              </a:lstStyle>
              <a:p>
                <a:r>
                  <a:rPr lang="en-US" altLang="ko-KR" dirty="0">
                    <a:solidFill>
                      <a:srgbClr val="00ACB0"/>
                    </a:solidFill>
                  </a:rPr>
                  <a:t>04</a:t>
                </a:r>
              </a:p>
            </p:txBody>
          </p:sp>
        </p:grp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BC64263F-7BAA-518A-1F70-62F86B4589F7}"/>
                </a:ext>
              </a:extLst>
            </p:cNvPr>
            <p:cNvGrpSpPr/>
            <p:nvPr/>
          </p:nvGrpSpPr>
          <p:grpSpPr>
            <a:xfrm>
              <a:off x="5022593" y="2908044"/>
              <a:ext cx="2146812" cy="2146812"/>
              <a:chOff x="5110417" y="2995868"/>
              <a:chExt cx="1971164" cy="1971164"/>
            </a:xfrm>
          </p:grpSpPr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CEAAF1AE-1ED7-AD6D-C1B6-4761F31A3508}"/>
                  </a:ext>
                </a:extLst>
              </p:cNvPr>
              <p:cNvSpPr/>
              <p:nvPr/>
            </p:nvSpPr>
            <p:spPr>
              <a:xfrm>
                <a:off x="5110417" y="2995868"/>
                <a:ext cx="1971164" cy="1971164"/>
              </a:xfrm>
              <a:prstGeom prst="ellipse">
                <a:avLst/>
              </a:prstGeom>
              <a:solidFill>
                <a:srgbClr val="29AAE1">
                  <a:alpha val="21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41CF185C-CB65-056C-5F43-F2DB83C93008}"/>
                  </a:ext>
                </a:extLst>
              </p:cNvPr>
              <p:cNvSpPr/>
              <p:nvPr/>
            </p:nvSpPr>
            <p:spPr>
              <a:xfrm>
                <a:off x="5234977" y="3120428"/>
                <a:ext cx="1722045" cy="1722045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95CCD6A3-2D57-BAC3-2A68-9BE391E07B84}"/>
                  </a:ext>
                </a:extLst>
              </p:cNvPr>
              <p:cNvSpPr/>
              <p:nvPr/>
            </p:nvSpPr>
            <p:spPr>
              <a:xfrm>
                <a:off x="5321002" y="3206453"/>
                <a:ext cx="1549996" cy="1549996"/>
              </a:xfrm>
              <a:prstGeom prst="ellipse">
                <a:avLst/>
              </a:prstGeom>
              <a:solidFill>
                <a:srgbClr val="12437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algn="ctr" latinLnBrk="0"/>
                <a:r>
                  <a:rPr lang="ko-KR" altLang="en-US" sz="2100" kern="0" dirty="0">
                    <a:solidFill>
                      <a:prstClr val="white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내용을</a:t>
                </a:r>
                <a:br>
                  <a:rPr lang="en-US" altLang="ko-KR" sz="2100" kern="0" dirty="0">
                    <a:solidFill>
                      <a:prstClr val="white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</a:br>
                <a:r>
                  <a:rPr lang="ko-KR" altLang="en-US" sz="2100" kern="0" dirty="0">
                    <a:solidFill>
                      <a:prstClr val="white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입력해주세요</a:t>
                </a:r>
              </a:p>
            </p:txBody>
          </p:sp>
        </p:grp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2FCFD482-4B61-1F85-E9DA-06CE3A12161F}"/>
              </a:ext>
            </a:extLst>
          </p:cNvPr>
          <p:cNvSpPr txBox="1"/>
          <p:nvPr/>
        </p:nvSpPr>
        <p:spPr>
          <a:xfrm>
            <a:off x="3147119" y="1013760"/>
            <a:ext cx="589776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[ </a:t>
            </a:r>
            <a:r>
              <a:rPr kumimoji="0" lang="ko-KR" altLang="en-US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핵심 내용을 입력해주세요 </a:t>
            </a:r>
            <a:r>
              <a:rPr kumimoji="0" lang="ko-KR" altLang="en-US" sz="2400" b="0" i="0" u="none" strike="noStrike" kern="0" cap="none" spc="0" normalizeH="0" baseline="0" noProof="0" dirty="0">
                <a:solidFill>
                  <a:srgbClr val="31A5E2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강조할 내용</a:t>
            </a:r>
            <a:r>
              <a:rPr kumimoji="0" lang="ko-KR" altLang="en-US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입니다 </a:t>
            </a:r>
            <a:r>
              <a:rPr kumimoji="0" lang="en-US" altLang="ko-KR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]</a:t>
            </a:r>
            <a:endParaRPr kumimoji="0" lang="ko-KR" altLang="en-US" sz="2400" b="0" i="0" u="none" strike="noStrike" kern="0" cap="none" spc="0" normalizeH="0" baseline="0" noProof="0" dirty="0">
              <a:solidFill>
                <a:srgbClr val="44546A">
                  <a:lumMod val="50000"/>
                </a:srgbClr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412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00DD9E-FB90-776B-4981-635F90D56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D5D2FFF9-9A00-C050-6B97-E6FC01EB8CC5}"/>
              </a:ext>
            </a:extLst>
          </p:cNvPr>
          <p:cNvSpPr/>
          <p:nvPr/>
        </p:nvSpPr>
        <p:spPr>
          <a:xfrm>
            <a:off x="3293125" y="1231423"/>
            <a:ext cx="4032956" cy="2365091"/>
          </a:xfrm>
          <a:prstGeom prst="roundRect">
            <a:avLst>
              <a:gd name="adj" fmla="val 12237"/>
            </a:avLst>
          </a:prstGeom>
          <a:solidFill>
            <a:sysClr val="window" lastClr="FFFFFF"/>
          </a:solidFill>
          <a:ln w="19050" cap="flat" cmpd="sng" algn="ctr">
            <a:solidFill>
              <a:srgbClr val="00ACB0"/>
            </a:solidFill>
            <a:prstDash val="solid"/>
            <a:miter lim="800000"/>
          </a:ln>
          <a:effectLst>
            <a:outerShdw dist="114300" dir="2700000" algn="tl" rotWithShape="0">
              <a:sysClr val="window" lastClr="FFFFFF">
                <a:lumMod val="65000"/>
                <a:alpha val="10000"/>
              </a:sysClr>
            </a:outerShdw>
          </a:effectLst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EF149C0-6C05-2ECB-8DE6-EE9324E134C0}"/>
              </a:ext>
            </a:extLst>
          </p:cNvPr>
          <p:cNvSpPr/>
          <p:nvPr/>
        </p:nvSpPr>
        <p:spPr>
          <a:xfrm>
            <a:off x="7630741" y="1231423"/>
            <a:ext cx="4032956" cy="2365091"/>
          </a:xfrm>
          <a:prstGeom prst="roundRect">
            <a:avLst>
              <a:gd name="adj" fmla="val 12237"/>
            </a:avLst>
          </a:prstGeom>
          <a:solidFill>
            <a:sysClr val="window" lastClr="FFFFFF"/>
          </a:solidFill>
          <a:ln w="22225" cap="flat" cmpd="sng" algn="ctr">
            <a:solidFill>
              <a:srgbClr val="29AAE1"/>
            </a:solidFill>
            <a:prstDash val="solid"/>
            <a:miter lim="800000"/>
          </a:ln>
          <a:effectLst>
            <a:outerShdw dist="114300" dir="2700000" algn="tl" rotWithShape="0">
              <a:sysClr val="window" lastClr="FFFFFF">
                <a:lumMod val="65000"/>
                <a:alpha val="10000"/>
              </a:sysClr>
            </a:outerShdw>
          </a:effectLst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A11EA3B8-7B45-2C44-D1D8-27BFA07AF09A}"/>
              </a:ext>
            </a:extLst>
          </p:cNvPr>
          <p:cNvSpPr/>
          <p:nvPr/>
        </p:nvSpPr>
        <p:spPr>
          <a:xfrm>
            <a:off x="3293125" y="3897180"/>
            <a:ext cx="4032956" cy="2365091"/>
          </a:xfrm>
          <a:prstGeom prst="roundRect">
            <a:avLst>
              <a:gd name="adj" fmla="val 12237"/>
            </a:avLst>
          </a:prstGeom>
          <a:solidFill>
            <a:sysClr val="window" lastClr="FFFFFF"/>
          </a:solidFill>
          <a:ln w="22225" cap="flat" cmpd="sng" algn="ctr">
            <a:solidFill>
              <a:srgbClr val="29AAE1"/>
            </a:solidFill>
            <a:prstDash val="solid"/>
            <a:miter lim="800000"/>
          </a:ln>
          <a:effectLst>
            <a:outerShdw dist="114300" dir="2700000" algn="tl" rotWithShape="0">
              <a:sysClr val="window" lastClr="FFFFFF">
                <a:lumMod val="65000"/>
                <a:alpha val="1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00B3DAD4-5030-8D96-8512-729C178E84D3}"/>
              </a:ext>
            </a:extLst>
          </p:cNvPr>
          <p:cNvSpPr/>
          <p:nvPr/>
        </p:nvSpPr>
        <p:spPr>
          <a:xfrm>
            <a:off x="7630741" y="3897180"/>
            <a:ext cx="4032956" cy="2365091"/>
          </a:xfrm>
          <a:prstGeom prst="roundRect">
            <a:avLst>
              <a:gd name="adj" fmla="val 12237"/>
            </a:avLst>
          </a:prstGeom>
          <a:solidFill>
            <a:sysClr val="window" lastClr="FFFFFF"/>
          </a:solidFill>
          <a:ln w="19050" cap="flat" cmpd="sng" algn="ctr">
            <a:solidFill>
              <a:srgbClr val="00ACB0"/>
            </a:solidFill>
            <a:prstDash val="solid"/>
            <a:miter lim="800000"/>
          </a:ln>
          <a:effectLst>
            <a:outerShdw dist="114300" dir="2700000" algn="tl" rotWithShape="0">
              <a:sysClr val="window" lastClr="FFFFFF">
                <a:lumMod val="65000"/>
                <a:alpha val="1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52" name="자유형: 도형 51">
            <a:extLst>
              <a:ext uri="{FF2B5EF4-FFF2-40B4-BE49-F238E27FC236}">
                <a16:creationId xmlns:a16="http://schemas.microsoft.com/office/drawing/2014/main" id="{A20E5454-DC62-00D9-2610-56052A980A05}"/>
              </a:ext>
            </a:extLst>
          </p:cNvPr>
          <p:cNvSpPr/>
          <p:nvPr/>
        </p:nvSpPr>
        <p:spPr>
          <a:xfrm>
            <a:off x="6372175" y="2575003"/>
            <a:ext cx="964713" cy="1021511"/>
          </a:xfrm>
          <a:custGeom>
            <a:avLst/>
            <a:gdLst>
              <a:gd name="connsiteX0" fmla="*/ 678524 w 678524"/>
              <a:gd name="connsiteY0" fmla="*/ 0 h 718473"/>
              <a:gd name="connsiteX1" fmla="*/ 678524 w 678524"/>
              <a:gd name="connsiteY1" fmla="*/ 548560 h 718473"/>
              <a:gd name="connsiteX2" fmla="*/ 508611 w 678524"/>
              <a:gd name="connsiteY2" fmla="*/ 718473 h 718473"/>
              <a:gd name="connsiteX3" fmla="*/ 0 w 678524"/>
              <a:gd name="connsiteY3" fmla="*/ 718473 h 718473"/>
              <a:gd name="connsiteX4" fmla="*/ 6370 w 678524"/>
              <a:gd name="connsiteY4" fmla="*/ 655283 h 718473"/>
              <a:gd name="connsiteX5" fmla="*/ 658615 w 678524"/>
              <a:gd name="connsiteY5" fmla="*/ 3038 h 718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8524" h="718473">
                <a:moveTo>
                  <a:pt x="678524" y="0"/>
                </a:moveTo>
                <a:lnTo>
                  <a:pt x="678524" y="548560"/>
                </a:lnTo>
                <a:cubicBezTo>
                  <a:pt x="678524" y="642400"/>
                  <a:pt x="602451" y="718473"/>
                  <a:pt x="508611" y="718473"/>
                </a:cubicBezTo>
                <a:lnTo>
                  <a:pt x="0" y="718473"/>
                </a:lnTo>
                <a:lnTo>
                  <a:pt x="6370" y="655283"/>
                </a:lnTo>
                <a:cubicBezTo>
                  <a:pt x="73364" y="327894"/>
                  <a:pt x="331226" y="70032"/>
                  <a:pt x="658615" y="3038"/>
                </a:cubicBezTo>
                <a:close/>
              </a:path>
            </a:pathLst>
          </a:custGeom>
          <a:solidFill>
            <a:srgbClr val="00ACB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53" name="자유형: 도형 52">
            <a:extLst>
              <a:ext uri="{FF2B5EF4-FFF2-40B4-BE49-F238E27FC236}">
                <a16:creationId xmlns:a16="http://schemas.microsoft.com/office/drawing/2014/main" id="{B17154F7-0355-DCF4-3C5C-DFC4ECE11CD8}"/>
              </a:ext>
            </a:extLst>
          </p:cNvPr>
          <p:cNvSpPr/>
          <p:nvPr/>
        </p:nvSpPr>
        <p:spPr>
          <a:xfrm>
            <a:off x="6372175" y="3897180"/>
            <a:ext cx="964713" cy="1021514"/>
          </a:xfrm>
          <a:custGeom>
            <a:avLst/>
            <a:gdLst>
              <a:gd name="connsiteX0" fmla="*/ 0 w 678524"/>
              <a:gd name="connsiteY0" fmla="*/ 0 h 718475"/>
              <a:gd name="connsiteX1" fmla="*/ 508611 w 678524"/>
              <a:gd name="connsiteY1" fmla="*/ 0 h 718475"/>
              <a:gd name="connsiteX2" fmla="*/ 678524 w 678524"/>
              <a:gd name="connsiteY2" fmla="*/ 169913 h 718475"/>
              <a:gd name="connsiteX3" fmla="*/ 678524 w 678524"/>
              <a:gd name="connsiteY3" fmla="*/ 718475 h 718475"/>
              <a:gd name="connsiteX4" fmla="*/ 658615 w 678524"/>
              <a:gd name="connsiteY4" fmla="*/ 715436 h 718475"/>
              <a:gd name="connsiteX5" fmla="*/ 6370 w 678524"/>
              <a:gd name="connsiteY5" fmla="*/ 63192 h 718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8524" h="718475">
                <a:moveTo>
                  <a:pt x="0" y="0"/>
                </a:moveTo>
                <a:lnTo>
                  <a:pt x="508611" y="0"/>
                </a:lnTo>
                <a:cubicBezTo>
                  <a:pt x="602451" y="0"/>
                  <a:pt x="678524" y="76073"/>
                  <a:pt x="678524" y="169913"/>
                </a:cubicBezTo>
                <a:lnTo>
                  <a:pt x="678524" y="718475"/>
                </a:lnTo>
                <a:lnTo>
                  <a:pt x="658615" y="715436"/>
                </a:lnTo>
                <a:cubicBezTo>
                  <a:pt x="331226" y="648443"/>
                  <a:pt x="73364" y="390581"/>
                  <a:pt x="6370" y="63192"/>
                </a:cubicBezTo>
                <a:close/>
              </a:path>
            </a:pathLst>
          </a:custGeom>
          <a:solidFill>
            <a:srgbClr val="31A5E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54" name="자유형: 도형 53">
            <a:extLst>
              <a:ext uri="{FF2B5EF4-FFF2-40B4-BE49-F238E27FC236}">
                <a16:creationId xmlns:a16="http://schemas.microsoft.com/office/drawing/2014/main" id="{DDDFD580-753F-8DB7-4129-054470CDBFBA}"/>
              </a:ext>
            </a:extLst>
          </p:cNvPr>
          <p:cNvSpPr/>
          <p:nvPr/>
        </p:nvSpPr>
        <p:spPr>
          <a:xfrm>
            <a:off x="7619934" y="2575003"/>
            <a:ext cx="964713" cy="1021511"/>
          </a:xfrm>
          <a:custGeom>
            <a:avLst/>
            <a:gdLst>
              <a:gd name="connsiteX0" fmla="*/ 0 w 678524"/>
              <a:gd name="connsiteY0" fmla="*/ 0 h 718473"/>
              <a:gd name="connsiteX1" fmla="*/ 19910 w 678524"/>
              <a:gd name="connsiteY1" fmla="*/ 3038 h 718473"/>
              <a:gd name="connsiteX2" fmla="*/ 672154 w 678524"/>
              <a:gd name="connsiteY2" fmla="*/ 655283 h 718473"/>
              <a:gd name="connsiteX3" fmla="*/ 678524 w 678524"/>
              <a:gd name="connsiteY3" fmla="*/ 718473 h 718473"/>
              <a:gd name="connsiteX4" fmla="*/ 169913 w 678524"/>
              <a:gd name="connsiteY4" fmla="*/ 718473 h 718473"/>
              <a:gd name="connsiteX5" fmla="*/ 0 w 678524"/>
              <a:gd name="connsiteY5" fmla="*/ 548560 h 718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8524" h="718473">
                <a:moveTo>
                  <a:pt x="0" y="0"/>
                </a:moveTo>
                <a:lnTo>
                  <a:pt x="19910" y="3038"/>
                </a:lnTo>
                <a:cubicBezTo>
                  <a:pt x="347299" y="70032"/>
                  <a:pt x="605161" y="327894"/>
                  <a:pt x="672154" y="655283"/>
                </a:cubicBezTo>
                <a:lnTo>
                  <a:pt x="678524" y="718473"/>
                </a:lnTo>
                <a:lnTo>
                  <a:pt x="169913" y="718473"/>
                </a:lnTo>
                <a:cubicBezTo>
                  <a:pt x="76073" y="718473"/>
                  <a:pt x="0" y="642400"/>
                  <a:pt x="0" y="548560"/>
                </a:cubicBezTo>
                <a:close/>
              </a:path>
            </a:pathLst>
          </a:custGeom>
          <a:solidFill>
            <a:srgbClr val="31A5E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55" name="자유형: 도형 54">
            <a:extLst>
              <a:ext uri="{FF2B5EF4-FFF2-40B4-BE49-F238E27FC236}">
                <a16:creationId xmlns:a16="http://schemas.microsoft.com/office/drawing/2014/main" id="{98E2BBAE-3FCD-E848-4BDC-FB54C37A4575}"/>
              </a:ext>
            </a:extLst>
          </p:cNvPr>
          <p:cNvSpPr/>
          <p:nvPr/>
        </p:nvSpPr>
        <p:spPr>
          <a:xfrm>
            <a:off x="7619934" y="3897180"/>
            <a:ext cx="964713" cy="1021514"/>
          </a:xfrm>
          <a:custGeom>
            <a:avLst/>
            <a:gdLst>
              <a:gd name="connsiteX0" fmla="*/ 169913 w 678524"/>
              <a:gd name="connsiteY0" fmla="*/ 0 h 718475"/>
              <a:gd name="connsiteX1" fmla="*/ 678524 w 678524"/>
              <a:gd name="connsiteY1" fmla="*/ 0 h 718475"/>
              <a:gd name="connsiteX2" fmla="*/ 672154 w 678524"/>
              <a:gd name="connsiteY2" fmla="*/ 63192 h 718475"/>
              <a:gd name="connsiteX3" fmla="*/ 19910 w 678524"/>
              <a:gd name="connsiteY3" fmla="*/ 715436 h 718475"/>
              <a:gd name="connsiteX4" fmla="*/ 0 w 678524"/>
              <a:gd name="connsiteY4" fmla="*/ 718475 h 718475"/>
              <a:gd name="connsiteX5" fmla="*/ 0 w 678524"/>
              <a:gd name="connsiteY5" fmla="*/ 169913 h 718475"/>
              <a:gd name="connsiteX6" fmla="*/ 169913 w 678524"/>
              <a:gd name="connsiteY6" fmla="*/ 0 h 718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524" h="718475">
                <a:moveTo>
                  <a:pt x="169913" y="0"/>
                </a:moveTo>
                <a:lnTo>
                  <a:pt x="678524" y="0"/>
                </a:lnTo>
                <a:lnTo>
                  <a:pt x="672154" y="63192"/>
                </a:lnTo>
                <a:cubicBezTo>
                  <a:pt x="605161" y="390581"/>
                  <a:pt x="347299" y="648443"/>
                  <a:pt x="19910" y="715436"/>
                </a:cubicBezTo>
                <a:lnTo>
                  <a:pt x="0" y="718475"/>
                </a:lnTo>
                <a:lnTo>
                  <a:pt x="0" y="169913"/>
                </a:lnTo>
                <a:cubicBezTo>
                  <a:pt x="0" y="76073"/>
                  <a:pt x="76073" y="0"/>
                  <a:pt x="169913" y="0"/>
                </a:cubicBezTo>
                <a:close/>
              </a:path>
            </a:pathLst>
          </a:custGeom>
          <a:solidFill>
            <a:srgbClr val="00ACB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E2B2C8F-DE56-CEE7-2ECF-612A5F06EFAB}"/>
              </a:ext>
            </a:extLst>
          </p:cNvPr>
          <p:cNvSpPr txBox="1"/>
          <p:nvPr/>
        </p:nvSpPr>
        <p:spPr>
          <a:xfrm>
            <a:off x="6710081" y="3029185"/>
            <a:ext cx="452368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01</a:t>
            </a:r>
            <a:endParaRPr kumimoji="0" lang="ko-KR" altLang="en-US" sz="1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F3C2FAB-BD90-EE62-1DAB-04CA229F5FF3}"/>
              </a:ext>
            </a:extLst>
          </p:cNvPr>
          <p:cNvSpPr txBox="1"/>
          <p:nvPr/>
        </p:nvSpPr>
        <p:spPr>
          <a:xfrm>
            <a:off x="7778344" y="3029185"/>
            <a:ext cx="484428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02</a:t>
            </a:r>
            <a:endParaRPr kumimoji="0" lang="ko-KR" altLang="en-US" sz="1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63DD2A-CE8A-B609-4F41-628581BDD4AA}"/>
              </a:ext>
            </a:extLst>
          </p:cNvPr>
          <p:cNvSpPr txBox="1"/>
          <p:nvPr/>
        </p:nvSpPr>
        <p:spPr>
          <a:xfrm>
            <a:off x="6690846" y="4095177"/>
            <a:ext cx="490840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03</a:t>
            </a:r>
            <a:endParaRPr kumimoji="0" lang="ko-KR" altLang="en-US" sz="1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95E0714-5DA3-8EB5-397D-367A45B63AC4}"/>
              </a:ext>
            </a:extLst>
          </p:cNvPr>
          <p:cNvSpPr txBox="1"/>
          <p:nvPr/>
        </p:nvSpPr>
        <p:spPr>
          <a:xfrm>
            <a:off x="7772733" y="4095177"/>
            <a:ext cx="495649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04</a:t>
            </a:r>
            <a:endParaRPr kumimoji="0" lang="ko-KR" altLang="en-US" sz="1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8A0306EF-697F-1947-C141-3EA78C30DCF5}"/>
              </a:ext>
            </a:extLst>
          </p:cNvPr>
          <p:cNvGrpSpPr/>
          <p:nvPr/>
        </p:nvGrpSpPr>
        <p:grpSpPr>
          <a:xfrm>
            <a:off x="3520110" y="1936006"/>
            <a:ext cx="2559908" cy="1034089"/>
            <a:chOff x="1829473" y="5210902"/>
            <a:chExt cx="1800493" cy="727320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07F238C7-6932-18DF-BBD3-AED3D41070DB}"/>
                </a:ext>
              </a:extLst>
            </p:cNvPr>
            <p:cNvSpPr txBox="1"/>
            <p:nvPr/>
          </p:nvSpPr>
          <p:spPr>
            <a:xfrm>
              <a:off x="1829473" y="5210902"/>
              <a:ext cx="1290041" cy="238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키워드를 입력하세요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DCD03C5-01CC-49C2-B1F7-B844E3F6224E}"/>
                </a:ext>
              </a:extLst>
            </p:cNvPr>
            <p:cNvSpPr txBox="1"/>
            <p:nvPr/>
          </p:nvSpPr>
          <p:spPr>
            <a:xfrm>
              <a:off x="1847476" y="5483629"/>
              <a:ext cx="1782490" cy="4545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2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2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46BC4740-A145-4016-DB8F-4EDA1DF8B0F8}"/>
              </a:ext>
            </a:extLst>
          </p:cNvPr>
          <p:cNvGrpSpPr/>
          <p:nvPr/>
        </p:nvGrpSpPr>
        <p:grpSpPr>
          <a:xfrm>
            <a:off x="3520110" y="4728838"/>
            <a:ext cx="2559908" cy="1034085"/>
            <a:chOff x="1829473" y="5210902"/>
            <a:chExt cx="1800493" cy="727317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7C6264C-E4A1-9485-238C-ED13505D2BCC}"/>
                </a:ext>
              </a:extLst>
            </p:cNvPr>
            <p:cNvSpPr txBox="1"/>
            <p:nvPr/>
          </p:nvSpPr>
          <p:spPr>
            <a:xfrm>
              <a:off x="1829473" y="5210902"/>
              <a:ext cx="1290041" cy="238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키워드를 입력하세요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6B90E0E-60C9-9ED6-C2BC-2BE9B9721B03}"/>
                </a:ext>
              </a:extLst>
            </p:cNvPr>
            <p:cNvSpPr txBox="1"/>
            <p:nvPr/>
          </p:nvSpPr>
          <p:spPr>
            <a:xfrm>
              <a:off x="1847476" y="5483626"/>
              <a:ext cx="1782490" cy="4545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설명이 들어갈 자리입니다</a:t>
              </a:r>
              <a:r>
                <a:rPr kumimoji="1" lang="en-US" altLang="ko-KR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.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템플릿으로 가장 많이 쓸 수 있는 내용으로 구성 되었습니다</a:t>
              </a:r>
              <a:r>
                <a:rPr kumimoji="1" lang="en-US" altLang="ko-KR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.</a:t>
              </a: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54ED8F97-975B-C7AD-453A-F61B9119A7A4}"/>
              </a:ext>
            </a:extLst>
          </p:cNvPr>
          <p:cNvGrpSpPr/>
          <p:nvPr/>
        </p:nvGrpSpPr>
        <p:grpSpPr>
          <a:xfrm flipH="1">
            <a:off x="8844218" y="1936009"/>
            <a:ext cx="2559908" cy="1034088"/>
            <a:chOff x="1829473" y="5210902"/>
            <a:chExt cx="1800493" cy="727319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CF90299-92B3-4B34-446C-47C37175BC9B}"/>
                </a:ext>
              </a:extLst>
            </p:cNvPr>
            <p:cNvSpPr txBox="1"/>
            <p:nvPr/>
          </p:nvSpPr>
          <p:spPr>
            <a:xfrm>
              <a:off x="1829473" y="5210902"/>
              <a:ext cx="1290041" cy="238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키워드를 입력하세요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8A72434-8477-CB5C-A101-8E38A3B434D4}"/>
                </a:ext>
              </a:extLst>
            </p:cNvPr>
            <p:cNvSpPr txBox="1"/>
            <p:nvPr/>
          </p:nvSpPr>
          <p:spPr>
            <a:xfrm>
              <a:off x="1847476" y="5483628"/>
              <a:ext cx="1782490" cy="4545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설명이 들어갈 자리입니다</a:t>
              </a:r>
              <a:r>
                <a:rPr kumimoji="1" lang="en-US" altLang="ko-KR" sz="12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  <a:r>
                <a:rPr kumimoji="1" lang="en-US" altLang="ko-KR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 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템플릿으로 가장 많이 쓸 수 있는 내용으로 구성 되었습니다</a:t>
              </a:r>
              <a:r>
                <a:rPr kumimoji="1" lang="en-US" altLang="ko-KR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.</a:t>
              </a: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DB6C05FC-E79C-3221-EEE0-B435A89BE064}"/>
              </a:ext>
            </a:extLst>
          </p:cNvPr>
          <p:cNvGrpSpPr/>
          <p:nvPr/>
        </p:nvGrpSpPr>
        <p:grpSpPr>
          <a:xfrm flipH="1">
            <a:off x="8844218" y="4728838"/>
            <a:ext cx="2559908" cy="1034085"/>
            <a:chOff x="1829473" y="5210902"/>
            <a:chExt cx="1800493" cy="727317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5C8AC10-F54A-AA1C-FCB3-C40DE84CB5A5}"/>
                </a:ext>
              </a:extLst>
            </p:cNvPr>
            <p:cNvSpPr txBox="1"/>
            <p:nvPr/>
          </p:nvSpPr>
          <p:spPr>
            <a:xfrm>
              <a:off x="1829473" y="5210902"/>
              <a:ext cx="1290041" cy="238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키워드를 입력하세요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49C8744-EDE9-AA19-1BD7-C80FFB2BA972}"/>
                </a:ext>
              </a:extLst>
            </p:cNvPr>
            <p:cNvSpPr txBox="1"/>
            <p:nvPr/>
          </p:nvSpPr>
          <p:spPr>
            <a:xfrm>
              <a:off x="1847476" y="5483626"/>
              <a:ext cx="1782490" cy="4545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설명이 들어갈 자리입니다</a:t>
              </a:r>
              <a:r>
                <a:rPr kumimoji="1" lang="en-US" altLang="ko-KR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.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템플릿으로 가장 많이 쓸 수 있는 내용으로 구성 되었습니다</a:t>
              </a:r>
              <a:r>
                <a:rPr kumimoji="1" lang="en-US" altLang="ko-KR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.</a:t>
              </a:r>
            </a:p>
          </p:txBody>
        </p:sp>
      </p:grpSp>
      <p:sp>
        <p:nvSpPr>
          <p:cNvPr id="64" name="Freeform 10">
            <a:extLst>
              <a:ext uri="{FF2B5EF4-FFF2-40B4-BE49-F238E27FC236}">
                <a16:creationId xmlns:a16="http://schemas.microsoft.com/office/drawing/2014/main" id="{6EF29A10-690B-5F70-FABD-C5EDBC922F0F}"/>
              </a:ext>
            </a:extLst>
          </p:cNvPr>
          <p:cNvSpPr>
            <a:spLocks noEditPoints="1"/>
          </p:cNvSpPr>
          <p:nvPr/>
        </p:nvSpPr>
        <p:spPr bwMode="gray">
          <a:xfrm>
            <a:off x="3633863" y="1526170"/>
            <a:ext cx="338448" cy="338448"/>
          </a:xfrm>
          <a:custGeom>
            <a:avLst/>
            <a:gdLst>
              <a:gd name="T0" fmla="*/ 2147483647 w 272"/>
              <a:gd name="T1" fmla="*/ 2147483647 h 272"/>
              <a:gd name="T2" fmla="*/ 2147483647 w 272"/>
              <a:gd name="T3" fmla="*/ 2147483647 h 272"/>
              <a:gd name="T4" fmla="*/ 2147483647 w 272"/>
              <a:gd name="T5" fmla="*/ 2147483647 h 272"/>
              <a:gd name="T6" fmla="*/ 2147483647 w 272"/>
              <a:gd name="T7" fmla="*/ 2147483647 h 272"/>
              <a:gd name="T8" fmla="*/ 2147483647 w 272"/>
              <a:gd name="T9" fmla="*/ 2147483647 h 272"/>
              <a:gd name="T10" fmla="*/ 0 w 272"/>
              <a:gd name="T11" fmla="*/ 2147483647 h 272"/>
              <a:gd name="T12" fmla="*/ 2147483647 w 272"/>
              <a:gd name="T13" fmla="*/ 2147483647 h 272"/>
              <a:gd name="T14" fmla="*/ 2147483647 w 272"/>
              <a:gd name="T15" fmla="*/ 0 h 272"/>
              <a:gd name="T16" fmla="*/ 2147483647 w 272"/>
              <a:gd name="T17" fmla="*/ 2147483647 h 272"/>
              <a:gd name="T18" fmla="*/ 2147483647 w 272"/>
              <a:gd name="T19" fmla="*/ 2147483647 h 272"/>
              <a:gd name="T20" fmla="*/ 2147483647 w 272"/>
              <a:gd name="T21" fmla="*/ 2147483647 h 272"/>
              <a:gd name="T22" fmla="*/ 2147483647 w 272"/>
              <a:gd name="T23" fmla="*/ 2147483647 h 272"/>
              <a:gd name="T24" fmla="*/ 2147483647 w 272"/>
              <a:gd name="T25" fmla="*/ 2147483647 h 272"/>
              <a:gd name="T26" fmla="*/ 2147483647 w 272"/>
              <a:gd name="T27" fmla="*/ 2147483647 h 272"/>
              <a:gd name="T28" fmla="*/ 2147483647 w 272"/>
              <a:gd name="T29" fmla="*/ 2147483647 h 272"/>
              <a:gd name="T30" fmla="*/ 2147483647 w 272"/>
              <a:gd name="T31" fmla="*/ 2147483647 h 272"/>
              <a:gd name="T32" fmla="*/ 2147483647 w 272"/>
              <a:gd name="T33" fmla="*/ 2147483647 h 272"/>
              <a:gd name="T34" fmla="*/ 2147483647 w 272"/>
              <a:gd name="T35" fmla="*/ 2147483647 h 272"/>
              <a:gd name="T36" fmla="*/ 2147483647 w 272"/>
              <a:gd name="T37" fmla="*/ 2147483647 h 272"/>
              <a:gd name="T38" fmla="*/ 2147483647 w 272"/>
              <a:gd name="T39" fmla="*/ 2147483647 h 272"/>
              <a:gd name="T40" fmla="*/ 2147483647 w 272"/>
              <a:gd name="T41" fmla="*/ 2147483647 h 272"/>
              <a:gd name="T42" fmla="*/ 2147483647 w 272"/>
              <a:gd name="T43" fmla="*/ 2147483647 h 272"/>
              <a:gd name="T44" fmla="*/ 2147483647 w 272"/>
              <a:gd name="T45" fmla="*/ 2147483647 h 272"/>
              <a:gd name="T46" fmla="*/ 2147483647 w 272"/>
              <a:gd name="T47" fmla="*/ 2147483647 h 272"/>
              <a:gd name="T48" fmla="*/ 2147483647 w 272"/>
              <a:gd name="T49" fmla="*/ 2147483647 h 272"/>
              <a:gd name="T50" fmla="*/ 2147483647 w 272"/>
              <a:gd name="T51" fmla="*/ 2147483647 h 272"/>
              <a:gd name="T52" fmla="*/ 2147483647 w 272"/>
              <a:gd name="T53" fmla="*/ 2147483647 h 272"/>
              <a:gd name="T54" fmla="*/ 2147483647 w 272"/>
              <a:gd name="T55" fmla="*/ 2147483647 h 272"/>
              <a:gd name="T56" fmla="*/ 2147483647 w 272"/>
              <a:gd name="T57" fmla="*/ 2147483647 h 272"/>
              <a:gd name="T58" fmla="*/ 2147483647 w 272"/>
              <a:gd name="T59" fmla="*/ 2147483647 h 272"/>
              <a:gd name="T60" fmla="*/ 2147483647 w 272"/>
              <a:gd name="T61" fmla="*/ 2147483647 h 272"/>
              <a:gd name="T62" fmla="*/ 2147483647 w 272"/>
              <a:gd name="T63" fmla="*/ 2147483647 h 272"/>
              <a:gd name="T64" fmla="*/ 2147483647 w 272"/>
              <a:gd name="T65" fmla="*/ 2147483647 h 272"/>
              <a:gd name="T66" fmla="*/ 2147483647 w 272"/>
              <a:gd name="T67" fmla="*/ 2147483647 h 272"/>
              <a:gd name="T68" fmla="*/ 2147483647 w 272"/>
              <a:gd name="T69" fmla="*/ 2147483647 h 272"/>
              <a:gd name="T70" fmla="*/ 2147483647 w 272"/>
              <a:gd name="T71" fmla="*/ 2147483647 h 272"/>
              <a:gd name="T72" fmla="*/ 2147483647 w 272"/>
              <a:gd name="T73" fmla="*/ 2147483647 h 272"/>
              <a:gd name="T74" fmla="*/ 2147483647 w 272"/>
              <a:gd name="T75" fmla="*/ 2147483647 h 272"/>
              <a:gd name="T76" fmla="*/ 2147483647 w 272"/>
              <a:gd name="T77" fmla="*/ 2147483647 h 272"/>
              <a:gd name="T78" fmla="*/ 2147483647 w 272"/>
              <a:gd name="T79" fmla="*/ 2147483647 h 272"/>
              <a:gd name="T80" fmla="*/ 2147483647 w 272"/>
              <a:gd name="T81" fmla="*/ 2147483647 h 272"/>
              <a:gd name="T82" fmla="*/ 2147483647 w 272"/>
              <a:gd name="T83" fmla="*/ 2147483647 h 272"/>
              <a:gd name="T84" fmla="*/ 2147483647 w 272"/>
              <a:gd name="T85" fmla="*/ 2147483647 h 272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272" h="272">
                <a:moveTo>
                  <a:pt x="232" y="40"/>
                </a:moveTo>
                <a:cubicBezTo>
                  <a:pt x="257" y="66"/>
                  <a:pt x="272" y="100"/>
                  <a:pt x="272" y="136"/>
                </a:cubicBezTo>
                <a:cubicBezTo>
                  <a:pt x="272" y="173"/>
                  <a:pt x="257" y="207"/>
                  <a:pt x="232" y="233"/>
                </a:cubicBezTo>
                <a:cubicBezTo>
                  <a:pt x="206" y="258"/>
                  <a:pt x="172" y="272"/>
                  <a:pt x="136" y="272"/>
                </a:cubicBezTo>
                <a:cubicBezTo>
                  <a:pt x="99" y="272"/>
                  <a:pt x="65" y="258"/>
                  <a:pt x="39" y="233"/>
                </a:cubicBezTo>
                <a:cubicBezTo>
                  <a:pt x="14" y="207"/>
                  <a:pt x="0" y="173"/>
                  <a:pt x="0" y="136"/>
                </a:cubicBezTo>
                <a:cubicBezTo>
                  <a:pt x="0" y="100"/>
                  <a:pt x="14" y="66"/>
                  <a:pt x="39" y="40"/>
                </a:cubicBezTo>
                <a:cubicBezTo>
                  <a:pt x="65" y="15"/>
                  <a:pt x="99" y="0"/>
                  <a:pt x="136" y="0"/>
                </a:cubicBezTo>
                <a:cubicBezTo>
                  <a:pt x="172" y="0"/>
                  <a:pt x="206" y="15"/>
                  <a:pt x="232" y="40"/>
                </a:cubicBezTo>
                <a:close/>
                <a:moveTo>
                  <a:pt x="220" y="221"/>
                </a:moveTo>
                <a:cubicBezTo>
                  <a:pt x="236" y="204"/>
                  <a:pt x="248" y="183"/>
                  <a:pt x="252" y="160"/>
                </a:cubicBezTo>
                <a:cubicBezTo>
                  <a:pt x="249" y="166"/>
                  <a:pt x="245" y="167"/>
                  <a:pt x="243" y="156"/>
                </a:cubicBezTo>
                <a:cubicBezTo>
                  <a:pt x="241" y="136"/>
                  <a:pt x="223" y="149"/>
                  <a:pt x="212" y="142"/>
                </a:cubicBezTo>
                <a:cubicBezTo>
                  <a:pt x="200" y="150"/>
                  <a:pt x="174" y="127"/>
                  <a:pt x="179" y="153"/>
                </a:cubicBezTo>
                <a:cubicBezTo>
                  <a:pt x="185" y="165"/>
                  <a:pt x="216" y="137"/>
                  <a:pt x="201" y="162"/>
                </a:cubicBezTo>
                <a:cubicBezTo>
                  <a:pt x="191" y="179"/>
                  <a:pt x="165" y="218"/>
                  <a:pt x="169" y="238"/>
                </a:cubicBezTo>
                <a:cubicBezTo>
                  <a:pt x="169" y="267"/>
                  <a:pt x="139" y="244"/>
                  <a:pt x="129" y="234"/>
                </a:cubicBezTo>
                <a:cubicBezTo>
                  <a:pt x="122" y="215"/>
                  <a:pt x="126" y="181"/>
                  <a:pt x="108" y="172"/>
                </a:cubicBezTo>
                <a:cubicBezTo>
                  <a:pt x="88" y="171"/>
                  <a:pt x="71" y="169"/>
                  <a:pt x="63" y="147"/>
                </a:cubicBezTo>
                <a:cubicBezTo>
                  <a:pt x="59" y="131"/>
                  <a:pt x="68" y="107"/>
                  <a:pt x="85" y="104"/>
                </a:cubicBezTo>
                <a:cubicBezTo>
                  <a:pt x="110" y="88"/>
                  <a:pt x="119" y="122"/>
                  <a:pt x="142" y="123"/>
                </a:cubicBezTo>
                <a:cubicBezTo>
                  <a:pt x="150" y="115"/>
                  <a:pt x="169" y="113"/>
                  <a:pt x="171" y="104"/>
                </a:cubicBezTo>
                <a:cubicBezTo>
                  <a:pt x="156" y="101"/>
                  <a:pt x="191" y="91"/>
                  <a:pt x="170" y="85"/>
                </a:cubicBezTo>
                <a:cubicBezTo>
                  <a:pt x="158" y="87"/>
                  <a:pt x="151" y="97"/>
                  <a:pt x="157" y="106"/>
                </a:cubicBezTo>
                <a:cubicBezTo>
                  <a:pt x="134" y="112"/>
                  <a:pt x="134" y="74"/>
                  <a:pt x="112" y="86"/>
                </a:cubicBezTo>
                <a:cubicBezTo>
                  <a:pt x="112" y="105"/>
                  <a:pt x="77" y="92"/>
                  <a:pt x="100" y="88"/>
                </a:cubicBezTo>
                <a:cubicBezTo>
                  <a:pt x="108" y="85"/>
                  <a:pt x="87" y="75"/>
                  <a:pt x="99" y="76"/>
                </a:cubicBezTo>
                <a:cubicBezTo>
                  <a:pt x="104" y="76"/>
                  <a:pt x="123" y="69"/>
                  <a:pt x="118" y="65"/>
                </a:cubicBezTo>
                <a:cubicBezTo>
                  <a:pt x="128" y="59"/>
                  <a:pt x="137" y="81"/>
                  <a:pt x="147" y="65"/>
                </a:cubicBezTo>
                <a:cubicBezTo>
                  <a:pt x="155" y="52"/>
                  <a:pt x="144" y="50"/>
                  <a:pt x="135" y="56"/>
                </a:cubicBezTo>
                <a:cubicBezTo>
                  <a:pt x="130" y="50"/>
                  <a:pt x="144" y="38"/>
                  <a:pt x="157" y="32"/>
                </a:cubicBezTo>
                <a:cubicBezTo>
                  <a:pt x="161" y="31"/>
                  <a:pt x="165" y="30"/>
                  <a:pt x="168" y="30"/>
                </a:cubicBezTo>
                <a:cubicBezTo>
                  <a:pt x="174" y="37"/>
                  <a:pt x="186" y="39"/>
                  <a:pt x="187" y="29"/>
                </a:cubicBezTo>
                <a:cubicBezTo>
                  <a:pt x="171" y="21"/>
                  <a:pt x="154" y="17"/>
                  <a:pt x="136" y="17"/>
                </a:cubicBezTo>
                <a:cubicBezTo>
                  <a:pt x="110" y="17"/>
                  <a:pt x="85" y="26"/>
                  <a:pt x="65" y="41"/>
                </a:cubicBezTo>
                <a:cubicBezTo>
                  <a:pt x="70" y="43"/>
                  <a:pt x="73" y="47"/>
                  <a:pt x="68" y="51"/>
                </a:cubicBezTo>
                <a:cubicBezTo>
                  <a:pt x="64" y="63"/>
                  <a:pt x="47" y="79"/>
                  <a:pt x="32" y="77"/>
                </a:cubicBezTo>
                <a:cubicBezTo>
                  <a:pt x="25" y="90"/>
                  <a:pt x="20" y="104"/>
                  <a:pt x="18" y="120"/>
                </a:cubicBezTo>
                <a:cubicBezTo>
                  <a:pt x="30" y="124"/>
                  <a:pt x="33" y="132"/>
                  <a:pt x="30" y="134"/>
                </a:cubicBezTo>
                <a:cubicBezTo>
                  <a:pt x="24" y="140"/>
                  <a:pt x="20" y="147"/>
                  <a:pt x="18" y="156"/>
                </a:cubicBezTo>
                <a:cubicBezTo>
                  <a:pt x="22" y="180"/>
                  <a:pt x="34" y="203"/>
                  <a:pt x="51" y="221"/>
                </a:cubicBezTo>
                <a:cubicBezTo>
                  <a:pt x="74" y="243"/>
                  <a:pt x="104" y="255"/>
                  <a:pt x="136" y="255"/>
                </a:cubicBezTo>
                <a:cubicBezTo>
                  <a:pt x="167" y="255"/>
                  <a:pt x="197" y="243"/>
                  <a:pt x="220" y="221"/>
                </a:cubicBezTo>
                <a:close/>
              </a:path>
            </a:pathLst>
          </a:custGeom>
          <a:solidFill>
            <a:srgbClr val="00ACB0"/>
          </a:solidFill>
          <a:ln>
            <a:noFill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5" name="Freeform 38">
            <a:extLst>
              <a:ext uri="{FF2B5EF4-FFF2-40B4-BE49-F238E27FC236}">
                <a16:creationId xmlns:a16="http://schemas.microsoft.com/office/drawing/2014/main" id="{932B3FB0-ABEE-9437-5EEB-2255D39C7606}"/>
              </a:ext>
            </a:extLst>
          </p:cNvPr>
          <p:cNvSpPr>
            <a:spLocks noEditPoints="1"/>
          </p:cNvSpPr>
          <p:nvPr/>
        </p:nvSpPr>
        <p:spPr bwMode="gray">
          <a:xfrm>
            <a:off x="10846351" y="1519009"/>
            <a:ext cx="344290" cy="345608"/>
          </a:xfrm>
          <a:custGeom>
            <a:avLst/>
            <a:gdLst>
              <a:gd name="T0" fmla="*/ 2147483647 w 407"/>
              <a:gd name="T1" fmla="*/ 0 h 406"/>
              <a:gd name="T2" fmla="*/ 0 w 407"/>
              <a:gd name="T3" fmla="*/ 2147483647 h 406"/>
              <a:gd name="T4" fmla="*/ 2147483647 w 407"/>
              <a:gd name="T5" fmla="*/ 2147483647 h 406"/>
              <a:gd name="T6" fmla="*/ 2147483647 w 407"/>
              <a:gd name="T7" fmla="*/ 2147483647 h 406"/>
              <a:gd name="T8" fmla="*/ 2147483647 w 407"/>
              <a:gd name="T9" fmla="*/ 2147483647 h 406"/>
              <a:gd name="T10" fmla="*/ 2147483647 w 407"/>
              <a:gd name="T11" fmla="*/ 2147483647 h 406"/>
              <a:gd name="T12" fmla="*/ 2147483647 w 407"/>
              <a:gd name="T13" fmla="*/ 2147483647 h 406"/>
              <a:gd name="T14" fmla="*/ 2147483647 w 407"/>
              <a:gd name="T15" fmla="*/ 2147483647 h 406"/>
              <a:gd name="T16" fmla="*/ 2147483647 w 407"/>
              <a:gd name="T17" fmla="*/ 2147483647 h 406"/>
              <a:gd name="T18" fmla="*/ 2147483647 w 407"/>
              <a:gd name="T19" fmla="*/ 2147483647 h 406"/>
              <a:gd name="T20" fmla="*/ 2147483647 w 407"/>
              <a:gd name="T21" fmla="*/ 2147483647 h 406"/>
              <a:gd name="T22" fmla="*/ 2147483647 w 407"/>
              <a:gd name="T23" fmla="*/ 2147483647 h 406"/>
              <a:gd name="T24" fmla="*/ 2147483647 w 407"/>
              <a:gd name="T25" fmla="*/ 2147483647 h 406"/>
              <a:gd name="T26" fmla="*/ 2147483647 w 407"/>
              <a:gd name="T27" fmla="*/ 2147483647 h 406"/>
              <a:gd name="T28" fmla="*/ 2147483647 w 407"/>
              <a:gd name="T29" fmla="*/ 0 h 406"/>
              <a:gd name="T30" fmla="*/ 2147483647 w 407"/>
              <a:gd name="T31" fmla="*/ 2147483647 h 406"/>
              <a:gd name="T32" fmla="*/ 2147483647 w 407"/>
              <a:gd name="T33" fmla="*/ 2147483647 h 406"/>
              <a:gd name="T34" fmla="*/ 2147483647 w 407"/>
              <a:gd name="T35" fmla="*/ 2147483647 h 406"/>
              <a:gd name="T36" fmla="*/ 2147483647 w 407"/>
              <a:gd name="T37" fmla="*/ 2147483647 h 406"/>
              <a:gd name="T38" fmla="*/ 2147483647 w 407"/>
              <a:gd name="T39" fmla="*/ 2147483647 h 40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407" h="406">
                <a:moveTo>
                  <a:pt x="144" y="0"/>
                </a:moveTo>
                <a:cubicBezTo>
                  <a:pt x="64" y="0"/>
                  <a:pt x="0" y="65"/>
                  <a:pt x="0" y="144"/>
                </a:cubicBezTo>
                <a:cubicBezTo>
                  <a:pt x="0" y="223"/>
                  <a:pt x="64" y="288"/>
                  <a:pt x="144" y="288"/>
                </a:cubicBezTo>
                <a:cubicBezTo>
                  <a:pt x="177" y="288"/>
                  <a:pt x="208" y="277"/>
                  <a:pt x="232" y="257"/>
                </a:cubicBezTo>
                <a:cubicBezTo>
                  <a:pt x="265" y="290"/>
                  <a:pt x="265" y="290"/>
                  <a:pt x="265" y="290"/>
                </a:cubicBezTo>
                <a:cubicBezTo>
                  <a:pt x="258" y="298"/>
                  <a:pt x="258" y="310"/>
                  <a:pt x="265" y="317"/>
                </a:cubicBezTo>
                <a:cubicBezTo>
                  <a:pt x="347" y="398"/>
                  <a:pt x="347" y="398"/>
                  <a:pt x="347" y="398"/>
                </a:cubicBezTo>
                <a:cubicBezTo>
                  <a:pt x="354" y="406"/>
                  <a:pt x="366" y="406"/>
                  <a:pt x="373" y="398"/>
                </a:cubicBezTo>
                <a:cubicBezTo>
                  <a:pt x="399" y="372"/>
                  <a:pt x="399" y="372"/>
                  <a:pt x="399" y="372"/>
                </a:cubicBezTo>
                <a:cubicBezTo>
                  <a:pt x="407" y="365"/>
                  <a:pt x="407" y="353"/>
                  <a:pt x="399" y="346"/>
                </a:cubicBezTo>
                <a:cubicBezTo>
                  <a:pt x="318" y="264"/>
                  <a:pt x="318" y="264"/>
                  <a:pt x="318" y="264"/>
                </a:cubicBezTo>
                <a:cubicBezTo>
                  <a:pt x="311" y="257"/>
                  <a:pt x="299" y="257"/>
                  <a:pt x="292" y="264"/>
                </a:cubicBezTo>
                <a:cubicBezTo>
                  <a:pt x="258" y="231"/>
                  <a:pt x="258" y="231"/>
                  <a:pt x="258" y="231"/>
                </a:cubicBezTo>
                <a:cubicBezTo>
                  <a:pt x="277" y="207"/>
                  <a:pt x="287" y="177"/>
                  <a:pt x="287" y="144"/>
                </a:cubicBezTo>
                <a:cubicBezTo>
                  <a:pt x="287" y="65"/>
                  <a:pt x="223" y="0"/>
                  <a:pt x="144" y="0"/>
                </a:cubicBezTo>
                <a:close/>
                <a:moveTo>
                  <a:pt x="144" y="30"/>
                </a:moveTo>
                <a:cubicBezTo>
                  <a:pt x="206" y="30"/>
                  <a:pt x="257" y="81"/>
                  <a:pt x="257" y="144"/>
                </a:cubicBezTo>
                <a:cubicBezTo>
                  <a:pt x="257" y="207"/>
                  <a:pt x="206" y="258"/>
                  <a:pt x="144" y="258"/>
                </a:cubicBezTo>
                <a:cubicBezTo>
                  <a:pt x="81" y="258"/>
                  <a:pt x="30" y="207"/>
                  <a:pt x="30" y="144"/>
                </a:cubicBezTo>
                <a:cubicBezTo>
                  <a:pt x="30" y="81"/>
                  <a:pt x="81" y="30"/>
                  <a:pt x="144" y="30"/>
                </a:cubicBezTo>
                <a:close/>
              </a:path>
            </a:pathLst>
          </a:custGeom>
          <a:solidFill>
            <a:srgbClr val="31A5E2"/>
          </a:solidFill>
          <a:ln>
            <a:noFill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5F4A1E7A-682C-3048-ADC1-450D1B22E83A}"/>
              </a:ext>
            </a:extLst>
          </p:cNvPr>
          <p:cNvGrpSpPr/>
          <p:nvPr/>
        </p:nvGrpSpPr>
        <p:grpSpPr>
          <a:xfrm>
            <a:off x="3607046" y="4331313"/>
            <a:ext cx="390044" cy="275575"/>
            <a:chOff x="7367592" y="1817688"/>
            <a:chExt cx="438150" cy="309563"/>
          </a:xfrm>
          <a:solidFill>
            <a:srgbClr val="31A5E2"/>
          </a:solidFill>
        </p:grpSpPr>
        <p:sp>
          <p:nvSpPr>
            <p:cNvPr id="71" name="Freeform 581">
              <a:extLst>
                <a:ext uri="{FF2B5EF4-FFF2-40B4-BE49-F238E27FC236}">
                  <a16:creationId xmlns:a16="http://schemas.microsoft.com/office/drawing/2014/main" id="{765B3745-3058-EA42-AFED-00686D00D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7279" y="2122488"/>
              <a:ext cx="1588" cy="4763"/>
            </a:xfrm>
            <a:custGeom>
              <a:avLst/>
              <a:gdLst>
                <a:gd name="T0" fmla="*/ 0 w 2"/>
                <a:gd name="T1" fmla="*/ 2 h 6"/>
                <a:gd name="T2" fmla="*/ 1 w 2"/>
                <a:gd name="T3" fmla="*/ 6 h 6"/>
                <a:gd name="T4" fmla="*/ 1 w 2"/>
                <a:gd name="T5" fmla="*/ 2 h 6"/>
                <a:gd name="T6" fmla="*/ 0 w 2"/>
                <a:gd name="T7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6">
                  <a:moveTo>
                    <a:pt x="0" y="2"/>
                  </a:moveTo>
                  <a:cubicBezTo>
                    <a:pt x="0" y="4"/>
                    <a:pt x="1" y="6"/>
                    <a:pt x="1" y="6"/>
                  </a:cubicBezTo>
                  <a:cubicBezTo>
                    <a:pt x="2" y="6"/>
                    <a:pt x="2" y="4"/>
                    <a:pt x="1" y="2"/>
                  </a:cubicBezTo>
                  <a:cubicBezTo>
                    <a:pt x="1" y="0"/>
                    <a:pt x="0" y="0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2" name="Freeform 582">
              <a:extLst>
                <a:ext uri="{FF2B5EF4-FFF2-40B4-BE49-F238E27FC236}">
                  <a16:creationId xmlns:a16="http://schemas.microsoft.com/office/drawing/2014/main" id="{6B50C3BF-B8B4-49FF-2A68-32596227DE2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7279" y="1846263"/>
              <a:ext cx="398463" cy="273050"/>
            </a:xfrm>
            <a:custGeom>
              <a:avLst/>
              <a:gdLst>
                <a:gd name="T0" fmla="*/ 28 w 548"/>
                <a:gd name="T1" fmla="*/ 0 h 376"/>
                <a:gd name="T2" fmla="*/ 0 w 548"/>
                <a:gd name="T3" fmla="*/ 28 h 376"/>
                <a:gd name="T4" fmla="*/ 0 w 548"/>
                <a:gd name="T5" fmla="*/ 64 h 376"/>
                <a:gd name="T6" fmla="*/ 29 w 548"/>
                <a:gd name="T7" fmla="*/ 92 h 376"/>
                <a:gd name="T8" fmla="*/ 434 w 548"/>
                <a:gd name="T9" fmla="*/ 92 h 376"/>
                <a:gd name="T10" fmla="*/ 470 w 548"/>
                <a:gd name="T11" fmla="*/ 119 h 376"/>
                <a:gd name="T12" fmla="*/ 540 w 548"/>
                <a:gd name="T13" fmla="*/ 361 h 376"/>
                <a:gd name="T14" fmla="*/ 548 w 548"/>
                <a:gd name="T15" fmla="*/ 360 h 376"/>
                <a:gd name="T16" fmla="*/ 548 w 548"/>
                <a:gd name="T17" fmla="*/ 28 h 376"/>
                <a:gd name="T18" fmla="*/ 520 w 548"/>
                <a:gd name="T19" fmla="*/ 0 h 376"/>
                <a:gd name="T20" fmla="*/ 28 w 548"/>
                <a:gd name="T21" fmla="*/ 0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8" h="376">
                  <a:moveTo>
                    <a:pt x="28" y="0"/>
                  </a:moveTo>
                  <a:cubicBezTo>
                    <a:pt x="13" y="0"/>
                    <a:pt x="0" y="13"/>
                    <a:pt x="0" y="28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1" y="80"/>
                    <a:pt x="13" y="92"/>
                    <a:pt x="29" y="92"/>
                  </a:cubicBezTo>
                  <a:cubicBezTo>
                    <a:pt x="434" y="92"/>
                    <a:pt x="434" y="92"/>
                    <a:pt x="434" y="92"/>
                  </a:cubicBezTo>
                  <a:cubicBezTo>
                    <a:pt x="449" y="92"/>
                    <a:pt x="465" y="104"/>
                    <a:pt x="470" y="119"/>
                  </a:cubicBezTo>
                  <a:cubicBezTo>
                    <a:pt x="540" y="361"/>
                    <a:pt x="540" y="361"/>
                    <a:pt x="540" y="361"/>
                  </a:cubicBezTo>
                  <a:cubicBezTo>
                    <a:pt x="544" y="376"/>
                    <a:pt x="548" y="375"/>
                    <a:pt x="548" y="360"/>
                  </a:cubicBezTo>
                  <a:cubicBezTo>
                    <a:pt x="548" y="28"/>
                    <a:pt x="548" y="28"/>
                    <a:pt x="548" y="28"/>
                  </a:cubicBezTo>
                  <a:cubicBezTo>
                    <a:pt x="548" y="13"/>
                    <a:pt x="535" y="0"/>
                    <a:pt x="520" y="0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3" name="Freeform 583">
              <a:extLst>
                <a:ext uri="{FF2B5EF4-FFF2-40B4-BE49-F238E27FC236}">
                  <a16:creationId xmlns:a16="http://schemas.microsoft.com/office/drawing/2014/main" id="{7CA9B30F-74C8-4286-572E-F46C3B38D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7592" y="1925638"/>
              <a:ext cx="417513" cy="201613"/>
            </a:xfrm>
            <a:custGeom>
              <a:avLst/>
              <a:gdLst>
                <a:gd name="T0" fmla="*/ 572 w 576"/>
                <a:gd name="T1" fmla="*/ 251 h 278"/>
                <a:gd name="T2" fmla="*/ 551 w 576"/>
                <a:gd name="T3" fmla="*/ 278 h 278"/>
                <a:gd name="T4" fmla="*/ 104 w 576"/>
                <a:gd name="T5" fmla="*/ 278 h 278"/>
                <a:gd name="T6" fmla="*/ 68 w 576"/>
                <a:gd name="T7" fmla="*/ 251 h 278"/>
                <a:gd name="T8" fmla="*/ 4 w 576"/>
                <a:gd name="T9" fmla="*/ 26 h 278"/>
                <a:gd name="T10" fmla="*/ 24 w 576"/>
                <a:gd name="T11" fmla="*/ 0 h 278"/>
                <a:gd name="T12" fmla="*/ 472 w 576"/>
                <a:gd name="T13" fmla="*/ 0 h 278"/>
                <a:gd name="T14" fmla="*/ 507 w 576"/>
                <a:gd name="T15" fmla="*/ 26 h 278"/>
                <a:gd name="T16" fmla="*/ 572 w 576"/>
                <a:gd name="T17" fmla="*/ 251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6" h="278">
                  <a:moveTo>
                    <a:pt x="572" y="251"/>
                  </a:moveTo>
                  <a:cubicBezTo>
                    <a:pt x="576" y="266"/>
                    <a:pt x="567" y="278"/>
                    <a:pt x="551" y="278"/>
                  </a:cubicBezTo>
                  <a:cubicBezTo>
                    <a:pt x="104" y="278"/>
                    <a:pt x="104" y="278"/>
                    <a:pt x="104" y="278"/>
                  </a:cubicBezTo>
                  <a:cubicBezTo>
                    <a:pt x="89" y="278"/>
                    <a:pt x="73" y="266"/>
                    <a:pt x="68" y="251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0" y="12"/>
                    <a:pt x="9" y="0"/>
                    <a:pt x="24" y="0"/>
                  </a:cubicBezTo>
                  <a:cubicBezTo>
                    <a:pt x="472" y="0"/>
                    <a:pt x="472" y="0"/>
                    <a:pt x="472" y="0"/>
                  </a:cubicBezTo>
                  <a:cubicBezTo>
                    <a:pt x="487" y="0"/>
                    <a:pt x="503" y="12"/>
                    <a:pt x="507" y="26"/>
                  </a:cubicBezTo>
                  <a:lnTo>
                    <a:pt x="572" y="2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Freeform 584">
              <a:extLst>
                <a:ext uri="{FF2B5EF4-FFF2-40B4-BE49-F238E27FC236}">
                  <a16:creationId xmlns:a16="http://schemas.microsoft.com/office/drawing/2014/main" id="{1E30CA03-62FB-3FFF-C26D-8E8DE8E4A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8742" y="1817688"/>
              <a:ext cx="98425" cy="39688"/>
            </a:xfrm>
            <a:custGeom>
              <a:avLst/>
              <a:gdLst>
                <a:gd name="T0" fmla="*/ 132 w 137"/>
                <a:gd name="T1" fmla="*/ 20 h 55"/>
                <a:gd name="T2" fmla="*/ 109 w 137"/>
                <a:gd name="T3" fmla="*/ 0 h 55"/>
                <a:gd name="T4" fmla="*/ 28 w 137"/>
                <a:gd name="T5" fmla="*/ 0 h 55"/>
                <a:gd name="T6" fmla="*/ 5 w 137"/>
                <a:gd name="T7" fmla="*/ 20 h 55"/>
                <a:gd name="T8" fmla="*/ 2 w 137"/>
                <a:gd name="T9" fmla="*/ 36 h 55"/>
                <a:gd name="T10" fmla="*/ 18 w 137"/>
                <a:gd name="T11" fmla="*/ 55 h 55"/>
                <a:gd name="T12" fmla="*/ 119 w 137"/>
                <a:gd name="T13" fmla="*/ 55 h 55"/>
                <a:gd name="T14" fmla="*/ 135 w 137"/>
                <a:gd name="T15" fmla="*/ 36 h 55"/>
                <a:gd name="T16" fmla="*/ 132 w 137"/>
                <a:gd name="T17" fmla="*/ 2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7" h="55">
                  <a:moveTo>
                    <a:pt x="132" y="20"/>
                  </a:moveTo>
                  <a:cubicBezTo>
                    <a:pt x="130" y="9"/>
                    <a:pt x="120" y="0"/>
                    <a:pt x="109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17" y="0"/>
                    <a:pt x="7" y="9"/>
                    <a:pt x="5" y="20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0" y="46"/>
                    <a:pt x="7" y="55"/>
                    <a:pt x="18" y="55"/>
                  </a:cubicBezTo>
                  <a:cubicBezTo>
                    <a:pt x="119" y="55"/>
                    <a:pt x="119" y="55"/>
                    <a:pt x="119" y="55"/>
                  </a:cubicBezTo>
                  <a:cubicBezTo>
                    <a:pt x="130" y="55"/>
                    <a:pt x="137" y="46"/>
                    <a:pt x="135" y="36"/>
                  </a:cubicBezTo>
                  <a:lnTo>
                    <a:pt x="132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67" name="Gruppieren 254">
            <a:extLst>
              <a:ext uri="{FF2B5EF4-FFF2-40B4-BE49-F238E27FC236}">
                <a16:creationId xmlns:a16="http://schemas.microsoft.com/office/drawing/2014/main" id="{C7C81747-F97D-B602-E18F-EA5646B9CCB1}"/>
              </a:ext>
            </a:extLst>
          </p:cNvPr>
          <p:cNvGrpSpPr/>
          <p:nvPr/>
        </p:nvGrpSpPr>
        <p:grpSpPr bwMode="gray">
          <a:xfrm>
            <a:off x="10929577" y="4280762"/>
            <a:ext cx="322869" cy="376680"/>
            <a:chOff x="-2441981" y="3961669"/>
            <a:chExt cx="374766" cy="437227"/>
          </a:xfrm>
          <a:solidFill>
            <a:srgbClr val="00ACB0"/>
          </a:solidFill>
        </p:grpSpPr>
        <p:sp>
          <p:nvSpPr>
            <p:cNvPr id="68" name="Freeform 1079">
              <a:extLst>
                <a:ext uri="{FF2B5EF4-FFF2-40B4-BE49-F238E27FC236}">
                  <a16:creationId xmlns:a16="http://schemas.microsoft.com/office/drawing/2014/main" id="{4FF6BD7D-F85C-76D2-063B-206E33272019}"/>
                </a:ext>
              </a:extLst>
            </p:cNvPr>
            <p:cNvSpPr>
              <a:spLocks/>
            </p:cNvSpPr>
            <p:nvPr/>
          </p:nvSpPr>
          <p:spPr bwMode="gray">
            <a:xfrm>
              <a:off x="-2441981" y="3961669"/>
              <a:ext cx="345767" cy="149460"/>
            </a:xfrm>
            <a:custGeom>
              <a:avLst/>
              <a:gdLst>
                <a:gd name="T0" fmla="*/ 0 w 217"/>
                <a:gd name="T1" fmla="*/ 57 h 93"/>
                <a:gd name="T2" fmla="*/ 9 w 217"/>
                <a:gd name="T3" fmla="*/ 48 h 93"/>
                <a:gd name="T4" fmla="*/ 36 w 217"/>
                <a:gd name="T5" fmla="*/ 23 h 93"/>
                <a:gd name="T6" fmla="*/ 41 w 217"/>
                <a:gd name="T7" fmla="*/ 21 h 93"/>
                <a:gd name="T8" fmla="*/ 100 w 217"/>
                <a:gd name="T9" fmla="*/ 21 h 93"/>
                <a:gd name="T10" fmla="*/ 104 w 217"/>
                <a:gd name="T11" fmla="*/ 21 h 93"/>
                <a:gd name="T12" fmla="*/ 104 w 217"/>
                <a:gd name="T13" fmla="*/ 0 h 93"/>
                <a:gd name="T14" fmla="*/ 141 w 217"/>
                <a:gd name="T15" fmla="*/ 0 h 93"/>
                <a:gd name="T16" fmla="*/ 141 w 217"/>
                <a:gd name="T17" fmla="*/ 16 h 93"/>
                <a:gd name="T18" fmla="*/ 145 w 217"/>
                <a:gd name="T19" fmla="*/ 21 h 93"/>
                <a:gd name="T20" fmla="*/ 213 w 217"/>
                <a:gd name="T21" fmla="*/ 21 h 93"/>
                <a:gd name="T22" fmla="*/ 217 w 217"/>
                <a:gd name="T23" fmla="*/ 21 h 93"/>
                <a:gd name="T24" fmla="*/ 217 w 217"/>
                <a:gd name="T25" fmla="*/ 93 h 93"/>
                <a:gd name="T26" fmla="*/ 214 w 217"/>
                <a:gd name="T27" fmla="*/ 93 h 93"/>
                <a:gd name="T28" fmla="*/ 41 w 217"/>
                <a:gd name="T29" fmla="*/ 93 h 93"/>
                <a:gd name="T30" fmla="*/ 36 w 217"/>
                <a:gd name="T31" fmla="*/ 91 h 93"/>
                <a:gd name="T32" fmla="*/ 0 w 217"/>
                <a:gd name="T33" fmla="*/ 57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7" h="93">
                  <a:moveTo>
                    <a:pt x="0" y="57"/>
                  </a:moveTo>
                  <a:cubicBezTo>
                    <a:pt x="3" y="54"/>
                    <a:pt x="6" y="51"/>
                    <a:pt x="9" y="48"/>
                  </a:cubicBezTo>
                  <a:cubicBezTo>
                    <a:pt x="18" y="40"/>
                    <a:pt x="27" y="32"/>
                    <a:pt x="36" y="23"/>
                  </a:cubicBezTo>
                  <a:cubicBezTo>
                    <a:pt x="37" y="21"/>
                    <a:pt x="39" y="21"/>
                    <a:pt x="41" y="21"/>
                  </a:cubicBezTo>
                  <a:cubicBezTo>
                    <a:pt x="61" y="21"/>
                    <a:pt x="80" y="21"/>
                    <a:pt x="100" y="21"/>
                  </a:cubicBezTo>
                  <a:cubicBezTo>
                    <a:pt x="101" y="21"/>
                    <a:pt x="102" y="21"/>
                    <a:pt x="104" y="21"/>
                  </a:cubicBezTo>
                  <a:cubicBezTo>
                    <a:pt x="104" y="14"/>
                    <a:pt x="104" y="7"/>
                    <a:pt x="104" y="0"/>
                  </a:cubicBezTo>
                  <a:cubicBezTo>
                    <a:pt x="116" y="0"/>
                    <a:pt x="129" y="0"/>
                    <a:pt x="141" y="0"/>
                  </a:cubicBezTo>
                  <a:cubicBezTo>
                    <a:pt x="141" y="5"/>
                    <a:pt x="141" y="11"/>
                    <a:pt x="141" y="16"/>
                  </a:cubicBezTo>
                  <a:cubicBezTo>
                    <a:pt x="141" y="21"/>
                    <a:pt x="141" y="21"/>
                    <a:pt x="145" y="21"/>
                  </a:cubicBezTo>
                  <a:cubicBezTo>
                    <a:pt x="168" y="21"/>
                    <a:pt x="190" y="21"/>
                    <a:pt x="213" y="21"/>
                  </a:cubicBezTo>
                  <a:cubicBezTo>
                    <a:pt x="214" y="21"/>
                    <a:pt x="215" y="21"/>
                    <a:pt x="217" y="21"/>
                  </a:cubicBezTo>
                  <a:cubicBezTo>
                    <a:pt x="217" y="45"/>
                    <a:pt x="217" y="69"/>
                    <a:pt x="217" y="93"/>
                  </a:cubicBezTo>
                  <a:cubicBezTo>
                    <a:pt x="216" y="93"/>
                    <a:pt x="215" y="93"/>
                    <a:pt x="214" y="93"/>
                  </a:cubicBezTo>
                  <a:cubicBezTo>
                    <a:pt x="156" y="93"/>
                    <a:pt x="99" y="93"/>
                    <a:pt x="41" y="93"/>
                  </a:cubicBezTo>
                  <a:cubicBezTo>
                    <a:pt x="39" y="93"/>
                    <a:pt x="37" y="92"/>
                    <a:pt x="36" y="91"/>
                  </a:cubicBezTo>
                  <a:cubicBezTo>
                    <a:pt x="24" y="80"/>
                    <a:pt x="12" y="68"/>
                    <a:pt x="0" y="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69" name="Freeform 1080">
              <a:extLst>
                <a:ext uri="{FF2B5EF4-FFF2-40B4-BE49-F238E27FC236}">
                  <a16:creationId xmlns:a16="http://schemas.microsoft.com/office/drawing/2014/main" id="{9B6FB1FD-2CB9-AC94-AF48-AB1C5B7E10C9}"/>
                </a:ext>
              </a:extLst>
            </p:cNvPr>
            <p:cNvSpPr>
              <a:spLocks/>
            </p:cNvSpPr>
            <p:nvPr/>
          </p:nvSpPr>
          <p:spPr bwMode="gray">
            <a:xfrm>
              <a:off x="-2412982" y="4137898"/>
              <a:ext cx="345767" cy="115999"/>
            </a:xfrm>
            <a:custGeom>
              <a:avLst/>
              <a:gdLst>
                <a:gd name="T0" fmla="*/ 218 w 218"/>
                <a:gd name="T1" fmla="*/ 36 h 73"/>
                <a:gd name="T2" fmla="*/ 180 w 218"/>
                <a:gd name="T3" fmla="*/ 72 h 73"/>
                <a:gd name="T4" fmla="*/ 176 w 218"/>
                <a:gd name="T5" fmla="*/ 73 h 73"/>
                <a:gd name="T6" fmla="*/ 112 w 218"/>
                <a:gd name="T7" fmla="*/ 73 h 73"/>
                <a:gd name="T8" fmla="*/ 5 w 218"/>
                <a:gd name="T9" fmla="*/ 73 h 73"/>
                <a:gd name="T10" fmla="*/ 0 w 218"/>
                <a:gd name="T11" fmla="*/ 73 h 73"/>
                <a:gd name="T12" fmla="*/ 0 w 218"/>
                <a:gd name="T13" fmla="*/ 0 h 73"/>
                <a:gd name="T14" fmla="*/ 4 w 218"/>
                <a:gd name="T15" fmla="*/ 0 h 73"/>
                <a:gd name="T16" fmla="*/ 176 w 218"/>
                <a:gd name="T17" fmla="*/ 0 h 73"/>
                <a:gd name="T18" fmla="*/ 182 w 218"/>
                <a:gd name="T19" fmla="*/ 3 h 73"/>
                <a:gd name="T20" fmla="*/ 215 w 218"/>
                <a:gd name="T21" fmla="*/ 34 h 73"/>
                <a:gd name="T22" fmla="*/ 218 w 218"/>
                <a:gd name="T23" fmla="*/ 3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18" h="73">
                  <a:moveTo>
                    <a:pt x="218" y="36"/>
                  </a:moveTo>
                  <a:cubicBezTo>
                    <a:pt x="205" y="48"/>
                    <a:pt x="193" y="60"/>
                    <a:pt x="180" y="72"/>
                  </a:cubicBezTo>
                  <a:cubicBezTo>
                    <a:pt x="179" y="72"/>
                    <a:pt x="178" y="73"/>
                    <a:pt x="176" y="73"/>
                  </a:cubicBezTo>
                  <a:cubicBezTo>
                    <a:pt x="155" y="73"/>
                    <a:pt x="134" y="73"/>
                    <a:pt x="112" y="73"/>
                  </a:cubicBezTo>
                  <a:cubicBezTo>
                    <a:pt x="77" y="73"/>
                    <a:pt x="41" y="73"/>
                    <a:pt x="5" y="73"/>
                  </a:cubicBezTo>
                  <a:cubicBezTo>
                    <a:pt x="3" y="73"/>
                    <a:pt x="2" y="73"/>
                    <a:pt x="0" y="73"/>
                  </a:cubicBezTo>
                  <a:cubicBezTo>
                    <a:pt x="0" y="49"/>
                    <a:pt x="0" y="25"/>
                    <a:pt x="0" y="0"/>
                  </a:cubicBezTo>
                  <a:cubicBezTo>
                    <a:pt x="1" y="0"/>
                    <a:pt x="2" y="0"/>
                    <a:pt x="4" y="0"/>
                  </a:cubicBezTo>
                  <a:cubicBezTo>
                    <a:pt x="61" y="0"/>
                    <a:pt x="119" y="0"/>
                    <a:pt x="176" y="0"/>
                  </a:cubicBezTo>
                  <a:cubicBezTo>
                    <a:pt x="178" y="0"/>
                    <a:pt x="180" y="1"/>
                    <a:pt x="182" y="3"/>
                  </a:cubicBezTo>
                  <a:cubicBezTo>
                    <a:pt x="193" y="13"/>
                    <a:pt x="204" y="24"/>
                    <a:pt x="215" y="34"/>
                  </a:cubicBezTo>
                  <a:cubicBezTo>
                    <a:pt x="215" y="35"/>
                    <a:pt x="216" y="36"/>
                    <a:pt x="218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0" name="Freeform 1081">
              <a:extLst>
                <a:ext uri="{FF2B5EF4-FFF2-40B4-BE49-F238E27FC236}">
                  <a16:creationId xmlns:a16="http://schemas.microsoft.com/office/drawing/2014/main" id="{66526B0C-84BF-47C0-94A2-EF49A80CD389}"/>
                </a:ext>
              </a:extLst>
            </p:cNvPr>
            <p:cNvSpPr>
              <a:spLocks/>
            </p:cNvSpPr>
            <p:nvPr/>
          </p:nvSpPr>
          <p:spPr bwMode="gray">
            <a:xfrm>
              <a:off x="-2276905" y="4282897"/>
              <a:ext cx="60231" cy="115999"/>
            </a:xfrm>
            <a:custGeom>
              <a:avLst/>
              <a:gdLst>
                <a:gd name="T0" fmla="*/ 0 w 37"/>
                <a:gd name="T1" fmla="*/ 74 h 74"/>
                <a:gd name="T2" fmla="*/ 0 w 37"/>
                <a:gd name="T3" fmla="*/ 0 h 74"/>
                <a:gd name="T4" fmla="*/ 37 w 37"/>
                <a:gd name="T5" fmla="*/ 0 h 74"/>
                <a:gd name="T6" fmla="*/ 37 w 37"/>
                <a:gd name="T7" fmla="*/ 74 h 74"/>
                <a:gd name="T8" fmla="*/ 0 w 37"/>
                <a:gd name="T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74">
                  <a:moveTo>
                    <a:pt x="0" y="74"/>
                  </a:moveTo>
                  <a:cubicBezTo>
                    <a:pt x="0" y="49"/>
                    <a:pt x="0" y="25"/>
                    <a:pt x="0" y="0"/>
                  </a:cubicBezTo>
                  <a:cubicBezTo>
                    <a:pt x="12" y="0"/>
                    <a:pt x="24" y="0"/>
                    <a:pt x="37" y="0"/>
                  </a:cubicBezTo>
                  <a:cubicBezTo>
                    <a:pt x="37" y="25"/>
                    <a:pt x="37" y="49"/>
                    <a:pt x="37" y="74"/>
                  </a:cubicBezTo>
                  <a:cubicBezTo>
                    <a:pt x="25" y="74"/>
                    <a:pt x="13" y="74"/>
                    <a:pt x="0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14ADC5CE-8D8D-931D-ACFB-A7B05BB5D079}"/>
              </a:ext>
            </a:extLst>
          </p:cNvPr>
          <p:cNvSpPr/>
          <p:nvPr/>
        </p:nvSpPr>
        <p:spPr>
          <a:xfrm>
            <a:off x="499109" y="1231424"/>
            <a:ext cx="1967365" cy="37026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내용을 입력하세요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9BA84AB-46FD-7CE3-62A9-A19A4DAF6895}"/>
              </a:ext>
            </a:extLst>
          </p:cNvPr>
          <p:cNvSpPr txBox="1"/>
          <p:nvPr/>
        </p:nvSpPr>
        <p:spPr>
          <a:xfrm>
            <a:off x="499110" y="1668552"/>
            <a:ext cx="2198367" cy="697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</a:p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</a:p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  <a:endParaRPr lang="en-US" altLang="ko-KR" sz="1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C93962A8-89C2-0AA7-5567-F8C55113C3E7}"/>
              </a:ext>
            </a:extLst>
          </p:cNvPr>
          <p:cNvSpPr/>
          <p:nvPr/>
        </p:nvSpPr>
        <p:spPr>
          <a:xfrm>
            <a:off x="499109" y="2587790"/>
            <a:ext cx="1967365" cy="37026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내용을 입력하세요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E202127-920E-FDE7-3253-01177FB22C03}"/>
              </a:ext>
            </a:extLst>
          </p:cNvPr>
          <p:cNvSpPr txBox="1"/>
          <p:nvPr/>
        </p:nvSpPr>
        <p:spPr>
          <a:xfrm>
            <a:off x="499110" y="3024918"/>
            <a:ext cx="2198367" cy="697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</a:p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</a:p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  <a:endParaRPr lang="en-US" altLang="ko-KR" sz="1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21DB4A3D-838E-1AA2-136C-348B953F0419}"/>
              </a:ext>
            </a:extLst>
          </p:cNvPr>
          <p:cNvSpPr/>
          <p:nvPr/>
        </p:nvSpPr>
        <p:spPr>
          <a:xfrm>
            <a:off x="499109" y="3944156"/>
            <a:ext cx="1967365" cy="37026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내용을 입력하세요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AC216ED-CF45-CE7C-B7CA-CA84C4447295}"/>
              </a:ext>
            </a:extLst>
          </p:cNvPr>
          <p:cNvSpPr txBox="1"/>
          <p:nvPr/>
        </p:nvSpPr>
        <p:spPr>
          <a:xfrm>
            <a:off x="499110" y="4381284"/>
            <a:ext cx="2198367" cy="697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</a:p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</a:p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  <a:endParaRPr lang="en-US" altLang="ko-KR" sz="1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9E89C011-6C04-BF26-ABEE-79E464AC71D7}"/>
              </a:ext>
            </a:extLst>
          </p:cNvPr>
          <p:cNvSpPr/>
          <p:nvPr/>
        </p:nvSpPr>
        <p:spPr>
          <a:xfrm>
            <a:off x="499109" y="5300521"/>
            <a:ext cx="1967365" cy="37026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내용을 입력하세요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1F48A16-C945-4105-2AA3-7B27A8F41572}"/>
              </a:ext>
            </a:extLst>
          </p:cNvPr>
          <p:cNvSpPr txBox="1"/>
          <p:nvPr/>
        </p:nvSpPr>
        <p:spPr>
          <a:xfrm>
            <a:off x="499110" y="5737649"/>
            <a:ext cx="2198367" cy="697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</a:p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</a:p>
          <a:p>
            <a:pPr marL="144000" indent="-144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세부 내용을 입력해주세요</a:t>
            </a:r>
            <a:endParaRPr lang="en-US" altLang="ko-KR" sz="1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871910E3-691D-C5C1-D534-4185ED85BAFC}"/>
              </a:ext>
            </a:extLst>
          </p:cNvPr>
          <p:cNvGrpSpPr/>
          <p:nvPr/>
        </p:nvGrpSpPr>
        <p:grpSpPr>
          <a:xfrm rot="10800000" flipH="1">
            <a:off x="2693950" y="3285437"/>
            <a:ext cx="426946" cy="1027100"/>
            <a:chOff x="5677639" y="4977122"/>
            <a:chExt cx="606431" cy="1610965"/>
          </a:xfrm>
        </p:grpSpPr>
        <p:pic>
          <p:nvPicPr>
            <p:cNvPr id="96" name="그림 95">
              <a:extLst>
                <a:ext uri="{FF2B5EF4-FFF2-40B4-BE49-F238E27FC236}">
                  <a16:creationId xmlns:a16="http://schemas.microsoft.com/office/drawing/2014/main" id="{F478B97A-712A-B415-CD4D-3E8B96359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5263507" y="5567524"/>
              <a:ext cx="1610965" cy="430161"/>
            </a:xfrm>
            <a:prstGeom prst="rect">
              <a:avLst/>
            </a:prstGeom>
          </p:spPr>
        </p:pic>
        <p:pic>
          <p:nvPicPr>
            <p:cNvPr id="97" name="그림 96">
              <a:extLst>
                <a:ext uri="{FF2B5EF4-FFF2-40B4-BE49-F238E27FC236}">
                  <a16:creationId xmlns:a16="http://schemas.microsoft.com/office/drawing/2014/main" id="{19C5B1CE-13F1-DE97-C252-B210C321F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5087237" y="5567524"/>
              <a:ext cx="1610965" cy="4301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858747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E84732-23A0-7923-0C4A-0CC1011AD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5AF40CD4-5B8D-ECAE-18C2-78AFAF44998B}"/>
              </a:ext>
            </a:extLst>
          </p:cNvPr>
          <p:cNvGrpSpPr/>
          <p:nvPr/>
        </p:nvGrpSpPr>
        <p:grpSpPr>
          <a:xfrm>
            <a:off x="484956" y="1623060"/>
            <a:ext cx="5492992" cy="2227306"/>
            <a:chOff x="484956" y="1623060"/>
            <a:chExt cx="5492992" cy="2227306"/>
          </a:xfrm>
        </p:grpSpPr>
        <p:sp>
          <p:nvSpPr>
            <p:cNvPr id="96" name="사각형: 둥근 위쪽 모서리 95">
              <a:extLst>
                <a:ext uri="{FF2B5EF4-FFF2-40B4-BE49-F238E27FC236}">
                  <a16:creationId xmlns:a16="http://schemas.microsoft.com/office/drawing/2014/main" id="{A4B1AAC4-8F59-1596-48DB-F8A52B935139}"/>
                </a:ext>
              </a:extLst>
            </p:cNvPr>
            <p:cNvSpPr/>
            <p:nvPr/>
          </p:nvSpPr>
          <p:spPr>
            <a:xfrm rot="16200000">
              <a:off x="-82224" y="2190240"/>
              <a:ext cx="2227304" cy="1092943"/>
            </a:xfrm>
            <a:prstGeom prst="round2SameRect">
              <a:avLst/>
            </a:prstGeom>
            <a:solidFill>
              <a:srgbClr val="39BC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97" name="사각형: 둥근 위쪽 모서리 96">
              <a:extLst>
                <a:ext uri="{FF2B5EF4-FFF2-40B4-BE49-F238E27FC236}">
                  <a16:creationId xmlns:a16="http://schemas.microsoft.com/office/drawing/2014/main" id="{7E204089-E9F8-1DC5-A9E3-7A767C003D32}"/>
                </a:ext>
              </a:extLst>
            </p:cNvPr>
            <p:cNvSpPr/>
            <p:nvPr/>
          </p:nvSpPr>
          <p:spPr>
            <a:xfrm rot="5400000" flipH="1">
              <a:off x="2664272" y="536689"/>
              <a:ext cx="2227304" cy="4400049"/>
            </a:xfrm>
            <a:prstGeom prst="round2SameRect">
              <a:avLst>
                <a:gd name="adj1" fmla="val 9043"/>
                <a:gd name="adj2" fmla="val 0"/>
              </a:avLst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98" name="Rectangle 304">
              <a:extLst>
                <a:ext uri="{FF2B5EF4-FFF2-40B4-BE49-F238E27FC236}">
                  <a16:creationId xmlns:a16="http://schemas.microsoft.com/office/drawing/2014/main" id="{6C3700C9-646B-7CD5-5270-6DAAFEC33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1572" y="1969648"/>
              <a:ext cx="2532792" cy="14619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44000" marR="0" lvl="0" indent="-144000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  <a:p>
              <a:pPr marL="144000" marR="0" lvl="0" indent="-144000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</p:txBody>
        </p: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6142DE7C-BDE4-C92C-675C-9A8D654674B0}"/>
                </a:ext>
              </a:extLst>
            </p:cNvPr>
            <p:cNvGrpSpPr/>
            <p:nvPr/>
          </p:nvGrpSpPr>
          <p:grpSpPr>
            <a:xfrm>
              <a:off x="640935" y="2088418"/>
              <a:ext cx="780983" cy="1143785"/>
              <a:chOff x="828414" y="2337859"/>
              <a:chExt cx="736213" cy="919576"/>
            </a:xfrm>
          </p:grpSpPr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437DC67-23AE-EB24-FFB5-F9A7F2FAB330}"/>
                  </a:ext>
                </a:extLst>
              </p:cNvPr>
              <p:cNvSpPr txBox="1"/>
              <p:nvPr/>
            </p:nvSpPr>
            <p:spPr>
              <a:xfrm>
                <a:off x="828414" y="2737800"/>
                <a:ext cx="736213" cy="51963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</a:t>
                </a:r>
                <a:br>
                  <a:rPr kumimoji="0" lang="en-US" altLang="ko-KR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</a:b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입력</a:t>
                </a: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526D9CE8-1AF4-F116-BFEA-54118E9BCC82}"/>
                  </a:ext>
                </a:extLst>
              </p:cNvPr>
              <p:cNvSpPr txBox="1"/>
              <p:nvPr/>
            </p:nvSpPr>
            <p:spPr>
              <a:xfrm>
                <a:off x="940992" y="2337859"/>
                <a:ext cx="511057" cy="37116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2400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>
                        <a:alpha val="50000"/>
                      </a:srgbClr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01</a:t>
                </a:r>
                <a:endParaRPr kumimoji="0" lang="ko-KR" altLang="en-US" sz="2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>
                      <a:alpha val="50000"/>
                    </a:srgbClr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</p:txBody>
          </p:sp>
        </p:grp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6C8FBCB5-93E9-E049-480F-070C233CB256}"/>
                </a:ext>
              </a:extLst>
            </p:cNvPr>
            <p:cNvGrpSpPr/>
            <p:nvPr/>
          </p:nvGrpSpPr>
          <p:grpSpPr>
            <a:xfrm>
              <a:off x="1725451" y="1780775"/>
              <a:ext cx="1524290" cy="1911875"/>
              <a:chOff x="1813756" y="1917699"/>
              <a:chExt cx="1465792" cy="1537103"/>
            </a:xfrm>
          </p:grpSpPr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9D50E99E-C64F-7BE8-A11E-F133A3C30A9E}"/>
                  </a:ext>
                </a:extLst>
              </p:cNvPr>
              <p:cNvSpPr/>
              <p:nvPr/>
            </p:nvSpPr>
            <p:spPr>
              <a:xfrm>
                <a:off x="1813756" y="1917699"/>
                <a:ext cx="1465792" cy="1537103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7F0103ED-75AD-99F1-A57A-93E2E947D07C}"/>
                  </a:ext>
                </a:extLst>
              </p:cNvPr>
              <p:cNvSpPr/>
              <p:nvPr/>
            </p:nvSpPr>
            <p:spPr>
              <a:xfrm>
                <a:off x="1813756" y="3198958"/>
                <a:ext cx="1465792" cy="255844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300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rPr>
                  <a:t>이미지 설명</a:t>
                </a:r>
              </a:p>
            </p:txBody>
          </p:sp>
        </p:grp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DF7116EF-B561-D864-CC97-5410A9A4BA9E}"/>
              </a:ext>
            </a:extLst>
          </p:cNvPr>
          <p:cNvSpPr txBox="1"/>
          <p:nvPr/>
        </p:nvSpPr>
        <p:spPr>
          <a:xfrm>
            <a:off x="851947" y="968331"/>
            <a:ext cx="10958019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헤드카피 내용 문구가 들어가는 자리입니다</a:t>
            </a:r>
            <a:r>
              <a:rPr kumimoji="1" lang="en-US" altLang="ko-KR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 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중요한 내용 문구는 강조색으로 사용하세요</a:t>
            </a:r>
            <a:r>
              <a:rPr kumimoji="1" lang="en-US" altLang="ko-KR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</a:t>
            </a:r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D5F27191-AF89-0B45-A354-344DBA9403BA}"/>
              </a:ext>
            </a:extLst>
          </p:cNvPr>
          <p:cNvGrpSpPr/>
          <p:nvPr/>
        </p:nvGrpSpPr>
        <p:grpSpPr>
          <a:xfrm>
            <a:off x="484956" y="4032525"/>
            <a:ext cx="5492992" cy="2227306"/>
            <a:chOff x="484956" y="4032525"/>
            <a:chExt cx="5492992" cy="2227306"/>
          </a:xfrm>
        </p:grpSpPr>
        <p:sp>
          <p:nvSpPr>
            <p:cNvPr id="87" name="사각형: 둥근 위쪽 모서리 86">
              <a:extLst>
                <a:ext uri="{FF2B5EF4-FFF2-40B4-BE49-F238E27FC236}">
                  <a16:creationId xmlns:a16="http://schemas.microsoft.com/office/drawing/2014/main" id="{82B25258-D1D1-8AA6-FE85-D1EEC2745FAC}"/>
                </a:ext>
              </a:extLst>
            </p:cNvPr>
            <p:cNvSpPr/>
            <p:nvPr/>
          </p:nvSpPr>
          <p:spPr>
            <a:xfrm rot="16200000">
              <a:off x="-82224" y="4599705"/>
              <a:ext cx="2227304" cy="1092943"/>
            </a:xfrm>
            <a:prstGeom prst="round2SameRect">
              <a:avLst/>
            </a:prstGeom>
            <a:solidFill>
              <a:srgbClr val="31A5E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88" name="사각형: 둥근 위쪽 모서리 87">
              <a:extLst>
                <a:ext uri="{FF2B5EF4-FFF2-40B4-BE49-F238E27FC236}">
                  <a16:creationId xmlns:a16="http://schemas.microsoft.com/office/drawing/2014/main" id="{05936968-5A39-2A27-499D-9FF2654522DB}"/>
                </a:ext>
              </a:extLst>
            </p:cNvPr>
            <p:cNvSpPr/>
            <p:nvPr/>
          </p:nvSpPr>
          <p:spPr>
            <a:xfrm rot="5400000" flipH="1">
              <a:off x="2664272" y="2946154"/>
              <a:ext cx="2227304" cy="4400049"/>
            </a:xfrm>
            <a:prstGeom prst="round2SameRect">
              <a:avLst>
                <a:gd name="adj1" fmla="val 9043"/>
                <a:gd name="adj2" fmla="val 0"/>
              </a:avLst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1AA16F06-74AF-8A8B-3BAF-EBEC37746DCE}"/>
                </a:ext>
              </a:extLst>
            </p:cNvPr>
            <p:cNvGrpSpPr/>
            <p:nvPr/>
          </p:nvGrpSpPr>
          <p:grpSpPr>
            <a:xfrm>
              <a:off x="640935" y="4497883"/>
              <a:ext cx="780983" cy="1143785"/>
              <a:chOff x="828414" y="2337859"/>
              <a:chExt cx="736213" cy="919576"/>
            </a:xfrm>
          </p:grpSpPr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FCF3ADE-B15F-8ECE-283B-5E2C8BA13E4E}"/>
                  </a:ext>
                </a:extLst>
              </p:cNvPr>
              <p:cNvSpPr txBox="1"/>
              <p:nvPr/>
            </p:nvSpPr>
            <p:spPr>
              <a:xfrm>
                <a:off x="828414" y="2737800"/>
                <a:ext cx="736213" cy="51963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</a:t>
                </a:r>
                <a:br>
                  <a:rPr kumimoji="0" lang="en-US" altLang="ko-KR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</a:b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입력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FF65A1F5-ECE9-7DFF-9A56-F392F3EA4B82}"/>
                  </a:ext>
                </a:extLst>
              </p:cNvPr>
              <p:cNvSpPr txBox="1"/>
              <p:nvPr/>
            </p:nvSpPr>
            <p:spPr>
              <a:xfrm>
                <a:off x="916815" y="2337859"/>
                <a:ext cx="559414" cy="37116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2400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>
                        <a:alpha val="50000"/>
                      </a:srgbClr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03</a:t>
                </a:r>
                <a:endParaRPr kumimoji="0" lang="ko-KR" altLang="en-US" sz="2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>
                      <a:alpha val="50000"/>
                    </a:srgbClr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</p:txBody>
          </p:sp>
        </p:grp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4CA10633-88B1-749C-92F8-6B670AF0E9BC}"/>
                </a:ext>
              </a:extLst>
            </p:cNvPr>
            <p:cNvGrpSpPr/>
            <p:nvPr/>
          </p:nvGrpSpPr>
          <p:grpSpPr>
            <a:xfrm>
              <a:off x="1725451" y="4190240"/>
              <a:ext cx="1524290" cy="1911875"/>
              <a:chOff x="1813756" y="1917699"/>
              <a:chExt cx="1465792" cy="1537103"/>
            </a:xfrm>
          </p:grpSpPr>
          <p:sp>
            <p:nvSpPr>
              <p:cNvPr id="92" name="직사각형 91">
                <a:extLst>
                  <a:ext uri="{FF2B5EF4-FFF2-40B4-BE49-F238E27FC236}">
                    <a16:creationId xmlns:a16="http://schemas.microsoft.com/office/drawing/2014/main" id="{18A077F1-699F-A3AB-69C3-E9E671502502}"/>
                  </a:ext>
                </a:extLst>
              </p:cNvPr>
              <p:cNvSpPr/>
              <p:nvPr/>
            </p:nvSpPr>
            <p:spPr>
              <a:xfrm>
                <a:off x="1813756" y="1917699"/>
                <a:ext cx="1465792" cy="1537103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93" name="직사각형 92">
                <a:extLst>
                  <a:ext uri="{FF2B5EF4-FFF2-40B4-BE49-F238E27FC236}">
                    <a16:creationId xmlns:a16="http://schemas.microsoft.com/office/drawing/2014/main" id="{8251B3CE-052A-22B0-73D3-1D87F3A1C445}"/>
                  </a:ext>
                </a:extLst>
              </p:cNvPr>
              <p:cNvSpPr/>
              <p:nvPr/>
            </p:nvSpPr>
            <p:spPr>
              <a:xfrm>
                <a:off x="1813756" y="3227346"/>
                <a:ext cx="1465792" cy="227456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300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rPr>
                  <a:t>이미지 설명</a:t>
                </a:r>
              </a:p>
            </p:txBody>
          </p:sp>
        </p:grpSp>
        <p:sp>
          <p:nvSpPr>
            <p:cNvPr id="109" name="Rectangle 304">
              <a:extLst>
                <a:ext uri="{FF2B5EF4-FFF2-40B4-BE49-F238E27FC236}">
                  <a16:creationId xmlns:a16="http://schemas.microsoft.com/office/drawing/2014/main" id="{D1E36449-FBFF-27B4-3266-7097138060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1572" y="4415206"/>
              <a:ext cx="2532792" cy="14619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44000" marR="0" lvl="0" indent="-144000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  <a:p>
              <a:pPr marL="144000" marR="0" lvl="0" indent="-144000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AE8562BC-AFB4-7E26-AB2E-815A075EBD71}"/>
              </a:ext>
            </a:extLst>
          </p:cNvPr>
          <p:cNvGrpSpPr/>
          <p:nvPr/>
        </p:nvGrpSpPr>
        <p:grpSpPr>
          <a:xfrm>
            <a:off x="6214052" y="1623060"/>
            <a:ext cx="5492992" cy="2227306"/>
            <a:chOff x="6214052" y="1623060"/>
            <a:chExt cx="5492992" cy="2227306"/>
          </a:xfrm>
        </p:grpSpPr>
        <p:sp>
          <p:nvSpPr>
            <p:cNvPr id="78" name="사각형: 둥근 위쪽 모서리 77">
              <a:extLst>
                <a:ext uri="{FF2B5EF4-FFF2-40B4-BE49-F238E27FC236}">
                  <a16:creationId xmlns:a16="http://schemas.microsoft.com/office/drawing/2014/main" id="{AB5C3F44-5793-7B53-2481-FDC42520FB84}"/>
                </a:ext>
              </a:extLst>
            </p:cNvPr>
            <p:cNvSpPr/>
            <p:nvPr/>
          </p:nvSpPr>
          <p:spPr>
            <a:xfrm rot="16200000">
              <a:off x="5646872" y="2190240"/>
              <a:ext cx="2227304" cy="1092943"/>
            </a:xfrm>
            <a:prstGeom prst="round2SameRect">
              <a:avLst/>
            </a:prstGeom>
            <a:solidFill>
              <a:srgbClr val="2B8D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9" name="사각형: 둥근 위쪽 모서리 78">
              <a:extLst>
                <a:ext uri="{FF2B5EF4-FFF2-40B4-BE49-F238E27FC236}">
                  <a16:creationId xmlns:a16="http://schemas.microsoft.com/office/drawing/2014/main" id="{FE8A0508-C8C3-6949-553E-2AF99CC82BBA}"/>
                </a:ext>
              </a:extLst>
            </p:cNvPr>
            <p:cNvSpPr/>
            <p:nvPr/>
          </p:nvSpPr>
          <p:spPr>
            <a:xfrm rot="5400000" flipH="1">
              <a:off x="8393368" y="536689"/>
              <a:ext cx="2227304" cy="4400049"/>
            </a:xfrm>
            <a:prstGeom prst="round2SameRect">
              <a:avLst>
                <a:gd name="adj1" fmla="val 9043"/>
                <a:gd name="adj2" fmla="val 0"/>
              </a:avLst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23E7D607-5E7F-5488-C340-E9CA09220CB2}"/>
                </a:ext>
              </a:extLst>
            </p:cNvPr>
            <p:cNvGrpSpPr/>
            <p:nvPr/>
          </p:nvGrpSpPr>
          <p:grpSpPr>
            <a:xfrm>
              <a:off x="6370031" y="2088418"/>
              <a:ext cx="780984" cy="1143785"/>
              <a:chOff x="828414" y="2337859"/>
              <a:chExt cx="736214" cy="919576"/>
            </a:xfrm>
          </p:grpSpPr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7CDE289-85A0-5806-69BE-D87A65A04D3C}"/>
                  </a:ext>
                </a:extLst>
              </p:cNvPr>
              <p:cNvSpPr txBox="1"/>
              <p:nvPr/>
            </p:nvSpPr>
            <p:spPr>
              <a:xfrm>
                <a:off x="828414" y="2737800"/>
                <a:ext cx="736214" cy="51963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</a:t>
                </a:r>
                <a:br>
                  <a:rPr kumimoji="0" lang="en-US" altLang="ko-KR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</a:b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입력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C39B0705-3EE0-F841-0446-E9DBF6BA7C28}"/>
                  </a:ext>
                </a:extLst>
              </p:cNvPr>
              <p:cNvSpPr txBox="1"/>
              <p:nvPr/>
            </p:nvSpPr>
            <p:spPr>
              <a:xfrm>
                <a:off x="920592" y="2337859"/>
                <a:ext cx="551858" cy="37116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2400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>
                        <a:alpha val="50000"/>
                      </a:srgbClr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02</a:t>
                </a:r>
                <a:endParaRPr kumimoji="0" lang="ko-KR" altLang="en-US" sz="2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>
                      <a:alpha val="50000"/>
                    </a:srgbClr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</p:txBody>
          </p:sp>
        </p:grp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47679B33-281F-DC9E-F71B-B4476A0103EA}"/>
                </a:ext>
              </a:extLst>
            </p:cNvPr>
            <p:cNvGrpSpPr/>
            <p:nvPr/>
          </p:nvGrpSpPr>
          <p:grpSpPr>
            <a:xfrm>
              <a:off x="7454547" y="1780775"/>
              <a:ext cx="1524290" cy="1911875"/>
              <a:chOff x="1813756" y="1917699"/>
              <a:chExt cx="1465792" cy="1537103"/>
            </a:xfrm>
          </p:grpSpPr>
          <p:sp>
            <p:nvSpPr>
              <p:cNvPr id="83" name="직사각형 82">
                <a:extLst>
                  <a:ext uri="{FF2B5EF4-FFF2-40B4-BE49-F238E27FC236}">
                    <a16:creationId xmlns:a16="http://schemas.microsoft.com/office/drawing/2014/main" id="{4C317E9F-9FDB-89EC-66C0-DB67B487D9E4}"/>
                  </a:ext>
                </a:extLst>
              </p:cNvPr>
              <p:cNvSpPr/>
              <p:nvPr/>
            </p:nvSpPr>
            <p:spPr>
              <a:xfrm>
                <a:off x="1813756" y="1917699"/>
                <a:ext cx="1465792" cy="1537103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D113C2C0-E4A6-771D-92E1-FD195F30BA63}"/>
                  </a:ext>
                </a:extLst>
              </p:cNvPr>
              <p:cNvSpPr/>
              <p:nvPr/>
            </p:nvSpPr>
            <p:spPr>
              <a:xfrm>
                <a:off x="1813756" y="3227346"/>
                <a:ext cx="1465792" cy="227456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300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rPr>
                  <a:t>이미지 설명</a:t>
                </a:r>
              </a:p>
            </p:txBody>
          </p:sp>
        </p:grpSp>
        <p:sp>
          <p:nvSpPr>
            <p:cNvPr id="110" name="Rectangle 304">
              <a:extLst>
                <a:ext uri="{FF2B5EF4-FFF2-40B4-BE49-F238E27FC236}">
                  <a16:creationId xmlns:a16="http://schemas.microsoft.com/office/drawing/2014/main" id="{34D53B4F-21F4-60AD-89C8-4138EED51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8604" y="1969648"/>
              <a:ext cx="2532792" cy="14619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44000" marR="0" lvl="0" indent="-144000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  <a:p>
              <a:pPr marL="144000" marR="0" lvl="0" indent="-144000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</p:txBody>
        </p: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39856498-C150-9197-8572-B9C53E819BC1}"/>
              </a:ext>
            </a:extLst>
          </p:cNvPr>
          <p:cNvGrpSpPr/>
          <p:nvPr/>
        </p:nvGrpSpPr>
        <p:grpSpPr>
          <a:xfrm>
            <a:off x="6214052" y="4032525"/>
            <a:ext cx="5492992" cy="2227306"/>
            <a:chOff x="6214052" y="4032525"/>
            <a:chExt cx="5492992" cy="2227306"/>
          </a:xfrm>
        </p:grpSpPr>
        <p:sp>
          <p:nvSpPr>
            <p:cNvPr id="69" name="사각형: 둥근 위쪽 모서리 68">
              <a:extLst>
                <a:ext uri="{FF2B5EF4-FFF2-40B4-BE49-F238E27FC236}">
                  <a16:creationId xmlns:a16="http://schemas.microsoft.com/office/drawing/2014/main" id="{F9BE5164-E87C-2563-8F6A-6051BD6A7F25}"/>
                </a:ext>
              </a:extLst>
            </p:cNvPr>
            <p:cNvSpPr/>
            <p:nvPr/>
          </p:nvSpPr>
          <p:spPr>
            <a:xfrm rot="16200000">
              <a:off x="5646872" y="4599705"/>
              <a:ext cx="2227304" cy="1092943"/>
            </a:xfrm>
            <a:prstGeom prst="round2SameRect">
              <a:avLst/>
            </a:prstGeom>
            <a:solidFill>
              <a:srgbClr val="197FB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0" name="사각형: 둥근 위쪽 모서리 69">
              <a:extLst>
                <a:ext uri="{FF2B5EF4-FFF2-40B4-BE49-F238E27FC236}">
                  <a16:creationId xmlns:a16="http://schemas.microsoft.com/office/drawing/2014/main" id="{E0D46DA6-6C49-556E-BE5D-22929E29BB40}"/>
                </a:ext>
              </a:extLst>
            </p:cNvPr>
            <p:cNvSpPr/>
            <p:nvPr/>
          </p:nvSpPr>
          <p:spPr>
            <a:xfrm rot="5400000" flipH="1">
              <a:off x="8393368" y="2946154"/>
              <a:ext cx="2227304" cy="4400049"/>
            </a:xfrm>
            <a:prstGeom prst="round2SameRect">
              <a:avLst>
                <a:gd name="adj1" fmla="val 9043"/>
                <a:gd name="adj2" fmla="val 0"/>
              </a:avLst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E8CA4069-FDD1-3D67-9D66-80AD4EB0AC1B}"/>
                </a:ext>
              </a:extLst>
            </p:cNvPr>
            <p:cNvGrpSpPr/>
            <p:nvPr/>
          </p:nvGrpSpPr>
          <p:grpSpPr>
            <a:xfrm>
              <a:off x="6370031" y="4497883"/>
              <a:ext cx="780983" cy="1143785"/>
              <a:chOff x="828414" y="2337859"/>
              <a:chExt cx="736213" cy="919576"/>
            </a:xfrm>
          </p:grpSpPr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1A3E786-7F7D-96BF-7223-DC9058C0AEE6}"/>
                  </a:ext>
                </a:extLst>
              </p:cNvPr>
              <p:cNvSpPr txBox="1"/>
              <p:nvPr/>
            </p:nvSpPr>
            <p:spPr>
              <a:xfrm>
                <a:off x="828414" y="2737800"/>
                <a:ext cx="736213" cy="51963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키워드</a:t>
                </a:r>
                <a:br>
                  <a:rPr kumimoji="0" lang="en-US" altLang="ko-KR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</a:b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입력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31C51AE-18E6-F1E8-3C58-1C4B2D62C804}"/>
                  </a:ext>
                </a:extLst>
              </p:cNvPr>
              <p:cNvSpPr txBox="1"/>
              <p:nvPr/>
            </p:nvSpPr>
            <p:spPr>
              <a:xfrm>
                <a:off x="913792" y="2337859"/>
                <a:ext cx="565458" cy="37116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 latinLnBrk="0"/>
                <a:r>
                  <a:rPr lang="en-US" altLang="ko-KR" sz="2400" kern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>
                        <a:alpha val="50000"/>
                      </a:srgbClr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04</a:t>
                </a:r>
                <a:endParaRPr lang="ko-KR" altLang="en-US" sz="24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>
                      <a:alpha val="50000"/>
                    </a:srgbClr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</p:txBody>
          </p:sp>
        </p:grp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3BB06F54-CB28-17EE-4934-A8FE0338407A}"/>
                </a:ext>
              </a:extLst>
            </p:cNvPr>
            <p:cNvGrpSpPr/>
            <p:nvPr/>
          </p:nvGrpSpPr>
          <p:grpSpPr>
            <a:xfrm>
              <a:off x="7454547" y="4190240"/>
              <a:ext cx="1524290" cy="1911875"/>
              <a:chOff x="1813756" y="1917699"/>
              <a:chExt cx="1465792" cy="1537103"/>
            </a:xfrm>
          </p:grpSpPr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E57C5709-2957-2B1C-F58C-DE3FE5086D23}"/>
                  </a:ext>
                </a:extLst>
              </p:cNvPr>
              <p:cNvSpPr/>
              <p:nvPr/>
            </p:nvSpPr>
            <p:spPr>
              <a:xfrm>
                <a:off x="1813756" y="1917699"/>
                <a:ext cx="1465792" cy="1537103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75" name="직사각형 74">
                <a:extLst>
                  <a:ext uri="{FF2B5EF4-FFF2-40B4-BE49-F238E27FC236}">
                    <a16:creationId xmlns:a16="http://schemas.microsoft.com/office/drawing/2014/main" id="{5022E081-800A-47F8-6225-B52D7A7B7CB2}"/>
                  </a:ext>
                </a:extLst>
              </p:cNvPr>
              <p:cNvSpPr/>
              <p:nvPr/>
            </p:nvSpPr>
            <p:spPr>
              <a:xfrm>
                <a:off x="1813756" y="3227346"/>
                <a:ext cx="1465792" cy="227456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300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rPr>
                  <a:t>이미지 설명</a:t>
                </a:r>
              </a:p>
            </p:txBody>
          </p:sp>
        </p:grpSp>
        <p:sp>
          <p:nvSpPr>
            <p:cNvPr id="111" name="Rectangle 304">
              <a:extLst>
                <a:ext uri="{FF2B5EF4-FFF2-40B4-BE49-F238E27FC236}">
                  <a16:creationId xmlns:a16="http://schemas.microsoft.com/office/drawing/2014/main" id="{F1062D12-2DC5-2187-4C67-5412A859A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8604" y="4415206"/>
              <a:ext cx="2532792" cy="14619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44000" marR="0" lvl="0" indent="-144000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  <a:p>
              <a:pPr marL="144000" marR="0" lvl="0" indent="-144000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설명이 들어갈 자리입니다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템플릿으로 가장 많이 쓸 수 있는 내용으로 구성 되었습니다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A055EC7-AFD6-C86C-806F-53BED1E798AA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08107D86-9646-753A-2301-6F067F204F9F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" name="그래픽 4">
              <a:extLst>
                <a:ext uri="{FF2B5EF4-FFF2-40B4-BE49-F238E27FC236}">
                  <a16:creationId xmlns:a16="http://schemas.microsoft.com/office/drawing/2014/main" id="{EC9DCA83-558D-EC64-26EE-D4FBCD40FA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58B86606-2101-13F0-C402-E2E11766E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802" y="1810844"/>
            <a:ext cx="1380219" cy="155005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390513B-8C7D-0C11-7344-008880123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758" y="1847742"/>
            <a:ext cx="1380219" cy="155005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F5DD54A-F720-3684-5ACC-290C837E5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486" y="4214832"/>
            <a:ext cx="1380219" cy="155005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2726F98-E71A-80DC-3AC9-BAFDA0EBC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758" y="4229693"/>
            <a:ext cx="1380219" cy="155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7250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2B6E6-27B7-60C5-B170-51971F4B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67B269-96E4-6F3A-AA76-E4E74E315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AF601BB-C8F6-2F4E-5C6A-E8695DA678EA}"/>
              </a:ext>
            </a:extLst>
          </p:cNvPr>
          <p:cNvSpPr/>
          <p:nvPr/>
        </p:nvSpPr>
        <p:spPr>
          <a:xfrm>
            <a:off x="626292" y="1588770"/>
            <a:ext cx="3347971" cy="4785360"/>
          </a:xfrm>
          <a:prstGeom prst="roundRect">
            <a:avLst>
              <a:gd name="adj" fmla="val 5360"/>
            </a:avLst>
          </a:prstGeom>
          <a:solidFill>
            <a:srgbClr val="00ACB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935EC7-168F-9AB7-8DFC-110ED80A9E12}"/>
              </a:ext>
            </a:extLst>
          </p:cNvPr>
          <p:cNvSpPr txBox="1"/>
          <p:nvPr/>
        </p:nvSpPr>
        <p:spPr>
          <a:xfrm>
            <a:off x="1071415" y="1659237"/>
            <a:ext cx="245772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타이틀을 입력해주세요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8FA2727-E8F4-842F-113C-0F8FDC2082FF}"/>
              </a:ext>
            </a:extLst>
          </p:cNvPr>
          <p:cNvSpPr/>
          <p:nvPr/>
        </p:nvSpPr>
        <p:spPr>
          <a:xfrm>
            <a:off x="626292" y="2118631"/>
            <a:ext cx="3347971" cy="4255499"/>
          </a:xfrm>
          <a:prstGeom prst="roundRect">
            <a:avLst>
              <a:gd name="adj" fmla="val 5360"/>
            </a:avLst>
          </a:prstGeom>
          <a:solidFill>
            <a:sysClr val="window" lastClr="FFFFFF"/>
          </a:solidFill>
          <a:ln w="19050" cap="flat" cmpd="sng" algn="ctr">
            <a:solidFill>
              <a:srgbClr val="00ACB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9" name="Rectangle 304">
            <a:extLst>
              <a:ext uri="{FF2B5EF4-FFF2-40B4-BE49-F238E27FC236}">
                <a16:creationId xmlns:a16="http://schemas.microsoft.com/office/drawing/2014/main" id="{133FDBB3-DD1A-470B-2916-566089023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433" y="4608795"/>
            <a:ext cx="3020417" cy="1449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44000" marR="0" lvl="0" indent="-14400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설명이 들어갈 자리입니다</a:t>
            </a:r>
            <a:r>
              <a:rPr kumimoji="1" lang="en-US" altLang="ko-KR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r>
              <a:rPr kumimoji="1" lang="ko-KR" altLang="en-US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 템플릿으로 가장 많이 쓸 수 있는 내용으로 구성 되었습니다</a:t>
            </a:r>
            <a:r>
              <a:rPr kumimoji="1" lang="en-US" altLang="ko-KR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  <a:p>
            <a:pPr marL="144000" lvl="0" indent="-144000" latinLnBrk="0"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설명이 들어갈 자리입니다</a:t>
            </a:r>
            <a:r>
              <a:rPr lang="en-US" altLang="ko-KR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템플릿으로 가장 많이 쓸 수 있는 내용으로 구성 되었습니다</a:t>
            </a:r>
            <a:r>
              <a:rPr lang="en-US" altLang="ko-KR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1AD3B5AC-013F-1329-03A1-5E6DD52DA905}"/>
              </a:ext>
            </a:extLst>
          </p:cNvPr>
          <p:cNvSpPr/>
          <p:nvPr/>
        </p:nvSpPr>
        <p:spPr>
          <a:xfrm>
            <a:off x="4422016" y="1588770"/>
            <a:ext cx="3347971" cy="4785360"/>
          </a:xfrm>
          <a:prstGeom prst="roundRect">
            <a:avLst>
              <a:gd name="adj" fmla="val 5360"/>
            </a:avLst>
          </a:prstGeom>
          <a:solidFill>
            <a:srgbClr val="31A5E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9D1676-16A3-D3CC-0B03-DBC3BDA9D08A}"/>
              </a:ext>
            </a:extLst>
          </p:cNvPr>
          <p:cNvSpPr txBox="1"/>
          <p:nvPr/>
        </p:nvSpPr>
        <p:spPr>
          <a:xfrm>
            <a:off x="4867139" y="1659237"/>
            <a:ext cx="245772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1" i="0" u="none" strike="noStrike" kern="0" cap="none" spc="0" normalizeH="0" baseline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타이틀을 입력해주세요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0648BB8-F40E-D318-A71C-6C2294FC16AA}"/>
              </a:ext>
            </a:extLst>
          </p:cNvPr>
          <p:cNvSpPr/>
          <p:nvPr/>
        </p:nvSpPr>
        <p:spPr>
          <a:xfrm>
            <a:off x="4422016" y="2118631"/>
            <a:ext cx="3347971" cy="4255499"/>
          </a:xfrm>
          <a:prstGeom prst="roundRect">
            <a:avLst>
              <a:gd name="adj" fmla="val 5360"/>
            </a:avLst>
          </a:prstGeom>
          <a:solidFill>
            <a:sysClr val="window" lastClr="FFFFFF"/>
          </a:solidFill>
          <a:ln w="19050" cap="flat" cmpd="sng" algn="ctr">
            <a:solidFill>
              <a:srgbClr val="31A5E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3CDDEBA-F962-1ED3-7815-4424D95C6E6E}"/>
              </a:ext>
            </a:extLst>
          </p:cNvPr>
          <p:cNvSpPr/>
          <p:nvPr/>
        </p:nvSpPr>
        <p:spPr>
          <a:xfrm>
            <a:off x="8217739" y="1588770"/>
            <a:ext cx="3347971" cy="4785360"/>
          </a:xfrm>
          <a:prstGeom prst="roundRect">
            <a:avLst>
              <a:gd name="adj" fmla="val 5360"/>
            </a:avLst>
          </a:prstGeom>
          <a:solidFill>
            <a:srgbClr val="0054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109D1D-FF58-0468-DA7B-DAA0AD945E95}"/>
              </a:ext>
            </a:extLst>
          </p:cNvPr>
          <p:cNvSpPr txBox="1"/>
          <p:nvPr/>
        </p:nvSpPr>
        <p:spPr>
          <a:xfrm>
            <a:off x="8662862" y="1659237"/>
            <a:ext cx="245772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1" i="0" u="none" strike="noStrike" kern="0" cap="none" spc="0" normalizeH="0" baseline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타이틀을 입력해주세요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FC40F7F6-60F0-46FB-65E6-BFF854F48795}"/>
              </a:ext>
            </a:extLst>
          </p:cNvPr>
          <p:cNvSpPr/>
          <p:nvPr/>
        </p:nvSpPr>
        <p:spPr>
          <a:xfrm>
            <a:off x="8217739" y="2118631"/>
            <a:ext cx="3347971" cy="4255499"/>
          </a:xfrm>
          <a:prstGeom prst="roundRect">
            <a:avLst>
              <a:gd name="adj" fmla="val 5360"/>
            </a:avLst>
          </a:prstGeom>
          <a:solidFill>
            <a:sysClr val="window" lastClr="FFFFFF"/>
          </a:solidFill>
          <a:ln w="19050" cap="flat" cmpd="sng" algn="ctr">
            <a:solidFill>
              <a:srgbClr val="00549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A3F6D9-3887-AAA7-8F0A-583CD644B5C5}"/>
              </a:ext>
            </a:extLst>
          </p:cNvPr>
          <p:cNvSpPr txBox="1"/>
          <p:nvPr/>
        </p:nvSpPr>
        <p:spPr>
          <a:xfrm>
            <a:off x="851947" y="968331"/>
            <a:ext cx="10958019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헤드카피 내용 문구가 들어가는 자리입니다</a:t>
            </a:r>
            <a:r>
              <a:rPr kumimoji="1" lang="en-US" altLang="ko-KR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 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중요한 내용 문구는 강조색으로 사용하세요</a:t>
            </a:r>
            <a:r>
              <a:rPr kumimoji="1" lang="en-US" altLang="ko-KR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240BA63-60E5-7FA6-A102-C01A10F9F32A}"/>
              </a:ext>
            </a:extLst>
          </p:cNvPr>
          <p:cNvGrpSpPr/>
          <p:nvPr/>
        </p:nvGrpSpPr>
        <p:grpSpPr>
          <a:xfrm>
            <a:off x="787966" y="2363609"/>
            <a:ext cx="2936196" cy="1977094"/>
            <a:chOff x="666750" y="4514850"/>
            <a:chExt cx="2473131" cy="1665288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F5F33647-2AB6-9067-EE15-274545260E96}"/>
                </a:ext>
              </a:extLst>
            </p:cNvPr>
            <p:cNvSpPr/>
            <p:nvPr/>
          </p:nvSpPr>
          <p:spPr>
            <a:xfrm>
              <a:off x="666750" y="4514850"/>
              <a:ext cx="2473131" cy="166528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15A5512-D2C1-5168-EE08-21D70ED54F24}"/>
                </a:ext>
              </a:extLst>
            </p:cNvPr>
            <p:cNvSpPr txBox="1"/>
            <p:nvPr/>
          </p:nvSpPr>
          <p:spPr>
            <a:xfrm>
              <a:off x="694465" y="5208995"/>
              <a:ext cx="2445416" cy="266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이미지</a:t>
              </a:r>
            </a:p>
          </p:txBody>
        </p:sp>
      </p:grpSp>
      <p:sp>
        <p:nvSpPr>
          <p:cNvPr id="53" name="Rectangle 304">
            <a:extLst>
              <a:ext uri="{FF2B5EF4-FFF2-40B4-BE49-F238E27FC236}">
                <a16:creationId xmlns:a16="http://schemas.microsoft.com/office/drawing/2014/main" id="{C27C7EA7-4FF7-EE82-8F38-AB1A6B1B7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507" y="4608795"/>
            <a:ext cx="3020417" cy="1449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44000" marR="0" lvl="0" indent="-14400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설명이 들어갈 자리입니다</a:t>
            </a:r>
            <a:r>
              <a:rPr kumimoji="1" lang="en-US" altLang="ko-KR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r>
              <a:rPr kumimoji="1" lang="ko-KR" altLang="en-US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 템플릿으로 가장 많이 쓸 수 있는 내용으로 구성 되었습니다</a:t>
            </a:r>
            <a:r>
              <a:rPr kumimoji="1" lang="en-US" altLang="ko-KR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  <a:p>
            <a:pPr marL="144000" lvl="0" indent="-144000" latinLnBrk="0"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설명이 들어갈 자리입니다</a:t>
            </a:r>
            <a:r>
              <a:rPr lang="en-US" altLang="ko-KR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템플릿으로 가장 많이 쓸 수 있는 내용으로 구성 되었습니다</a:t>
            </a:r>
            <a:r>
              <a:rPr lang="en-US" altLang="ko-KR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343F5CFC-A887-3F60-6D04-E3F9D70C4506}"/>
              </a:ext>
            </a:extLst>
          </p:cNvPr>
          <p:cNvGrpSpPr/>
          <p:nvPr/>
        </p:nvGrpSpPr>
        <p:grpSpPr>
          <a:xfrm>
            <a:off x="4626040" y="2363609"/>
            <a:ext cx="2936196" cy="1977094"/>
            <a:chOff x="666750" y="4514850"/>
            <a:chExt cx="2473131" cy="1665288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B0E775D9-4103-64A7-3098-6482F51EE486}"/>
                </a:ext>
              </a:extLst>
            </p:cNvPr>
            <p:cNvSpPr/>
            <p:nvPr/>
          </p:nvSpPr>
          <p:spPr>
            <a:xfrm>
              <a:off x="666750" y="4514850"/>
              <a:ext cx="2473131" cy="166528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3525016-E810-3B58-0F1E-45A2AE32BACA}"/>
                </a:ext>
              </a:extLst>
            </p:cNvPr>
            <p:cNvSpPr txBox="1"/>
            <p:nvPr/>
          </p:nvSpPr>
          <p:spPr>
            <a:xfrm>
              <a:off x="694465" y="5208995"/>
              <a:ext cx="2445416" cy="266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이미지</a:t>
              </a:r>
            </a:p>
          </p:txBody>
        </p:sp>
      </p:grpSp>
      <p:sp>
        <p:nvSpPr>
          <p:cNvPr id="57" name="Rectangle 304">
            <a:extLst>
              <a:ext uri="{FF2B5EF4-FFF2-40B4-BE49-F238E27FC236}">
                <a16:creationId xmlns:a16="http://schemas.microsoft.com/office/drawing/2014/main" id="{C5EAD729-EBB9-94B4-50FB-D71068BAE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9423" y="4608795"/>
            <a:ext cx="3020417" cy="1449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44000" marR="0" lvl="0" indent="-14400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설명이 들어갈 자리입니다</a:t>
            </a:r>
            <a:r>
              <a:rPr kumimoji="1" lang="en-US" altLang="ko-KR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r>
              <a:rPr kumimoji="1" lang="ko-KR" altLang="en-US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 템플릿으로 가장 많이 쓸 수 있는 내용으로 구성 되었습니다</a:t>
            </a:r>
            <a:r>
              <a:rPr kumimoji="1" lang="en-US" altLang="ko-KR" sz="14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  <a:p>
            <a:pPr marL="144000" lvl="0" indent="-144000" latinLnBrk="0"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설명이 들어갈 자리입니다</a:t>
            </a:r>
            <a:r>
              <a:rPr lang="en-US" altLang="ko-KR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  <a:r>
              <a:rPr lang="ko-KR" altLang="en-US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템플릿으로 가장 많이 쓸 수 있는 내용으로 구성 되었습니다</a:t>
            </a:r>
            <a:r>
              <a:rPr lang="en-US" altLang="ko-KR" sz="14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A1D511D2-829B-33C3-6F78-69994D2C4A67}"/>
              </a:ext>
            </a:extLst>
          </p:cNvPr>
          <p:cNvGrpSpPr/>
          <p:nvPr/>
        </p:nvGrpSpPr>
        <p:grpSpPr>
          <a:xfrm>
            <a:off x="8403956" y="2363609"/>
            <a:ext cx="2936196" cy="1977094"/>
            <a:chOff x="666750" y="4514850"/>
            <a:chExt cx="2473131" cy="1665288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56C9BB81-F281-2190-5B66-A4616CCABC64}"/>
                </a:ext>
              </a:extLst>
            </p:cNvPr>
            <p:cNvSpPr/>
            <p:nvPr/>
          </p:nvSpPr>
          <p:spPr>
            <a:xfrm>
              <a:off x="666750" y="4514850"/>
              <a:ext cx="2473131" cy="166528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A0C7E53-D876-6D6A-19C4-2C2E3E755D38}"/>
                </a:ext>
              </a:extLst>
            </p:cNvPr>
            <p:cNvSpPr txBox="1"/>
            <p:nvPr/>
          </p:nvSpPr>
          <p:spPr>
            <a:xfrm>
              <a:off x="694465" y="5208995"/>
              <a:ext cx="2445416" cy="266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이미지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214F1E3D-7E7C-C2C3-6B2B-7070C94B0B6A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6324E58F-FB46-199C-6E88-19D122A92DEF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" name="그래픽 4">
              <a:extLst>
                <a:ext uri="{FF2B5EF4-FFF2-40B4-BE49-F238E27FC236}">
                  <a16:creationId xmlns:a16="http://schemas.microsoft.com/office/drawing/2014/main" id="{0DD2B34B-286F-9B53-DB9E-D2F591F1DF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35E6982E-B9E5-1E2E-9340-3E6D257FA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48" y="2570820"/>
            <a:ext cx="2779507" cy="155005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3CB5F81-2F01-9667-2D91-6CFFD7F02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0836" y="2551616"/>
            <a:ext cx="2779507" cy="155005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ED4B292-D897-2249-9C36-D2EA84FB0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752" y="2603718"/>
            <a:ext cx="2779507" cy="155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683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0B0702-0E95-4353-A38A-01D6B47DA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graphicFrame>
        <p:nvGraphicFramePr>
          <p:cNvPr id="3" name="표 5">
            <a:extLst>
              <a:ext uri="{FF2B5EF4-FFF2-40B4-BE49-F238E27FC236}">
                <a16:creationId xmlns:a16="http://schemas.microsoft.com/office/drawing/2014/main" id="{1B14C078-72C5-69E5-AAF4-D3C74A5B3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293230"/>
              </p:ext>
            </p:extLst>
          </p:nvPr>
        </p:nvGraphicFramePr>
        <p:xfrm>
          <a:off x="666749" y="1773413"/>
          <a:ext cx="10852150" cy="45255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0430">
                  <a:extLst>
                    <a:ext uri="{9D8B030D-6E8A-4147-A177-3AD203B41FA5}">
                      <a16:colId xmlns:a16="http://schemas.microsoft.com/office/drawing/2014/main" val="1939740894"/>
                    </a:ext>
                  </a:extLst>
                </a:gridCol>
                <a:gridCol w="2170430">
                  <a:extLst>
                    <a:ext uri="{9D8B030D-6E8A-4147-A177-3AD203B41FA5}">
                      <a16:colId xmlns:a16="http://schemas.microsoft.com/office/drawing/2014/main" val="2985587418"/>
                    </a:ext>
                  </a:extLst>
                </a:gridCol>
                <a:gridCol w="2170430">
                  <a:extLst>
                    <a:ext uri="{9D8B030D-6E8A-4147-A177-3AD203B41FA5}">
                      <a16:colId xmlns:a16="http://schemas.microsoft.com/office/drawing/2014/main" val="917307977"/>
                    </a:ext>
                  </a:extLst>
                </a:gridCol>
                <a:gridCol w="2170430">
                  <a:extLst>
                    <a:ext uri="{9D8B030D-6E8A-4147-A177-3AD203B41FA5}">
                      <a16:colId xmlns:a16="http://schemas.microsoft.com/office/drawing/2014/main" val="2563080066"/>
                    </a:ext>
                  </a:extLst>
                </a:gridCol>
                <a:gridCol w="2170430">
                  <a:extLst>
                    <a:ext uri="{9D8B030D-6E8A-4147-A177-3AD203B41FA5}">
                      <a16:colId xmlns:a16="http://schemas.microsoft.com/office/drawing/2014/main" val="2362213791"/>
                    </a:ext>
                  </a:extLst>
                </a:gridCol>
              </a:tblGrid>
              <a:tr h="4002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kern="1200" dirty="0">
                          <a:ln>
                            <a:noFill/>
                          </a:ln>
                          <a:solidFill>
                            <a:srgbClr val="12437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구분</a:t>
                      </a:r>
                    </a:p>
                  </a:txBody>
                  <a:tcPr marL="72000" marR="72000" marT="72000" marB="72000"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kern="1200" dirty="0">
                          <a:ln>
                            <a:noFill/>
                          </a:ln>
                          <a:solidFill>
                            <a:srgbClr val="12437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타이틀 입력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4378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타이틀 입력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4378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타이틀 입력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4378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타이틀 입력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942805"/>
                  </a:ext>
                </a:extLst>
              </a:tr>
              <a:tr h="8250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내용을 입력해주세요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내용을 입력해주세요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내용을 입력해주세요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내용을 입력해주세요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내용을 입력해주세요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09366"/>
                  </a:ext>
                </a:extLst>
              </a:tr>
              <a:tr h="8250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내용을 입력해주세요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내용을 입력해주세요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내용을 입력해주세요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내용을 입력해주세요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내용을 입력해주세요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6772675"/>
                  </a:ext>
                </a:extLst>
              </a:tr>
              <a:tr h="8250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내용을 입력해주세요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내용을 입력해주세요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내용을 입력해주세요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내용을 입력해주세요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내용을 입력해주세요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963183"/>
                  </a:ext>
                </a:extLst>
              </a:tr>
              <a:tr h="8250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내용을 입력해주세요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내용을 입력해주세요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내용을 입력해주세요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내용을 입력해주세요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내용을 입력해주세요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433570"/>
                  </a:ext>
                </a:extLst>
              </a:tr>
              <a:tr h="8250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내용을 입력해주세요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내용을 입력해주세요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내용을 입력해주세요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내용을 입력해주세요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+mn-cs"/>
                        </a:rPr>
                        <a:t>내용을 입력해주세요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22731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0EED279-2527-69B1-56E7-A1144CB221D0}"/>
              </a:ext>
            </a:extLst>
          </p:cNvPr>
          <p:cNvSpPr txBox="1"/>
          <p:nvPr/>
        </p:nvSpPr>
        <p:spPr>
          <a:xfrm>
            <a:off x="851947" y="968331"/>
            <a:ext cx="10958019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헤드카피 내용 문구가 들어가는 자리입니다</a:t>
            </a:r>
            <a:r>
              <a:rPr kumimoji="1" lang="en-US" altLang="ko-KR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 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중요한 내용 문구는 강조색으로 사용하세요</a:t>
            </a:r>
            <a:r>
              <a:rPr kumimoji="1" lang="en-US" altLang="ko-KR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.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EFE2E35-6CDA-A79F-B503-7C90FC2B8EB2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9087ED1-7E1D-94AC-CB83-76BCDC50EDD5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" name="그래픽 9">
              <a:extLst>
                <a:ext uri="{FF2B5EF4-FFF2-40B4-BE49-F238E27FC236}">
                  <a16:creationId xmlns:a16="http://schemas.microsoft.com/office/drawing/2014/main" id="{2B637075-5A61-4069-20E5-2BD941B4F5F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24660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3042C7-B79E-0AA7-662C-3EF9F488B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4C49B6E5-8D00-E1E1-C856-F09263874999}"/>
              </a:ext>
            </a:extLst>
          </p:cNvPr>
          <p:cNvCxnSpPr>
            <a:cxnSpLocks/>
          </p:cNvCxnSpPr>
          <p:nvPr/>
        </p:nvCxnSpPr>
        <p:spPr>
          <a:xfrm>
            <a:off x="691471" y="2420338"/>
            <a:ext cx="10906004" cy="0"/>
          </a:xfrm>
          <a:prstGeom prst="line">
            <a:avLst/>
          </a:prstGeom>
          <a:noFill/>
          <a:ln w="73025" cap="flat" cmpd="sng" algn="ctr">
            <a:gradFill flip="none" rotWithShape="1"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0" scaled="1"/>
              <a:tileRect/>
            </a:gradFill>
            <a:prstDash val="solid"/>
            <a:miter lim="800000"/>
            <a:tailEnd type="arrow" w="sm" len="sm"/>
          </a:ln>
          <a:effectLst/>
        </p:spPr>
      </p:cxnSp>
      <p:sp>
        <p:nvSpPr>
          <p:cNvPr id="135" name="타원 134">
            <a:extLst>
              <a:ext uri="{FF2B5EF4-FFF2-40B4-BE49-F238E27FC236}">
                <a16:creationId xmlns:a16="http://schemas.microsoft.com/office/drawing/2014/main" id="{94A40519-A581-9B19-CAF5-B0B7D0791BA2}"/>
              </a:ext>
            </a:extLst>
          </p:cNvPr>
          <p:cNvSpPr/>
          <p:nvPr/>
        </p:nvSpPr>
        <p:spPr>
          <a:xfrm>
            <a:off x="637512" y="2332037"/>
            <a:ext cx="176602" cy="176602"/>
          </a:xfrm>
          <a:prstGeom prst="ellipse">
            <a:avLst/>
          </a:prstGeom>
          <a:solidFill>
            <a:srgbClr val="39BCBD"/>
          </a:solidFill>
          <a:ln w="34925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EC48F0A-9086-A52E-E125-BCDC45DA8F5B}"/>
              </a:ext>
            </a:extLst>
          </p:cNvPr>
          <p:cNvSpPr txBox="1"/>
          <p:nvPr/>
        </p:nvSpPr>
        <p:spPr>
          <a:xfrm>
            <a:off x="676775" y="1778986"/>
            <a:ext cx="612687" cy="53874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9BCBD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01</a:t>
            </a:r>
            <a:endParaRPr kumimoji="0" lang="ko-KR" altLang="en-US" sz="2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9BCBD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0D63EA7-BB71-A4F3-FD8E-0F5B2FB2C947}"/>
              </a:ext>
            </a:extLst>
          </p:cNvPr>
          <p:cNvSpPr txBox="1"/>
          <p:nvPr/>
        </p:nvSpPr>
        <p:spPr>
          <a:xfrm>
            <a:off x="676775" y="2643565"/>
            <a:ext cx="1428596" cy="64633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첫번째 내용을</a:t>
            </a:r>
            <a:br>
              <a:rPr kumimoji="0" lang="en-US" altLang="ko-KR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입력해주세요</a:t>
            </a:r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AA66C1FF-42AD-C117-4775-3356AEC261CB}"/>
              </a:ext>
            </a:extLst>
          </p:cNvPr>
          <p:cNvSpPr/>
          <p:nvPr/>
        </p:nvSpPr>
        <p:spPr>
          <a:xfrm>
            <a:off x="2882218" y="2332037"/>
            <a:ext cx="176602" cy="176602"/>
          </a:xfrm>
          <a:prstGeom prst="ellipse">
            <a:avLst/>
          </a:prstGeom>
          <a:solidFill>
            <a:srgbClr val="39BBCB"/>
          </a:solidFill>
          <a:ln w="34925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691512F-31AF-F039-4CAD-827C9F309391}"/>
              </a:ext>
            </a:extLst>
          </p:cNvPr>
          <p:cNvSpPr txBox="1"/>
          <p:nvPr/>
        </p:nvSpPr>
        <p:spPr>
          <a:xfrm>
            <a:off x="2921481" y="1786746"/>
            <a:ext cx="651140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9BBCB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02</a:t>
            </a:r>
            <a:endParaRPr kumimoji="0" lang="ko-KR" altLang="en-US" sz="2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9BBCB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58600A93-150C-C813-BB07-8EE9F23A9256}"/>
              </a:ext>
            </a:extLst>
          </p:cNvPr>
          <p:cNvSpPr txBox="1"/>
          <p:nvPr/>
        </p:nvSpPr>
        <p:spPr>
          <a:xfrm>
            <a:off x="2921481" y="2643565"/>
            <a:ext cx="1428596" cy="64633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두번째 내용을</a:t>
            </a:r>
            <a:br>
              <a:rPr kumimoji="0" lang="en-US" altLang="ko-KR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입력해주세요</a:t>
            </a:r>
          </a:p>
        </p:txBody>
      </p:sp>
      <p:sp>
        <p:nvSpPr>
          <p:cNvPr id="143" name="타원 142">
            <a:extLst>
              <a:ext uri="{FF2B5EF4-FFF2-40B4-BE49-F238E27FC236}">
                <a16:creationId xmlns:a16="http://schemas.microsoft.com/office/drawing/2014/main" id="{1AE2D2E0-2D90-60E8-F95E-3ED9B6B686B5}"/>
              </a:ext>
            </a:extLst>
          </p:cNvPr>
          <p:cNvSpPr/>
          <p:nvPr/>
        </p:nvSpPr>
        <p:spPr>
          <a:xfrm>
            <a:off x="5126923" y="2332037"/>
            <a:ext cx="176602" cy="176602"/>
          </a:xfrm>
          <a:prstGeom prst="ellipse">
            <a:avLst/>
          </a:prstGeom>
          <a:solidFill>
            <a:srgbClr val="37B7D5"/>
          </a:solidFill>
          <a:ln w="34925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A6D22FC4-E3CB-3EB8-90A9-691DB959DB2C}"/>
              </a:ext>
            </a:extLst>
          </p:cNvPr>
          <p:cNvSpPr txBox="1"/>
          <p:nvPr/>
        </p:nvSpPr>
        <p:spPr>
          <a:xfrm>
            <a:off x="5166186" y="1786746"/>
            <a:ext cx="662361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7B7D5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03</a:t>
            </a:r>
            <a:endParaRPr kumimoji="0" lang="ko-KR" altLang="en-US" sz="2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7B7D5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7BDC8359-12E0-AC8A-AA3B-51B0FD6C0B08}"/>
              </a:ext>
            </a:extLst>
          </p:cNvPr>
          <p:cNvSpPr txBox="1"/>
          <p:nvPr/>
        </p:nvSpPr>
        <p:spPr>
          <a:xfrm>
            <a:off x="5166186" y="2643565"/>
            <a:ext cx="1428596" cy="64633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세번째 내용을</a:t>
            </a:r>
            <a:br>
              <a:rPr kumimoji="0" lang="en-US" altLang="ko-KR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입력해주세요</a:t>
            </a:r>
          </a:p>
        </p:txBody>
      </p:sp>
      <p:sp>
        <p:nvSpPr>
          <p:cNvPr id="147" name="타원 146">
            <a:extLst>
              <a:ext uri="{FF2B5EF4-FFF2-40B4-BE49-F238E27FC236}">
                <a16:creationId xmlns:a16="http://schemas.microsoft.com/office/drawing/2014/main" id="{0964345C-6581-5118-88CA-191C3D8C7F1E}"/>
              </a:ext>
            </a:extLst>
          </p:cNvPr>
          <p:cNvSpPr/>
          <p:nvPr/>
        </p:nvSpPr>
        <p:spPr>
          <a:xfrm>
            <a:off x="7371628" y="2332037"/>
            <a:ext cx="176602" cy="176602"/>
          </a:xfrm>
          <a:prstGeom prst="ellipse">
            <a:avLst/>
          </a:prstGeom>
          <a:solidFill>
            <a:srgbClr val="36B2DC"/>
          </a:solidFill>
          <a:ln w="34925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DB7FDEE-B8C8-2DDA-E18A-EE199586D533}"/>
              </a:ext>
            </a:extLst>
          </p:cNvPr>
          <p:cNvSpPr txBox="1"/>
          <p:nvPr/>
        </p:nvSpPr>
        <p:spPr>
          <a:xfrm>
            <a:off x="7410891" y="1786746"/>
            <a:ext cx="670376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6B2DC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04</a:t>
            </a:r>
            <a:endParaRPr kumimoji="0" lang="ko-KR" altLang="en-US" sz="2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6B2DC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DFAA9F14-3046-4D5E-CC3A-7ABA70F452C0}"/>
              </a:ext>
            </a:extLst>
          </p:cNvPr>
          <p:cNvSpPr txBox="1"/>
          <p:nvPr/>
        </p:nvSpPr>
        <p:spPr>
          <a:xfrm>
            <a:off x="7410891" y="2643565"/>
            <a:ext cx="1428596" cy="64633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네번째 내용을</a:t>
            </a:r>
            <a:br>
              <a:rPr kumimoji="0" lang="en-US" altLang="ko-KR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입력해주세요</a:t>
            </a:r>
          </a:p>
        </p:txBody>
      </p:sp>
      <p:sp>
        <p:nvSpPr>
          <p:cNvPr id="151" name="타원 150">
            <a:extLst>
              <a:ext uri="{FF2B5EF4-FFF2-40B4-BE49-F238E27FC236}">
                <a16:creationId xmlns:a16="http://schemas.microsoft.com/office/drawing/2014/main" id="{87712CC9-64AD-AB80-09B8-ABB519BAE8BA}"/>
              </a:ext>
            </a:extLst>
          </p:cNvPr>
          <p:cNvSpPr/>
          <p:nvPr/>
        </p:nvSpPr>
        <p:spPr>
          <a:xfrm>
            <a:off x="9616332" y="2332037"/>
            <a:ext cx="176602" cy="176602"/>
          </a:xfrm>
          <a:prstGeom prst="ellipse">
            <a:avLst/>
          </a:prstGeom>
          <a:solidFill>
            <a:srgbClr val="31A5E2"/>
          </a:solidFill>
          <a:ln w="34925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FC4F594-F09F-4A68-AB7D-DCEBE35800F3}"/>
              </a:ext>
            </a:extLst>
          </p:cNvPr>
          <p:cNvSpPr txBox="1"/>
          <p:nvPr/>
        </p:nvSpPr>
        <p:spPr>
          <a:xfrm>
            <a:off x="9655595" y="1786746"/>
            <a:ext cx="659155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1A5E2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05</a:t>
            </a:r>
            <a:endParaRPr kumimoji="0" lang="ko-KR" altLang="en-US" sz="2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1A5E2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BB10648-6E2A-AE75-11F1-8618C11EB18D}"/>
              </a:ext>
            </a:extLst>
          </p:cNvPr>
          <p:cNvSpPr txBox="1"/>
          <p:nvPr/>
        </p:nvSpPr>
        <p:spPr>
          <a:xfrm>
            <a:off x="9655595" y="2643565"/>
            <a:ext cx="1627369" cy="64633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1" i="0" u="none" strike="noStrike" kern="0" cap="none" spc="0" normalizeH="0" baseline="0" noProof="0" dirty="0" err="1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다섯번째</a:t>
            </a: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내용을</a:t>
            </a:r>
            <a:br>
              <a:rPr kumimoji="0" lang="en-US" altLang="ko-KR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b="1" i="0" u="none" strike="noStrike" kern="0" cap="none" spc="0" normalizeH="0" baseline="0" noProof="0" dirty="0"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입력해주세요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CDD0A7FD-B604-AC70-E4F2-37EC541C025A}"/>
              </a:ext>
            </a:extLst>
          </p:cNvPr>
          <p:cNvSpPr/>
          <p:nvPr/>
        </p:nvSpPr>
        <p:spPr>
          <a:xfrm>
            <a:off x="589116" y="5303314"/>
            <a:ext cx="11051900" cy="981233"/>
          </a:xfrm>
          <a:prstGeom prst="rect">
            <a:avLst/>
          </a:prstGeom>
          <a:gradFill>
            <a:gsLst>
              <a:gs pos="0">
                <a:srgbClr val="39BCBD"/>
              </a:gs>
              <a:gs pos="100000">
                <a:srgbClr val="31A5E2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gradFill>
                <a:gsLst>
                  <a:gs pos="0">
                    <a:srgbClr val="39BCBD"/>
                  </a:gs>
                  <a:gs pos="100000">
                    <a:srgbClr val="31A5E2"/>
                  </a:gs>
                </a:gsLst>
                <a:lin ang="0" scaled="1"/>
              </a:gra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B3B7E63-C0C4-5861-7D6C-614D80A786AC}"/>
              </a:ext>
            </a:extLst>
          </p:cNvPr>
          <p:cNvSpPr txBox="1"/>
          <p:nvPr/>
        </p:nvSpPr>
        <p:spPr>
          <a:xfrm>
            <a:off x="745446" y="5501543"/>
            <a:ext cx="176042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중요한 키워드를</a:t>
            </a:r>
            <a:br>
              <a:rPr kumimoji="0" lang="en-US" altLang="ko-KR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입력하세요</a:t>
            </a:r>
          </a:p>
        </p:txBody>
      </p:sp>
      <p:sp>
        <p:nvSpPr>
          <p:cNvPr id="157" name="이등변 삼각형 156">
            <a:extLst>
              <a:ext uri="{FF2B5EF4-FFF2-40B4-BE49-F238E27FC236}">
                <a16:creationId xmlns:a16="http://schemas.microsoft.com/office/drawing/2014/main" id="{66C29351-B439-143C-C32F-64886886AECD}"/>
              </a:ext>
            </a:extLst>
          </p:cNvPr>
          <p:cNvSpPr/>
          <p:nvPr/>
        </p:nvSpPr>
        <p:spPr>
          <a:xfrm flipV="1">
            <a:off x="1473758" y="5246546"/>
            <a:ext cx="303798" cy="162617"/>
          </a:xfrm>
          <a:prstGeom prst="triangl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58" name="이등변 삼각형 157">
            <a:extLst>
              <a:ext uri="{FF2B5EF4-FFF2-40B4-BE49-F238E27FC236}">
                <a16:creationId xmlns:a16="http://schemas.microsoft.com/office/drawing/2014/main" id="{BA7E8B16-EC66-13A4-B30C-F74DB3846CF6}"/>
              </a:ext>
            </a:extLst>
          </p:cNvPr>
          <p:cNvSpPr/>
          <p:nvPr/>
        </p:nvSpPr>
        <p:spPr>
          <a:xfrm flipV="1">
            <a:off x="1539914" y="5218069"/>
            <a:ext cx="171487" cy="91794"/>
          </a:xfrm>
          <a:prstGeom prst="triangle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306630C7-01A6-3227-790A-E348236246F6}"/>
              </a:ext>
            </a:extLst>
          </p:cNvPr>
          <p:cNvSpPr txBox="1"/>
          <p:nvPr/>
        </p:nvSpPr>
        <p:spPr>
          <a:xfrm>
            <a:off x="2990152" y="5501543"/>
            <a:ext cx="176042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중요한 키워드를</a:t>
            </a:r>
            <a:br>
              <a:rPr kumimoji="0" lang="en-US" altLang="ko-KR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입력하세요</a:t>
            </a:r>
          </a:p>
        </p:txBody>
      </p:sp>
      <p:sp>
        <p:nvSpPr>
          <p:cNvPr id="160" name="이등변 삼각형 159">
            <a:extLst>
              <a:ext uri="{FF2B5EF4-FFF2-40B4-BE49-F238E27FC236}">
                <a16:creationId xmlns:a16="http://schemas.microsoft.com/office/drawing/2014/main" id="{A5B30C24-4482-C6C3-EDA6-1C2B27885195}"/>
              </a:ext>
            </a:extLst>
          </p:cNvPr>
          <p:cNvSpPr/>
          <p:nvPr/>
        </p:nvSpPr>
        <p:spPr>
          <a:xfrm flipV="1">
            <a:off x="3718464" y="5246546"/>
            <a:ext cx="303798" cy="162617"/>
          </a:xfrm>
          <a:prstGeom prst="triangl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1" name="이등변 삼각형 160">
            <a:extLst>
              <a:ext uri="{FF2B5EF4-FFF2-40B4-BE49-F238E27FC236}">
                <a16:creationId xmlns:a16="http://schemas.microsoft.com/office/drawing/2014/main" id="{657D2A61-FE9D-06EA-6914-3E4A526B00C8}"/>
              </a:ext>
            </a:extLst>
          </p:cNvPr>
          <p:cNvSpPr/>
          <p:nvPr/>
        </p:nvSpPr>
        <p:spPr>
          <a:xfrm flipV="1">
            <a:off x="3784620" y="5218069"/>
            <a:ext cx="171487" cy="91794"/>
          </a:xfrm>
          <a:prstGeom prst="triangle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EC611F99-778E-2E8B-DA52-3E76DF67A56D}"/>
              </a:ext>
            </a:extLst>
          </p:cNvPr>
          <p:cNvSpPr txBox="1"/>
          <p:nvPr/>
        </p:nvSpPr>
        <p:spPr>
          <a:xfrm>
            <a:off x="5234858" y="5501543"/>
            <a:ext cx="176042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중요한 키워드를</a:t>
            </a:r>
            <a:br>
              <a:rPr kumimoji="0" lang="en-US" altLang="ko-KR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입력하세요</a:t>
            </a:r>
          </a:p>
        </p:txBody>
      </p:sp>
      <p:sp>
        <p:nvSpPr>
          <p:cNvPr id="163" name="이등변 삼각형 162">
            <a:extLst>
              <a:ext uri="{FF2B5EF4-FFF2-40B4-BE49-F238E27FC236}">
                <a16:creationId xmlns:a16="http://schemas.microsoft.com/office/drawing/2014/main" id="{5BC48042-65C9-DAE0-087D-D3C1EB7D334D}"/>
              </a:ext>
            </a:extLst>
          </p:cNvPr>
          <p:cNvSpPr/>
          <p:nvPr/>
        </p:nvSpPr>
        <p:spPr>
          <a:xfrm flipV="1">
            <a:off x="5963169" y="5246546"/>
            <a:ext cx="303798" cy="162617"/>
          </a:xfrm>
          <a:prstGeom prst="triangl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4" name="이등변 삼각형 163">
            <a:extLst>
              <a:ext uri="{FF2B5EF4-FFF2-40B4-BE49-F238E27FC236}">
                <a16:creationId xmlns:a16="http://schemas.microsoft.com/office/drawing/2014/main" id="{72C31117-73AA-9E63-79CD-DE2B38812D69}"/>
              </a:ext>
            </a:extLst>
          </p:cNvPr>
          <p:cNvSpPr/>
          <p:nvPr/>
        </p:nvSpPr>
        <p:spPr>
          <a:xfrm flipV="1">
            <a:off x="6029325" y="5218069"/>
            <a:ext cx="171487" cy="91794"/>
          </a:xfrm>
          <a:prstGeom prst="triangle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3B382F0F-6E1B-F11F-60A7-016501FF90E6}"/>
              </a:ext>
            </a:extLst>
          </p:cNvPr>
          <p:cNvSpPr txBox="1"/>
          <p:nvPr/>
        </p:nvSpPr>
        <p:spPr>
          <a:xfrm>
            <a:off x="7479563" y="5501543"/>
            <a:ext cx="176042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중요한 키워드를</a:t>
            </a:r>
            <a:br>
              <a:rPr kumimoji="0" lang="en-US" altLang="ko-KR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입력하세요</a:t>
            </a:r>
          </a:p>
        </p:txBody>
      </p:sp>
      <p:sp>
        <p:nvSpPr>
          <p:cNvPr id="166" name="이등변 삼각형 165">
            <a:extLst>
              <a:ext uri="{FF2B5EF4-FFF2-40B4-BE49-F238E27FC236}">
                <a16:creationId xmlns:a16="http://schemas.microsoft.com/office/drawing/2014/main" id="{C5368102-55D4-A212-2BA5-C402AC59372B}"/>
              </a:ext>
            </a:extLst>
          </p:cNvPr>
          <p:cNvSpPr/>
          <p:nvPr/>
        </p:nvSpPr>
        <p:spPr>
          <a:xfrm flipV="1">
            <a:off x="8207875" y="5246546"/>
            <a:ext cx="303798" cy="162617"/>
          </a:xfrm>
          <a:prstGeom prst="triangl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7" name="이등변 삼각형 166">
            <a:extLst>
              <a:ext uri="{FF2B5EF4-FFF2-40B4-BE49-F238E27FC236}">
                <a16:creationId xmlns:a16="http://schemas.microsoft.com/office/drawing/2014/main" id="{186422B1-27B7-ED94-0F84-4422F53A40BC}"/>
              </a:ext>
            </a:extLst>
          </p:cNvPr>
          <p:cNvSpPr/>
          <p:nvPr/>
        </p:nvSpPr>
        <p:spPr>
          <a:xfrm flipV="1">
            <a:off x="8274031" y="5218069"/>
            <a:ext cx="171487" cy="91794"/>
          </a:xfrm>
          <a:prstGeom prst="triangle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E46B260F-45A8-C0ED-3F76-6F8291314C76}"/>
              </a:ext>
            </a:extLst>
          </p:cNvPr>
          <p:cNvSpPr txBox="1"/>
          <p:nvPr/>
        </p:nvSpPr>
        <p:spPr>
          <a:xfrm>
            <a:off x="9724266" y="5501543"/>
            <a:ext cx="176042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중요한 키워드를</a:t>
            </a:r>
            <a:br>
              <a:rPr kumimoji="0" lang="en-US" altLang="ko-KR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sz="1600" b="1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입력하세요</a:t>
            </a:r>
          </a:p>
        </p:txBody>
      </p:sp>
      <p:sp>
        <p:nvSpPr>
          <p:cNvPr id="169" name="이등변 삼각형 168">
            <a:extLst>
              <a:ext uri="{FF2B5EF4-FFF2-40B4-BE49-F238E27FC236}">
                <a16:creationId xmlns:a16="http://schemas.microsoft.com/office/drawing/2014/main" id="{E1F76463-4309-8A89-48A9-FE64CC5AF2CA}"/>
              </a:ext>
            </a:extLst>
          </p:cNvPr>
          <p:cNvSpPr/>
          <p:nvPr/>
        </p:nvSpPr>
        <p:spPr>
          <a:xfrm flipV="1">
            <a:off x="10452578" y="5246546"/>
            <a:ext cx="303798" cy="162617"/>
          </a:xfrm>
          <a:prstGeom prst="triangl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70" name="이등변 삼각형 169">
            <a:extLst>
              <a:ext uri="{FF2B5EF4-FFF2-40B4-BE49-F238E27FC236}">
                <a16:creationId xmlns:a16="http://schemas.microsoft.com/office/drawing/2014/main" id="{00A01804-77A1-04E3-FC9B-89091872048E}"/>
              </a:ext>
            </a:extLst>
          </p:cNvPr>
          <p:cNvSpPr/>
          <p:nvPr/>
        </p:nvSpPr>
        <p:spPr>
          <a:xfrm flipV="1">
            <a:off x="10518734" y="5218069"/>
            <a:ext cx="171487" cy="91794"/>
          </a:xfrm>
          <a:prstGeom prst="triangle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5ADFDA9E-49A4-783E-B158-D39E195CBBA2}"/>
              </a:ext>
            </a:extLst>
          </p:cNvPr>
          <p:cNvCxnSpPr>
            <a:cxnSpLocks/>
          </p:cNvCxnSpPr>
          <p:nvPr/>
        </p:nvCxnSpPr>
        <p:spPr>
          <a:xfrm>
            <a:off x="2748010" y="5397551"/>
            <a:ext cx="0" cy="792760"/>
          </a:xfrm>
          <a:prstGeom prst="line">
            <a:avLst/>
          </a:prstGeom>
          <a:noFill/>
          <a:ln w="12700" cap="flat" cmpd="sng" algn="ctr">
            <a:solidFill>
              <a:sysClr val="windowText" lastClr="000000">
                <a:alpha val="20000"/>
              </a:sysClr>
            </a:solidFill>
            <a:prstDash val="solid"/>
            <a:miter lim="800000"/>
          </a:ln>
          <a:effectLst/>
        </p:spPr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4CBA7402-6AE0-B45F-E332-1221A0594FA7}"/>
              </a:ext>
            </a:extLst>
          </p:cNvPr>
          <p:cNvCxnSpPr>
            <a:cxnSpLocks/>
          </p:cNvCxnSpPr>
          <p:nvPr/>
        </p:nvCxnSpPr>
        <p:spPr>
          <a:xfrm>
            <a:off x="4992716" y="5397551"/>
            <a:ext cx="0" cy="792760"/>
          </a:xfrm>
          <a:prstGeom prst="line">
            <a:avLst/>
          </a:prstGeom>
          <a:noFill/>
          <a:ln w="12700" cap="flat" cmpd="sng" algn="ctr">
            <a:solidFill>
              <a:sysClr val="windowText" lastClr="000000">
                <a:alpha val="20000"/>
              </a:sysClr>
            </a:solidFill>
            <a:prstDash val="solid"/>
            <a:miter lim="800000"/>
          </a:ln>
          <a:effectLst/>
        </p:spPr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378B5D0E-3E99-E56A-7DB0-D2B39E4B09CC}"/>
              </a:ext>
            </a:extLst>
          </p:cNvPr>
          <p:cNvCxnSpPr>
            <a:cxnSpLocks/>
          </p:cNvCxnSpPr>
          <p:nvPr/>
        </p:nvCxnSpPr>
        <p:spPr>
          <a:xfrm>
            <a:off x="7237422" y="5397551"/>
            <a:ext cx="0" cy="792760"/>
          </a:xfrm>
          <a:prstGeom prst="line">
            <a:avLst/>
          </a:prstGeom>
          <a:noFill/>
          <a:ln w="12700" cap="flat" cmpd="sng" algn="ctr">
            <a:solidFill>
              <a:sysClr val="windowText" lastClr="000000">
                <a:alpha val="20000"/>
              </a:sysClr>
            </a:solidFill>
            <a:prstDash val="solid"/>
            <a:miter lim="800000"/>
          </a:ln>
          <a:effectLst/>
        </p:spPr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510DDDD1-CDFB-82F6-4C3C-276C4271037D}"/>
              </a:ext>
            </a:extLst>
          </p:cNvPr>
          <p:cNvCxnSpPr>
            <a:cxnSpLocks/>
          </p:cNvCxnSpPr>
          <p:nvPr/>
        </p:nvCxnSpPr>
        <p:spPr>
          <a:xfrm>
            <a:off x="9482126" y="5397551"/>
            <a:ext cx="0" cy="792760"/>
          </a:xfrm>
          <a:prstGeom prst="line">
            <a:avLst/>
          </a:prstGeom>
          <a:noFill/>
          <a:ln w="12700" cap="flat" cmpd="sng" algn="ctr">
            <a:solidFill>
              <a:sysClr val="windowText" lastClr="000000">
                <a:alpha val="20000"/>
              </a:sysClr>
            </a:solidFill>
            <a:prstDash val="solid"/>
            <a:miter lim="800000"/>
          </a:ln>
          <a:effectLst/>
        </p:spPr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929B00C1-ED5D-68FB-DA16-2457F21FF497}"/>
              </a:ext>
            </a:extLst>
          </p:cNvPr>
          <p:cNvSpPr txBox="1"/>
          <p:nvPr/>
        </p:nvSpPr>
        <p:spPr>
          <a:xfrm>
            <a:off x="676774" y="3508530"/>
            <a:ext cx="1979799" cy="13952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C92FCEE3-3C80-803F-C192-4EA220522222}"/>
              </a:ext>
            </a:extLst>
          </p:cNvPr>
          <p:cNvSpPr txBox="1"/>
          <p:nvPr/>
        </p:nvSpPr>
        <p:spPr>
          <a:xfrm>
            <a:off x="2921481" y="3508530"/>
            <a:ext cx="1979799" cy="13952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DF525E47-4275-BE19-96BF-AA346D3D0E17}"/>
              </a:ext>
            </a:extLst>
          </p:cNvPr>
          <p:cNvSpPr txBox="1"/>
          <p:nvPr/>
        </p:nvSpPr>
        <p:spPr>
          <a:xfrm>
            <a:off x="5166186" y="3508530"/>
            <a:ext cx="1979799" cy="13952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F6D3C85D-B85F-C3BF-40A4-9D1CC10A2397}"/>
              </a:ext>
            </a:extLst>
          </p:cNvPr>
          <p:cNvSpPr txBox="1"/>
          <p:nvPr/>
        </p:nvSpPr>
        <p:spPr>
          <a:xfrm>
            <a:off x="7410891" y="3508530"/>
            <a:ext cx="1979799" cy="13952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23E66FD-C5D9-5B51-BF47-798B5CBD898C}"/>
              </a:ext>
            </a:extLst>
          </p:cNvPr>
          <p:cNvSpPr txBox="1"/>
          <p:nvPr/>
        </p:nvSpPr>
        <p:spPr>
          <a:xfrm>
            <a:off x="9655595" y="3508530"/>
            <a:ext cx="1979799" cy="13952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2FA040F2-F452-321C-DD04-13C9EFA9FC41}"/>
              </a:ext>
            </a:extLst>
          </p:cNvPr>
          <p:cNvSpPr txBox="1"/>
          <p:nvPr/>
        </p:nvSpPr>
        <p:spPr>
          <a:xfrm>
            <a:off x="3147119" y="1013760"/>
            <a:ext cx="589776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[ </a:t>
            </a:r>
            <a:r>
              <a:rPr kumimoji="0" lang="ko-KR" altLang="en-US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핵심 내용을 입력해주세요 </a:t>
            </a:r>
            <a:r>
              <a:rPr kumimoji="0" lang="ko-KR" altLang="en-US" sz="2400" b="0" i="0" u="none" strike="noStrike" kern="0" cap="none" spc="0" normalizeH="0" baseline="0" noProof="0" dirty="0">
                <a:solidFill>
                  <a:srgbClr val="31A5E2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강조할 내용</a:t>
            </a:r>
            <a:r>
              <a:rPr kumimoji="0" lang="ko-KR" altLang="en-US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입니다 </a:t>
            </a:r>
            <a:r>
              <a:rPr kumimoji="0" lang="en-US" altLang="ko-KR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]</a:t>
            </a:r>
            <a:endParaRPr kumimoji="0" lang="ko-KR" altLang="en-US" sz="2400" b="0" i="0" u="none" strike="noStrike" kern="0" cap="none" spc="0" normalizeH="0" baseline="0" noProof="0" dirty="0">
              <a:solidFill>
                <a:srgbClr val="44546A">
                  <a:lumMod val="50000"/>
                </a:srgbClr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35314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87071-4FF7-C679-16DB-030DCE7F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타이틀이 들어가는 자리입니다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F74E0F32-9B1D-0B85-88F1-CAD5DD5BE630}"/>
              </a:ext>
            </a:extLst>
          </p:cNvPr>
          <p:cNvGrpSpPr/>
          <p:nvPr/>
        </p:nvGrpSpPr>
        <p:grpSpPr>
          <a:xfrm>
            <a:off x="429808" y="4624255"/>
            <a:ext cx="2571810" cy="1731734"/>
            <a:chOff x="666750" y="4514850"/>
            <a:chExt cx="2473131" cy="1665288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FAA31034-404E-1660-E5C9-2E21D9CFB521}"/>
                </a:ext>
              </a:extLst>
            </p:cNvPr>
            <p:cNvSpPr/>
            <p:nvPr/>
          </p:nvSpPr>
          <p:spPr>
            <a:xfrm>
              <a:off x="666750" y="4514850"/>
              <a:ext cx="2473131" cy="166528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5842247-FB59-F13B-CF8B-FF3FE54C7364}"/>
                </a:ext>
              </a:extLst>
            </p:cNvPr>
            <p:cNvSpPr txBox="1"/>
            <p:nvPr/>
          </p:nvSpPr>
          <p:spPr>
            <a:xfrm>
              <a:off x="694465" y="5208995"/>
              <a:ext cx="2445416" cy="266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이미지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6D4661BB-193E-3A5B-5EE3-DBD726EA006F}"/>
              </a:ext>
            </a:extLst>
          </p:cNvPr>
          <p:cNvGrpSpPr/>
          <p:nvPr/>
        </p:nvGrpSpPr>
        <p:grpSpPr>
          <a:xfrm>
            <a:off x="3326553" y="4624255"/>
            <a:ext cx="2571811" cy="1731734"/>
            <a:chOff x="3452348" y="4514850"/>
            <a:chExt cx="2473132" cy="1665288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129B4123-2249-F12E-9287-5919FAD2A703}"/>
                </a:ext>
              </a:extLst>
            </p:cNvPr>
            <p:cNvSpPr/>
            <p:nvPr/>
          </p:nvSpPr>
          <p:spPr>
            <a:xfrm>
              <a:off x="3452348" y="4514850"/>
              <a:ext cx="2473131" cy="166528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73A81A4-297B-19CA-B10A-9279949BE552}"/>
                </a:ext>
              </a:extLst>
            </p:cNvPr>
            <p:cNvSpPr txBox="1"/>
            <p:nvPr/>
          </p:nvSpPr>
          <p:spPr>
            <a:xfrm>
              <a:off x="3480064" y="5208995"/>
              <a:ext cx="2445416" cy="266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이미지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31E106A2-0DF9-7ED4-A62A-7CC0C73AC1D2}"/>
              </a:ext>
            </a:extLst>
          </p:cNvPr>
          <p:cNvGrpSpPr/>
          <p:nvPr/>
        </p:nvGrpSpPr>
        <p:grpSpPr>
          <a:xfrm>
            <a:off x="6223298" y="4624255"/>
            <a:ext cx="2616914" cy="1731734"/>
            <a:chOff x="6237946" y="4514850"/>
            <a:chExt cx="2516504" cy="1665288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9E7B5046-D958-97C6-DC8A-482F8807A0E9}"/>
                </a:ext>
              </a:extLst>
            </p:cNvPr>
            <p:cNvSpPr/>
            <p:nvPr/>
          </p:nvSpPr>
          <p:spPr>
            <a:xfrm>
              <a:off x="6237946" y="4514850"/>
              <a:ext cx="2473131" cy="166528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4DB034E-CD3F-C551-60FE-D25AD1DF5CE5}"/>
                </a:ext>
              </a:extLst>
            </p:cNvPr>
            <p:cNvSpPr txBox="1"/>
            <p:nvPr/>
          </p:nvSpPr>
          <p:spPr>
            <a:xfrm>
              <a:off x="6309034" y="5208995"/>
              <a:ext cx="2445416" cy="266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이미지</a:t>
              </a: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C0840A2B-6B52-52CE-9F2A-3C7A93AF2885}"/>
              </a:ext>
            </a:extLst>
          </p:cNvPr>
          <p:cNvGrpSpPr/>
          <p:nvPr/>
        </p:nvGrpSpPr>
        <p:grpSpPr>
          <a:xfrm>
            <a:off x="9120043" y="4624255"/>
            <a:ext cx="2571810" cy="1731734"/>
            <a:chOff x="9023544" y="4514850"/>
            <a:chExt cx="2473131" cy="1665288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59AC2B0F-0BDE-A726-8BC8-83FAA6D83A93}"/>
                </a:ext>
              </a:extLst>
            </p:cNvPr>
            <p:cNvSpPr/>
            <p:nvPr/>
          </p:nvSpPr>
          <p:spPr>
            <a:xfrm>
              <a:off x="9023544" y="4514850"/>
              <a:ext cx="2473131" cy="166528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AF4594F-E5F1-68A1-1DD7-B800861DE5B8}"/>
                </a:ext>
              </a:extLst>
            </p:cNvPr>
            <p:cNvSpPr txBox="1"/>
            <p:nvPr/>
          </p:nvSpPr>
          <p:spPr>
            <a:xfrm>
              <a:off x="9051259" y="5208995"/>
              <a:ext cx="2445416" cy="266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rPr>
                <a:t>이미지</a:t>
              </a:r>
            </a:p>
          </p:txBody>
        </p:sp>
      </p:grpSp>
      <p:sp>
        <p:nvSpPr>
          <p:cNvPr id="56" name="직사각형 6">
            <a:extLst>
              <a:ext uri="{FF2B5EF4-FFF2-40B4-BE49-F238E27FC236}">
                <a16:creationId xmlns:a16="http://schemas.microsoft.com/office/drawing/2014/main" id="{9EBBC349-5482-13C5-7DAF-0408D4249527}"/>
              </a:ext>
            </a:extLst>
          </p:cNvPr>
          <p:cNvSpPr/>
          <p:nvPr/>
        </p:nvSpPr>
        <p:spPr>
          <a:xfrm>
            <a:off x="429807" y="1811220"/>
            <a:ext cx="2571811" cy="4544769"/>
          </a:xfrm>
          <a:custGeom>
            <a:avLst/>
            <a:gdLst>
              <a:gd name="connsiteX0" fmla="*/ 0 w 2362200"/>
              <a:gd name="connsiteY0" fmla="*/ 0 h 4406900"/>
              <a:gd name="connsiteX1" fmla="*/ 2362200 w 2362200"/>
              <a:gd name="connsiteY1" fmla="*/ 0 h 4406900"/>
              <a:gd name="connsiteX2" fmla="*/ 2362200 w 2362200"/>
              <a:gd name="connsiteY2" fmla="*/ 4406900 h 4406900"/>
              <a:gd name="connsiteX3" fmla="*/ 0 w 2362200"/>
              <a:gd name="connsiteY3" fmla="*/ 4406900 h 4406900"/>
              <a:gd name="connsiteX4" fmla="*/ 0 w 2362200"/>
              <a:gd name="connsiteY4" fmla="*/ 0 h 4406900"/>
              <a:gd name="connsiteX0" fmla="*/ 2362200 w 2453640"/>
              <a:gd name="connsiteY0" fmla="*/ 4406900 h 4498340"/>
              <a:gd name="connsiteX1" fmla="*/ 0 w 2453640"/>
              <a:gd name="connsiteY1" fmla="*/ 4406900 h 4498340"/>
              <a:gd name="connsiteX2" fmla="*/ 0 w 2453640"/>
              <a:gd name="connsiteY2" fmla="*/ 0 h 4498340"/>
              <a:gd name="connsiteX3" fmla="*/ 2362200 w 2453640"/>
              <a:gd name="connsiteY3" fmla="*/ 0 h 4498340"/>
              <a:gd name="connsiteX4" fmla="*/ 2453640 w 2453640"/>
              <a:gd name="connsiteY4" fmla="*/ 4498340 h 4498340"/>
              <a:gd name="connsiteX0" fmla="*/ 2362200 w 2362200"/>
              <a:gd name="connsiteY0" fmla="*/ 4406900 h 4406900"/>
              <a:gd name="connsiteX1" fmla="*/ 0 w 2362200"/>
              <a:gd name="connsiteY1" fmla="*/ 4406900 h 4406900"/>
              <a:gd name="connsiteX2" fmla="*/ 0 w 2362200"/>
              <a:gd name="connsiteY2" fmla="*/ 0 h 4406900"/>
              <a:gd name="connsiteX3" fmla="*/ 2362200 w 2362200"/>
              <a:gd name="connsiteY3" fmla="*/ 0 h 4406900"/>
              <a:gd name="connsiteX0" fmla="*/ 0 w 2362200"/>
              <a:gd name="connsiteY0" fmla="*/ 4406900 h 4406900"/>
              <a:gd name="connsiteX1" fmla="*/ 0 w 2362200"/>
              <a:gd name="connsiteY1" fmla="*/ 0 h 4406900"/>
              <a:gd name="connsiteX2" fmla="*/ 2362200 w 2362200"/>
              <a:gd name="connsiteY2" fmla="*/ 0 h 4406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62200" h="4406900">
                <a:moveTo>
                  <a:pt x="0" y="4406900"/>
                </a:moveTo>
                <a:lnTo>
                  <a:pt x="0" y="0"/>
                </a:lnTo>
                <a:lnTo>
                  <a:pt x="2362200" y="0"/>
                </a:lnTo>
              </a:path>
            </a:pathLst>
          </a:custGeom>
          <a:noFill/>
          <a:ln w="25400" cap="flat" cmpd="sng" algn="ctr">
            <a:solidFill>
              <a:srgbClr val="00ACB0"/>
            </a:solidFill>
            <a:prstDash val="solid"/>
            <a:miter lim="800000"/>
            <a:tailEnd type="arrow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57" name="직사각형 6">
            <a:extLst>
              <a:ext uri="{FF2B5EF4-FFF2-40B4-BE49-F238E27FC236}">
                <a16:creationId xmlns:a16="http://schemas.microsoft.com/office/drawing/2014/main" id="{41BA2777-B548-0483-A136-8859D121CADD}"/>
              </a:ext>
            </a:extLst>
          </p:cNvPr>
          <p:cNvSpPr/>
          <p:nvPr/>
        </p:nvSpPr>
        <p:spPr>
          <a:xfrm>
            <a:off x="3326552" y="1811220"/>
            <a:ext cx="2571811" cy="4544769"/>
          </a:xfrm>
          <a:custGeom>
            <a:avLst/>
            <a:gdLst>
              <a:gd name="connsiteX0" fmla="*/ 0 w 2362200"/>
              <a:gd name="connsiteY0" fmla="*/ 0 h 4406900"/>
              <a:gd name="connsiteX1" fmla="*/ 2362200 w 2362200"/>
              <a:gd name="connsiteY1" fmla="*/ 0 h 4406900"/>
              <a:gd name="connsiteX2" fmla="*/ 2362200 w 2362200"/>
              <a:gd name="connsiteY2" fmla="*/ 4406900 h 4406900"/>
              <a:gd name="connsiteX3" fmla="*/ 0 w 2362200"/>
              <a:gd name="connsiteY3" fmla="*/ 4406900 h 4406900"/>
              <a:gd name="connsiteX4" fmla="*/ 0 w 2362200"/>
              <a:gd name="connsiteY4" fmla="*/ 0 h 4406900"/>
              <a:gd name="connsiteX0" fmla="*/ 2362200 w 2453640"/>
              <a:gd name="connsiteY0" fmla="*/ 4406900 h 4498340"/>
              <a:gd name="connsiteX1" fmla="*/ 0 w 2453640"/>
              <a:gd name="connsiteY1" fmla="*/ 4406900 h 4498340"/>
              <a:gd name="connsiteX2" fmla="*/ 0 w 2453640"/>
              <a:gd name="connsiteY2" fmla="*/ 0 h 4498340"/>
              <a:gd name="connsiteX3" fmla="*/ 2362200 w 2453640"/>
              <a:gd name="connsiteY3" fmla="*/ 0 h 4498340"/>
              <a:gd name="connsiteX4" fmla="*/ 2453640 w 2453640"/>
              <a:gd name="connsiteY4" fmla="*/ 4498340 h 4498340"/>
              <a:gd name="connsiteX0" fmla="*/ 2362200 w 2362200"/>
              <a:gd name="connsiteY0" fmla="*/ 4406900 h 4406900"/>
              <a:gd name="connsiteX1" fmla="*/ 0 w 2362200"/>
              <a:gd name="connsiteY1" fmla="*/ 4406900 h 4406900"/>
              <a:gd name="connsiteX2" fmla="*/ 0 w 2362200"/>
              <a:gd name="connsiteY2" fmla="*/ 0 h 4406900"/>
              <a:gd name="connsiteX3" fmla="*/ 2362200 w 2362200"/>
              <a:gd name="connsiteY3" fmla="*/ 0 h 4406900"/>
              <a:gd name="connsiteX0" fmla="*/ 0 w 2362200"/>
              <a:gd name="connsiteY0" fmla="*/ 4406900 h 4406900"/>
              <a:gd name="connsiteX1" fmla="*/ 0 w 2362200"/>
              <a:gd name="connsiteY1" fmla="*/ 0 h 4406900"/>
              <a:gd name="connsiteX2" fmla="*/ 2362200 w 2362200"/>
              <a:gd name="connsiteY2" fmla="*/ 0 h 4406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62200" h="4406900">
                <a:moveTo>
                  <a:pt x="0" y="4406900"/>
                </a:moveTo>
                <a:lnTo>
                  <a:pt x="0" y="0"/>
                </a:lnTo>
                <a:lnTo>
                  <a:pt x="2362200" y="0"/>
                </a:lnTo>
              </a:path>
            </a:pathLst>
          </a:custGeom>
          <a:noFill/>
          <a:ln w="25400" cap="flat" cmpd="sng" algn="ctr">
            <a:solidFill>
              <a:srgbClr val="31A5E2"/>
            </a:solidFill>
            <a:prstDash val="solid"/>
            <a:miter lim="800000"/>
            <a:tailEnd type="arrow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58" name="직사각형 6">
            <a:extLst>
              <a:ext uri="{FF2B5EF4-FFF2-40B4-BE49-F238E27FC236}">
                <a16:creationId xmlns:a16="http://schemas.microsoft.com/office/drawing/2014/main" id="{5DA85F46-B956-E2A7-E3C0-FC850491E89A}"/>
              </a:ext>
            </a:extLst>
          </p:cNvPr>
          <p:cNvSpPr/>
          <p:nvPr/>
        </p:nvSpPr>
        <p:spPr>
          <a:xfrm>
            <a:off x="6223296" y="1811220"/>
            <a:ext cx="2571811" cy="4544769"/>
          </a:xfrm>
          <a:custGeom>
            <a:avLst/>
            <a:gdLst>
              <a:gd name="connsiteX0" fmla="*/ 0 w 2362200"/>
              <a:gd name="connsiteY0" fmla="*/ 0 h 4406900"/>
              <a:gd name="connsiteX1" fmla="*/ 2362200 w 2362200"/>
              <a:gd name="connsiteY1" fmla="*/ 0 h 4406900"/>
              <a:gd name="connsiteX2" fmla="*/ 2362200 w 2362200"/>
              <a:gd name="connsiteY2" fmla="*/ 4406900 h 4406900"/>
              <a:gd name="connsiteX3" fmla="*/ 0 w 2362200"/>
              <a:gd name="connsiteY3" fmla="*/ 4406900 h 4406900"/>
              <a:gd name="connsiteX4" fmla="*/ 0 w 2362200"/>
              <a:gd name="connsiteY4" fmla="*/ 0 h 4406900"/>
              <a:gd name="connsiteX0" fmla="*/ 2362200 w 2453640"/>
              <a:gd name="connsiteY0" fmla="*/ 4406900 h 4498340"/>
              <a:gd name="connsiteX1" fmla="*/ 0 w 2453640"/>
              <a:gd name="connsiteY1" fmla="*/ 4406900 h 4498340"/>
              <a:gd name="connsiteX2" fmla="*/ 0 w 2453640"/>
              <a:gd name="connsiteY2" fmla="*/ 0 h 4498340"/>
              <a:gd name="connsiteX3" fmla="*/ 2362200 w 2453640"/>
              <a:gd name="connsiteY3" fmla="*/ 0 h 4498340"/>
              <a:gd name="connsiteX4" fmla="*/ 2453640 w 2453640"/>
              <a:gd name="connsiteY4" fmla="*/ 4498340 h 4498340"/>
              <a:gd name="connsiteX0" fmla="*/ 2362200 w 2362200"/>
              <a:gd name="connsiteY0" fmla="*/ 4406900 h 4406900"/>
              <a:gd name="connsiteX1" fmla="*/ 0 w 2362200"/>
              <a:gd name="connsiteY1" fmla="*/ 4406900 h 4406900"/>
              <a:gd name="connsiteX2" fmla="*/ 0 w 2362200"/>
              <a:gd name="connsiteY2" fmla="*/ 0 h 4406900"/>
              <a:gd name="connsiteX3" fmla="*/ 2362200 w 2362200"/>
              <a:gd name="connsiteY3" fmla="*/ 0 h 4406900"/>
              <a:gd name="connsiteX0" fmla="*/ 0 w 2362200"/>
              <a:gd name="connsiteY0" fmla="*/ 4406900 h 4406900"/>
              <a:gd name="connsiteX1" fmla="*/ 0 w 2362200"/>
              <a:gd name="connsiteY1" fmla="*/ 0 h 4406900"/>
              <a:gd name="connsiteX2" fmla="*/ 2362200 w 2362200"/>
              <a:gd name="connsiteY2" fmla="*/ 0 h 4406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62200" h="4406900">
                <a:moveTo>
                  <a:pt x="0" y="4406900"/>
                </a:moveTo>
                <a:lnTo>
                  <a:pt x="0" y="0"/>
                </a:lnTo>
                <a:lnTo>
                  <a:pt x="2362200" y="0"/>
                </a:lnTo>
              </a:path>
            </a:pathLst>
          </a:custGeom>
          <a:noFill/>
          <a:ln w="25400" cap="flat" cmpd="sng" algn="ctr">
            <a:solidFill>
              <a:srgbClr val="0070C0"/>
            </a:solidFill>
            <a:prstDash val="solid"/>
            <a:miter lim="800000"/>
            <a:tailEnd type="arrow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59" name="직사각형 6">
            <a:extLst>
              <a:ext uri="{FF2B5EF4-FFF2-40B4-BE49-F238E27FC236}">
                <a16:creationId xmlns:a16="http://schemas.microsoft.com/office/drawing/2014/main" id="{FB4E1E6A-0AC9-8403-112E-51BE17AC2268}"/>
              </a:ext>
            </a:extLst>
          </p:cNvPr>
          <p:cNvSpPr/>
          <p:nvPr/>
        </p:nvSpPr>
        <p:spPr>
          <a:xfrm>
            <a:off x="9120041" y="1811220"/>
            <a:ext cx="2571811" cy="4544769"/>
          </a:xfrm>
          <a:custGeom>
            <a:avLst/>
            <a:gdLst>
              <a:gd name="connsiteX0" fmla="*/ 0 w 2362200"/>
              <a:gd name="connsiteY0" fmla="*/ 0 h 4406900"/>
              <a:gd name="connsiteX1" fmla="*/ 2362200 w 2362200"/>
              <a:gd name="connsiteY1" fmla="*/ 0 h 4406900"/>
              <a:gd name="connsiteX2" fmla="*/ 2362200 w 2362200"/>
              <a:gd name="connsiteY2" fmla="*/ 4406900 h 4406900"/>
              <a:gd name="connsiteX3" fmla="*/ 0 w 2362200"/>
              <a:gd name="connsiteY3" fmla="*/ 4406900 h 4406900"/>
              <a:gd name="connsiteX4" fmla="*/ 0 w 2362200"/>
              <a:gd name="connsiteY4" fmla="*/ 0 h 4406900"/>
              <a:gd name="connsiteX0" fmla="*/ 2362200 w 2453640"/>
              <a:gd name="connsiteY0" fmla="*/ 4406900 h 4498340"/>
              <a:gd name="connsiteX1" fmla="*/ 0 w 2453640"/>
              <a:gd name="connsiteY1" fmla="*/ 4406900 h 4498340"/>
              <a:gd name="connsiteX2" fmla="*/ 0 w 2453640"/>
              <a:gd name="connsiteY2" fmla="*/ 0 h 4498340"/>
              <a:gd name="connsiteX3" fmla="*/ 2362200 w 2453640"/>
              <a:gd name="connsiteY3" fmla="*/ 0 h 4498340"/>
              <a:gd name="connsiteX4" fmla="*/ 2453640 w 2453640"/>
              <a:gd name="connsiteY4" fmla="*/ 4498340 h 4498340"/>
              <a:gd name="connsiteX0" fmla="*/ 2362200 w 2362200"/>
              <a:gd name="connsiteY0" fmla="*/ 4406900 h 4406900"/>
              <a:gd name="connsiteX1" fmla="*/ 0 w 2362200"/>
              <a:gd name="connsiteY1" fmla="*/ 4406900 h 4406900"/>
              <a:gd name="connsiteX2" fmla="*/ 0 w 2362200"/>
              <a:gd name="connsiteY2" fmla="*/ 0 h 4406900"/>
              <a:gd name="connsiteX3" fmla="*/ 2362200 w 2362200"/>
              <a:gd name="connsiteY3" fmla="*/ 0 h 4406900"/>
              <a:gd name="connsiteX0" fmla="*/ 0 w 2362200"/>
              <a:gd name="connsiteY0" fmla="*/ 4406900 h 4406900"/>
              <a:gd name="connsiteX1" fmla="*/ 0 w 2362200"/>
              <a:gd name="connsiteY1" fmla="*/ 0 h 4406900"/>
              <a:gd name="connsiteX2" fmla="*/ 2362200 w 2362200"/>
              <a:gd name="connsiteY2" fmla="*/ 0 h 4406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62200" h="4406900">
                <a:moveTo>
                  <a:pt x="0" y="4406900"/>
                </a:moveTo>
                <a:lnTo>
                  <a:pt x="0" y="0"/>
                </a:lnTo>
                <a:lnTo>
                  <a:pt x="2362200" y="0"/>
                </a:lnTo>
              </a:path>
            </a:pathLst>
          </a:custGeom>
          <a:noFill/>
          <a:ln w="25400" cap="flat" cmpd="sng" algn="ctr">
            <a:solidFill>
              <a:srgbClr val="00549A"/>
            </a:solidFill>
            <a:prstDash val="solid"/>
            <a:miter lim="800000"/>
            <a:tailEnd type="arrow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7C80EEF-DDA9-56FD-9D48-A962BA0836B4}"/>
              </a:ext>
            </a:extLst>
          </p:cNvPr>
          <p:cNvSpPr/>
          <p:nvPr/>
        </p:nvSpPr>
        <p:spPr>
          <a:xfrm>
            <a:off x="429806" y="2296568"/>
            <a:ext cx="11262046" cy="485348"/>
          </a:xfrm>
          <a:prstGeom prst="rect">
            <a:avLst/>
          </a:prstGeom>
          <a:gradFill>
            <a:gsLst>
              <a:gs pos="0">
                <a:srgbClr val="39BCBD"/>
              </a:gs>
              <a:gs pos="100000">
                <a:srgbClr val="31A5E2"/>
              </a:gs>
            </a:gsLst>
            <a:lin ang="30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BE55E85-9E73-4B9A-3E31-835E28EB226E}"/>
              </a:ext>
            </a:extLst>
          </p:cNvPr>
          <p:cNvSpPr txBox="1"/>
          <p:nvPr/>
        </p:nvSpPr>
        <p:spPr>
          <a:xfrm>
            <a:off x="458628" y="1900057"/>
            <a:ext cx="944489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altLang="ko-KR" sz="1400" dirty="0"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STEP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A5656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lang="en-US" altLang="ko-KR" dirty="0"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1BC53EA-9E6D-CB35-9EAF-2A2119D85955}"/>
              </a:ext>
            </a:extLst>
          </p:cNvPr>
          <p:cNvSpPr txBox="1"/>
          <p:nvPr/>
        </p:nvSpPr>
        <p:spPr>
          <a:xfrm>
            <a:off x="3350903" y="1900057"/>
            <a:ext cx="976549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altLang="ko-KR" sz="1400" dirty="0"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STEP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A5656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lang="en-US" altLang="ko-KR" dirty="0"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3A8DA38-214C-2670-AD5C-6E5C35EA0D99}"/>
              </a:ext>
            </a:extLst>
          </p:cNvPr>
          <p:cNvSpPr txBox="1"/>
          <p:nvPr/>
        </p:nvSpPr>
        <p:spPr>
          <a:xfrm>
            <a:off x="6243179" y="1900057"/>
            <a:ext cx="982961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altLang="ko-KR" sz="1400" dirty="0"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STEP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A5656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lang="en-US" altLang="ko-KR" dirty="0"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12CD7AC-C83E-4DB7-7A8F-6414C0DC84A8}"/>
              </a:ext>
            </a:extLst>
          </p:cNvPr>
          <p:cNvSpPr txBox="1"/>
          <p:nvPr/>
        </p:nvSpPr>
        <p:spPr>
          <a:xfrm>
            <a:off x="9135454" y="1900057"/>
            <a:ext cx="987771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altLang="ko-KR" sz="1400" dirty="0"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STEP</a:t>
            </a:r>
            <a:r>
              <a:rPr lang="en-US" altLang="ko-KR" sz="1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A5656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lang="en-US" altLang="ko-KR" dirty="0"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04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CA7DDBE-A9B0-49C5-DE2F-E21C6099EF97}"/>
              </a:ext>
            </a:extLst>
          </p:cNvPr>
          <p:cNvSpPr txBox="1"/>
          <p:nvPr/>
        </p:nvSpPr>
        <p:spPr>
          <a:xfrm>
            <a:off x="458629" y="2358382"/>
            <a:ext cx="254298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키워드를 입력해주세요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2D4365B-E339-ABC6-5BE3-9A3AAE8CC00C}"/>
              </a:ext>
            </a:extLst>
          </p:cNvPr>
          <p:cNvSpPr txBox="1"/>
          <p:nvPr/>
        </p:nvSpPr>
        <p:spPr>
          <a:xfrm>
            <a:off x="3355375" y="2358382"/>
            <a:ext cx="254298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키워드를 입력해주세요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68E460A-4A05-A39A-F7C8-422F690D7265}"/>
              </a:ext>
            </a:extLst>
          </p:cNvPr>
          <p:cNvSpPr txBox="1"/>
          <p:nvPr/>
        </p:nvSpPr>
        <p:spPr>
          <a:xfrm>
            <a:off x="6297222" y="2358382"/>
            <a:ext cx="254298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키워드를 입력해주세요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FBA14EC-FF36-5C3F-51ED-AC97993A55DC}"/>
              </a:ext>
            </a:extLst>
          </p:cNvPr>
          <p:cNvSpPr txBox="1"/>
          <p:nvPr/>
        </p:nvSpPr>
        <p:spPr>
          <a:xfrm>
            <a:off x="9148864" y="2358382"/>
            <a:ext cx="254298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키워드를 입력해주세요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9D602A7-6CD1-DAF1-A7C8-5F77A31D0229}"/>
              </a:ext>
            </a:extLst>
          </p:cNvPr>
          <p:cNvSpPr txBox="1"/>
          <p:nvPr/>
        </p:nvSpPr>
        <p:spPr>
          <a:xfrm>
            <a:off x="458629" y="2982189"/>
            <a:ext cx="2542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1A5E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키워드 입력</a:t>
            </a:r>
            <a:br>
              <a:rPr lang="en-US" altLang="ko-KR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1A5E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b="1" kern="0" dirty="0"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내용을 입력해주세요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AD5AD62-9249-9F42-9FCD-A27483792074}"/>
              </a:ext>
            </a:extLst>
          </p:cNvPr>
          <p:cNvSpPr txBox="1"/>
          <p:nvPr/>
        </p:nvSpPr>
        <p:spPr>
          <a:xfrm>
            <a:off x="3355375" y="2982189"/>
            <a:ext cx="2542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1A5E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키워드 입력</a:t>
            </a:r>
            <a:br>
              <a:rPr lang="en-US" altLang="ko-KR" sz="2000" b="1" dirty="0"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b="1" kern="0" dirty="0"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내용을 입력해주세요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9AB5B7D-A4A0-25B4-26B9-D1EF36DEBB4A}"/>
              </a:ext>
            </a:extLst>
          </p:cNvPr>
          <p:cNvSpPr txBox="1"/>
          <p:nvPr/>
        </p:nvSpPr>
        <p:spPr>
          <a:xfrm>
            <a:off x="6297222" y="2982189"/>
            <a:ext cx="2542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1A5E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키워드 입력</a:t>
            </a:r>
            <a:br>
              <a:rPr lang="en-US" altLang="ko-KR" sz="2000" b="1" dirty="0">
                <a:solidFill>
                  <a:srgbClr val="39BCB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b="1" kern="0" dirty="0"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내용을 입력해주세요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EC35C5B-5868-9CB2-1F66-350AC05C9CB2}"/>
              </a:ext>
            </a:extLst>
          </p:cNvPr>
          <p:cNvSpPr txBox="1"/>
          <p:nvPr/>
        </p:nvSpPr>
        <p:spPr>
          <a:xfrm>
            <a:off x="9148864" y="2982189"/>
            <a:ext cx="2542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1A5E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키워드 입력</a:t>
            </a:r>
            <a:br>
              <a:rPr lang="en-US" altLang="ko-KR" sz="2000" b="1" dirty="0">
                <a:solidFill>
                  <a:srgbClr val="39BCB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b="1" kern="0" dirty="0"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내용을 입력해주세요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54BD02F-C746-B2AA-61F0-5C1813697185}"/>
              </a:ext>
            </a:extLst>
          </p:cNvPr>
          <p:cNvSpPr txBox="1"/>
          <p:nvPr/>
        </p:nvSpPr>
        <p:spPr>
          <a:xfrm>
            <a:off x="567468" y="3703492"/>
            <a:ext cx="2531526" cy="7899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F567110-48B2-4836-16B2-8A014D7EE1BB}"/>
              </a:ext>
            </a:extLst>
          </p:cNvPr>
          <p:cNvSpPr txBox="1"/>
          <p:nvPr/>
        </p:nvSpPr>
        <p:spPr>
          <a:xfrm>
            <a:off x="3445422" y="3703492"/>
            <a:ext cx="2531526" cy="7899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2D22504-43FA-D557-880B-D15C8327EED4}"/>
              </a:ext>
            </a:extLst>
          </p:cNvPr>
          <p:cNvSpPr txBox="1"/>
          <p:nvPr/>
        </p:nvSpPr>
        <p:spPr>
          <a:xfrm>
            <a:off x="6390752" y="3703492"/>
            <a:ext cx="2531526" cy="7899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B4CBFEB-5E86-B088-BF8C-84890F6B7210}"/>
              </a:ext>
            </a:extLst>
          </p:cNvPr>
          <p:cNvSpPr txBox="1"/>
          <p:nvPr/>
        </p:nvSpPr>
        <p:spPr>
          <a:xfrm>
            <a:off x="9268706" y="3703492"/>
            <a:ext cx="2531526" cy="7899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템플릿으로 가장 많이 쓸 수 있는 내용으로 구성 되었습니다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08000" indent="-108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설명이 들어갈 자리입니다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1FE4DEF-4533-73D3-4D39-44A302518BB5}"/>
              </a:ext>
            </a:extLst>
          </p:cNvPr>
          <p:cNvSpPr txBox="1"/>
          <p:nvPr/>
        </p:nvSpPr>
        <p:spPr>
          <a:xfrm>
            <a:off x="3147119" y="1013760"/>
            <a:ext cx="589776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[ </a:t>
            </a:r>
            <a:r>
              <a:rPr kumimoji="0" lang="ko-KR" altLang="en-US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핵심 내용을 입력해주세요 </a:t>
            </a:r>
            <a:r>
              <a:rPr kumimoji="0" lang="ko-KR" altLang="en-US" sz="2400" b="0" i="0" u="none" strike="noStrike" kern="0" cap="none" spc="0" normalizeH="0" baseline="0" noProof="0" dirty="0">
                <a:solidFill>
                  <a:srgbClr val="31A5E2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강조할 내용</a:t>
            </a:r>
            <a:r>
              <a:rPr kumimoji="0" lang="ko-KR" altLang="en-US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입니다 </a:t>
            </a:r>
            <a:r>
              <a:rPr kumimoji="0" lang="en-US" altLang="ko-KR" sz="2400" b="0" i="0" u="none" strike="noStrike" kern="0" cap="none" spc="0" normalizeH="0" baseline="0" noProof="0" dirty="0"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]</a:t>
            </a:r>
            <a:endParaRPr kumimoji="0" lang="ko-KR" altLang="en-US" sz="2400" b="0" i="0" u="none" strike="noStrike" kern="0" cap="none" spc="0" normalizeH="0" baseline="0" noProof="0" dirty="0">
              <a:solidFill>
                <a:srgbClr val="44546A">
                  <a:lumMod val="50000"/>
                </a:srgbClr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97BFDAF-1BEB-4C56-8F27-C7F8F4D9E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70" y="4987471"/>
            <a:ext cx="2137284" cy="119190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739F033-3951-E738-E6FD-F6D597665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543" y="4987470"/>
            <a:ext cx="2137284" cy="119190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ECE8278-59AA-1B05-C618-9669C1E5F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074" y="4888643"/>
            <a:ext cx="2137284" cy="119190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5081F27-EEF4-4061-04B9-84F4EFC7C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5827" y="4888643"/>
            <a:ext cx="2137284" cy="119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9301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71881F76-FB13-57DE-9F1C-83E6A0F59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내</a:t>
            </a:r>
            <a:r>
              <a:rPr lang="ko-KR" altLang="en-US" dirty="0"/>
              <a:t>내용 </a:t>
            </a:r>
            <a:r>
              <a:rPr lang="en-US" altLang="ko-KR" dirty="0"/>
              <a:t>2내 </a:t>
            </a:r>
            <a:r>
              <a:rPr lang="ko-KR" altLang="en-US" dirty="0"/>
              <a:t>내용 입력 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70B3EEB-939E-5021-FFD2-8FDA007E173E}"/>
              </a:ext>
            </a:extLst>
          </p:cNvPr>
          <p:cNvGrpSpPr/>
          <p:nvPr/>
        </p:nvGrpSpPr>
        <p:grpSpPr>
          <a:xfrm>
            <a:off x="388704" y="1804802"/>
            <a:ext cx="3651774" cy="4464785"/>
            <a:chOff x="388704" y="1804802"/>
            <a:chExt cx="3651774" cy="4429348"/>
          </a:xfrm>
        </p:grpSpPr>
        <p:sp>
          <p:nvSpPr>
            <p:cNvPr id="8" name="양쪽 모서리가 둥근 사각형 44">
              <a:extLst>
                <a:ext uri="{FF2B5EF4-FFF2-40B4-BE49-F238E27FC236}">
                  <a16:creationId xmlns:a16="http://schemas.microsoft.com/office/drawing/2014/main" id="{003BF100-C439-4A04-C8B5-2EEDFCEFB48A}"/>
                </a:ext>
              </a:extLst>
            </p:cNvPr>
            <p:cNvSpPr/>
            <p:nvPr/>
          </p:nvSpPr>
          <p:spPr>
            <a:xfrm>
              <a:off x="388988" y="1804802"/>
              <a:ext cx="266987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400" b="1" spc="-4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내1</a:t>
              </a:r>
              <a:r>
                <a:rPr kumimoji="1" lang="en-US" altLang="ko-KR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</a:t>
              </a:r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en-US" altLang="ko-KR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 </a:t>
              </a:r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endParaRPr kumimoji="1" lang="ko-KR" altLang="en-US" sz="13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06B5D3B9-94C9-B23F-1C5B-F37C0CBB8DE9}"/>
                </a:ext>
              </a:extLst>
            </p:cNvPr>
            <p:cNvGrpSpPr/>
            <p:nvPr/>
          </p:nvGrpSpPr>
          <p:grpSpPr>
            <a:xfrm>
              <a:off x="388704" y="2139901"/>
              <a:ext cx="3651774" cy="4094249"/>
              <a:chOff x="388704" y="2139901"/>
              <a:chExt cx="3651774" cy="4094249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7B742E0D-EECD-F081-3E46-406C400CF948}"/>
                  </a:ext>
                </a:extLst>
              </p:cNvPr>
              <p:cNvSpPr/>
              <p:nvPr/>
            </p:nvSpPr>
            <p:spPr>
              <a:xfrm>
                <a:off x="388988" y="2139902"/>
                <a:ext cx="3651490" cy="409424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9" name="직선 연결선[R] 45">
                <a:extLst>
                  <a:ext uri="{FF2B5EF4-FFF2-40B4-BE49-F238E27FC236}">
                    <a16:creationId xmlns:a16="http://schemas.microsoft.com/office/drawing/2014/main" id="{F6DABC36-1DA2-2F48-61D7-F817CAA4AC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04116AD-81F9-F438-FD7B-3633FEAD3DD6}"/>
              </a:ext>
            </a:extLst>
          </p:cNvPr>
          <p:cNvGrpSpPr/>
          <p:nvPr/>
        </p:nvGrpSpPr>
        <p:grpSpPr>
          <a:xfrm>
            <a:off x="4268985" y="1804802"/>
            <a:ext cx="3651774" cy="4464777"/>
            <a:chOff x="4268985" y="1804802"/>
            <a:chExt cx="3651774" cy="4429341"/>
          </a:xfrm>
        </p:grpSpPr>
        <p:sp>
          <p:nvSpPr>
            <p:cNvPr id="6" name="양쪽 모서리가 둥근 사각형 44">
              <a:extLst>
                <a:ext uri="{FF2B5EF4-FFF2-40B4-BE49-F238E27FC236}">
                  <a16:creationId xmlns:a16="http://schemas.microsoft.com/office/drawing/2014/main" id="{7367AE39-4759-C615-3B54-B9F4B14FDFCC}"/>
                </a:ext>
              </a:extLst>
            </p:cNvPr>
            <p:cNvSpPr/>
            <p:nvPr/>
          </p:nvSpPr>
          <p:spPr>
            <a:xfrm>
              <a:off x="4269269" y="1804802"/>
              <a:ext cx="266987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400" b="1" spc="-4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내2 </a:t>
              </a:r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</a:t>
              </a:r>
              <a:endParaRPr kumimoji="1" lang="ko-KR" altLang="en-US" sz="13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BF53FAEC-B998-3DDB-6A9C-5670E4C24E5D}"/>
                </a:ext>
              </a:extLst>
            </p:cNvPr>
            <p:cNvGrpSpPr/>
            <p:nvPr/>
          </p:nvGrpSpPr>
          <p:grpSpPr>
            <a:xfrm>
              <a:off x="4268985" y="2139901"/>
              <a:ext cx="3651774" cy="4094242"/>
              <a:chOff x="4268985" y="2139901"/>
              <a:chExt cx="3651774" cy="4094242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F7F0801F-0012-D862-412B-B0A7631421BE}"/>
                  </a:ext>
                </a:extLst>
              </p:cNvPr>
              <p:cNvSpPr/>
              <p:nvPr/>
            </p:nvSpPr>
            <p:spPr>
              <a:xfrm>
                <a:off x="4269269" y="2139901"/>
                <a:ext cx="3651490" cy="409424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5" name="직선 연결선[R] 49">
                <a:extLst>
                  <a:ext uri="{FF2B5EF4-FFF2-40B4-BE49-F238E27FC236}">
                    <a16:creationId xmlns:a16="http://schemas.microsoft.com/office/drawing/2014/main" id="{B68BF27F-DC57-DC59-784D-7CC0E741C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8985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919D082-9926-2E61-37BF-3D17190E137D}"/>
              </a:ext>
            </a:extLst>
          </p:cNvPr>
          <p:cNvGrpSpPr/>
          <p:nvPr/>
        </p:nvGrpSpPr>
        <p:grpSpPr>
          <a:xfrm>
            <a:off x="8150394" y="1804802"/>
            <a:ext cx="3651774" cy="4462097"/>
            <a:chOff x="8150394" y="1804802"/>
            <a:chExt cx="3651774" cy="4462097"/>
          </a:xfrm>
        </p:grpSpPr>
        <p:sp>
          <p:nvSpPr>
            <p:cNvPr id="12" name="양쪽 모서리가 둥근 사각형 44">
              <a:extLst>
                <a:ext uri="{FF2B5EF4-FFF2-40B4-BE49-F238E27FC236}">
                  <a16:creationId xmlns:a16="http://schemas.microsoft.com/office/drawing/2014/main" id="{EBE21FEF-8113-4008-46BE-DEBF1E407C93}"/>
                </a:ext>
              </a:extLst>
            </p:cNvPr>
            <p:cNvSpPr/>
            <p:nvPr/>
          </p:nvSpPr>
          <p:spPr>
            <a:xfrm>
              <a:off x="8150678" y="1804802"/>
              <a:ext cx="276881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400" b="1" spc="-4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내3 </a:t>
              </a:r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내용</a:t>
              </a:r>
              <a:endParaRPr kumimoji="1" lang="ko-KR" altLang="en-US" sz="13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9E9B3F5C-46F9-CDEC-E72A-6B04E1C340D2}"/>
                </a:ext>
              </a:extLst>
            </p:cNvPr>
            <p:cNvGrpSpPr/>
            <p:nvPr/>
          </p:nvGrpSpPr>
          <p:grpSpPr>
            <a:xfrm>
              <a:off x="8150394" y="2139901"/>
              <a:ext cx="3651774" cy="4126998"/>
              <a:chOff x="8150394" y="2139901"/>
              <a:chExt cx="3651774" cy="4126998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E5E7D1D9-BBF7-01F4-2F73-12843A99218D}"/>
                  </a:ext>
                </a:extLst>
              </p:cNvPr>
              <p:cNvSpPr/>
              <p:nvPr/>
            </p:nvSpPr>
            <p:spPr>
              <a:xfrm>
                <a:off x="8150678" y="2139901"/>
                <a:ext cx="3651490" cy="412699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21" name="직선 연결선[R] 53">
                <a:extLst>
                  <a:ext uri="{FF2B5EF4-FFF2-40B4-BE49-F238E27FC236}">
                    <a16:creationId xmlns:a16="http://schemas.microsoft.com/office/drawing/2014/main" id="{D4847518-256D-9AA0-8E78-F75EA41087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0394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63EA6ADC-281A-E636-38D2-6C29940D8779}"/>
              </a:ext>
            </a:extLst>
          </p:cNvPr>
          <p:cNvSpPr txBox="1"/>
          <p:nvPr/>
        </p:nvSpPr>
        <p:spPr>
          <a:xfrm>
            <a:off x="851947" y="968331"/>
            <a:ext cx="10958019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력내 용입력내 </a:t>
            </a:r>
            <a:r>
              <a:rPr kumimoji="1" lang="ko-KR" altLang="en-US" sz="2000" b="1" spc="-40" dirty="0">
                <a:solidFill>
                  <a:srgbClr val="FF0000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</a:t>
            </a:r>
            <a:r>
              <a:rPr kumimoji="1" lang="en-US" altLang="ko-KR" sz="2000" b="1" spc="-40" dirty="0">
                <a:solidFill>
                  <a:srgbClr val="FF0000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내용입력 3내</a:t>
            </a:r>
            <a:r>
              <a:rPr kumimoji="1" lang="ko-KR" altLang="en-US" sz="2000" b="1" spc="-40" dirty="0">
                <a:solidFill>
                  <a:srgbClr val="FF0000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</a:t>
            </a:r>
            <a:endParaRPr kumimoji="1" lang="ko-KR" altLang="en-US" sz="2000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A40A753F-30F9-6670-D7BA-517FC83E4FC2}"/>
              </a:ext>
            </a:extLst>
          </p:cNvPr>
          <p:cNvGrpSpPr/>
          <p:nvPr/>
        </p:nvGrpSpPr>
        <p:grpSpPr>
          <a:xfrm>
            <a:off x="802403" y="1304151"/>
            <a:ext cx="10268807" cy="338554"/>
            <a:chOff x="802403" y="1544762"/>
            <a:chExt cx="10268807" cy="33855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85CE3FF-B27B-043A-6925-D912F73531FF}"/>
                </a:ext>
              </a:extLst>
            </p:cNvPr>
            <p:cNvSpPr txBox="1"/>
            <p:nvPr/>
          </p:nvSpPr>
          <p:spPr>
            <a:xfrm>
              <a:off x="982395" y="1544762"/>
              <a:ext cx="10088815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5">
                      <a:lumMod val="50000"/>
                    </a:scheme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5">
                      <a:lumMod val="50000"/>
                    </a:scheme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 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5">
                      <a:lumMod val="50000"/>
                    </a:scheme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 입 력 내 용입력 내용입 력 내용입 력 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 </a:t>
              </a:r>
              <a:r>
                <a:rPr lang="en-US" altLang="ko-KR" sz="1600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내용입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 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3 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 입 력 </a:t>
              </a:r>
              <a:r>
                <a:rPr lang="ko-KR" altLang="en-US" sz="1600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 내 용입 력내 용</a:t>
              </a:r>
            </a:p>
          </p:txBody>
        </p: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A63039ED-E29B-31BA-FEFE-9BAC852030BE}"/>
                </a:ext>
              </a:extLst>
            </p:cNvPr>
            <p:cNvGrpSpPr/>
            <p:nvPr/>
          </p:nvGrpSpPr>
          <p:grpSpPr>
            <a:xfrm rot="16200000">
              <a:off x="802403" y="1617182"/>
              <a:ext cx="184108" cy="184108"/>
              <a:chOff x="3571592" y="2993994"/>
              <a:chExt cx="229782" cy="229782"/>
            </a:xfrm>
          </p:grpSpPr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BB35065F-656C-C773-B68E-B12A1817E6D6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64" name="그래픽 63">
                <a:extLst>
                  <a:ext uri="{FF2B5EF4-FFF2-40B4-BE49-F238E27FC236}">
                    <a16:creationId xmlns:a16="http://schemas.microsoft.com/office/drawing/2014/main" id="{A013DBAF-06FA-92DC-5C70-22B74F1656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FEFB00AC-BA99-9519-3B2C-9AA2FD7E1F33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CD69AC4E-1E44-E773-5C48-85CEC2081B3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67" name="그래픽 66">
              <a:extLst>
                <a:ext uri="{FF2B5EF4-FFF2-40B4-BE49-F238E27FC236}">
                  <a16:creationId xmlns:a16="http://schemas.microsoft.com/office/drawing/2014/main" id="{EC588B96-BE31-9E63-4F06-AA4D6475C7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cxnSp>
        <p:nvCxnSpPr>
          <p:cNvPr id="11" name="직선 연결선[R] 56">
            <a:extLst>
              <a:ext uri="{FF2B5EF4-FFF2-40B4-BE49-F238E27FC236}">
                <a16:creationId xmlns:a16="http://schemas.microsoft.com/office/drawing/2014/main" id="{3229037C-DD3F-0B22-0736-FAD8437AC2E8}"/>
              </a:ext>
            </a:extLst>
          </p:cNvPr>
          <p:cNvCxnSpPr>
            <a:cxnSpLocks/>
          </p:cNvCxnSpPr>
          <p:nvPr/>
        </p:nvCxnSpPr>
        <p:spPr>
          <a:xfrm>
            <a:off x="504733" y="5532118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[R] 58">
            <a:extLst>
              <a:ext uri="{FF2B5EF4-FFF2-40B4-BE49-F238E27FC236}">
                <a16:creationId xmlns:a16="http://schemas.microsoft.com/office/drawing/2014/main" id="{BE2DF1DF-B0E0-0047-051E-749884FC26CC}"/>
              </a:ext>
            </a:extLst>
          </p:cNvPr>
          <p:cNvCxnSpPr>
            <a:cxnSpLocks/>
          </p:cNvCxnSpPr>
          <p:nvPr/>
        </p:nvCxnSpPr>
        <p:spPr>
          <a:xfrm>
            <a:off x="4385014" y="5532118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[R] 60">
            <a:extLst>
              <a:ext uri="{FF2B5EF4-FFF2-40B4-BE49-F238E27FC236}">
                <a16:creationId xmlns:a16="http://schemas.microsoft.com/office/drawing/2014/main" id="{3F08E454-F4B1-02A5-9035-E1E00A3726E0}"/>
              </a:ext>
            </a:extLst>
          </p:cNvPr>
          <p:cNvCxnSpPr>
            <a:cxnSpLocks/>
          </p:cNvCxnSpPr>
          <p:nvPr/>
        </p:nvCxnSpPr>
        <p:spPr>
          <a:xfrm>
            <a:off x="8266423" y="5532118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EAEDAA4-EA9E-BF2E-2DE5-A2EFB224C14C}"/>
              </a:ext>
            </a:extLst>
          </p:cNvPr>
          <p:cNvSpPr txBox="1"/>
          <p:nvPr/>
        </p:nvSpPr>
        <p:spPr>
          <a:xfrm>
            <a:off x="683753" y="5628523"/>
            <a:ext cx="3265562" cy="5796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200"/>
              </a:spcBef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내용 입 력 내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spcBef>
                <a:spcPts val="200"/>
              </a:spcBef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내용 입 력내 용입 력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9805B9-C32D-9F62-6887-B1EF42B2E5D4}"/>
              </a:ext>
            </a:extLst>
          </p:cNvPr>
          <p:cNvSpPr txBox="1"/>
          <p:nvPr/>
        </p:nvSpPr>
        <p:spPr>
          <a:xfrm>
            <a:off x="4535011" y="5632617"/>
            <a:ext cx="3239439" cy="5796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200"/>
              </a:spcBef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력내용 입 력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 용 입력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  용 입력 내 용입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spcBef>
                <a:spcPts val="200"/>
              </a:spcBef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Symbol" panose="05050102010706020507" pitchFamily="18" charset="2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46DED2-30EA-E56A-8703-280AA0A29A48}"/>
              </a:ext>
            </a:extLst>
          </p:cNvPr>
          <p:cNvSpPr txBox="1"/>
          <p:nvPr/>
        </p:nvSpPr>
        <p:spPr>
          <a:xfrm>
            <a:off x="8451025" y="5627169"/>
            <a:ext cx="3299824" cy="5796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200"/>
              </a:spcBef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 내 용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spcBef>
                <a:spcPts val="200"/>
              </a:spcBef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 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 력내용 입 력내 용 입 력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563ECB6-EB1A-49E8-A8AF-16DEA2F2E27D}"/>
              </a:ext>
            </a:extLst>
          </p:cNvPr>
          <p:cNvGrpSpPr/>
          <p:nvPr/>
        </p:nvGrpSpPr>
        <p:grpSpPr>
          <a:xfrm>
            <a:off x="254446" y="6316896"/>
            <a:ext cx="3894088" cy="427332"/>
            <a:chOff x="254446" y="6316896"/>
            <a:chExt cx="3894088" cy="427332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DE6F5C51-4596-4AD5-B284-768531F9EA80}"/>
                </a:ext>
              </a:extLst>
            </p:cNvPr>
            <p:cNvSpPr/>
            <p:nvPr/>
          </p:nvSpPr>
          <p:spPr>
            <a:xfrm>
              <a:off x="388704" y="6316896"/>
              <a:ext cx="3650646" cy="427332"/>
            </a:xfrm>
            <a:prstGeom prst="rect">
              <a:avLst/>
            </a:prstGeom>
            <a:gradFill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30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B21E459-D8A4-4006-9486-1BBABF5682FB}"/>
                </a:ext>
              </a:extLst>
            </p:cNvPr>
            <p:cNvSpPr txBox="1"/>
            <p:nvPr/>
          </p:nvSpPr>
          <p:spPr>
            <a:xfrm>
              <a:off x="254446" y="6376673"/>
              <a:ext cx="3894088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prstClr val="white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내용입 력내 용입력 내 용 입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39421C7-7F70-4BAF-922A-EF532BAEDF2A}"/>
              </a:ext>
            </a:extLst>
          </p:cNvPr>
          <p:cNvGrpSpPr/>
          <p:nvPr/>
        </p:nvGrpSpPr>
        <p:grpSpPr>
          <a:xfrm>
            <a:off x="4141631" y="6316896"/>
            <a:ext cx="3894088" cy="427332"/>
            <a:chOff x="254446" y="6316896"/>
            <a:chExt cx="3894088" cy="427332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0274FB95-0202-4211-B1C8-E1A071B80D58}"/>
                </a:ext>
              </a:extLst>
            </p:cNvPr>
            <p:cNvSpPr/>
            <p:nvPr/>
          </p:nvSpPr>
          <p:spPr>
            <a:xfrm>
              <a:off x="388704" y="6316896"/>
              <a:ext cx="3650646" cy="427332"/>
            </a:xfrm>
            <a:prstGeom prst="rect">
              <a:avLst/>
            </a:prstGeom>
            <a:gradFill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30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DBC9920-B501-4118-8EBE-98D296AAE3A8}"/>
                </a:ext>
              </a:extLst>
            </p:cNvPr>
            <p:cNvSpPr txBox="1"/>
            <p:nvPr/>
          </p:nvSpPr>
          <p:spPr>
            <a:xfrm>
              <a:off x="254446" y="6376673"/>
              <a:ext cx="3894088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prstClr val="white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 입력내 용 입력 내 용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325BD20-6A02-46BA-A9A0-5449F209A30D}"/>
              </a:ext>
            </a:extLst>
          </p:cNvPr>
          <p:cNvGrpSpPr/>
          <p:nvPr/>
        </p:nvGrpSpPr>
        <p:grpSpPr>
          <a:xfrm>
            <a:off x="8027047" y="6316895"/>
            <a:ext cx="3894088" cy="427332"/>
            <a:chOff x="254446" y="6316896"/>
            <a:chExt cx="3894088" cy="427332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5602E27C-46F8-4F9B-848D-3CEA7C59B024}"/>
                </a:ext>
              </a:extLst>
            </p:cNvPr>
            <p:cNvSpPr/>
            <p:nvPr/>
          </p:nvSpPr>
          <p:spPr>
            <a:xfrm>
              <a:off x="388704" y="6316896"/>
              <a:ext cx="3650646" cy="427332"/>
            </a:xfrm>
            <a:prstGeom prst="rect">
              <a:avLst/>
            </a:prstGeom>
            <a:gradFill>
              <a:gsLst>
                <a:gs pos="0">
                  <a:srgbClr val="39BCBD"/>
                </a:gs>
                <a:gs pos="100000">
                  <a:srgbClr val="31A5E2"/>
                </a:gs>
              </a:gsLst>
              <a:lin ang="30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69BA713-8116-43E9-9F45-BF78EA9BAEB2}"/>
                </a:ext>
              </a:extLst>
            </p:cNvPr>
            <p:cNvSpPr txBox="1"/>
            <p:nvPr/>
          </p:nvSpPr>
          <p:spPr>
            <a:xfrm>
              <a:off x="254446" y="6376673"/>
              <a:ext cx="3894088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prstClr val="white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 입력내 용 입력내 용입</a:t>
              </a:r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D97C08A2-FA6D-45C8-9F02-A432C9885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92" y="3668443"/>
            <a:ext cx="3548671" cy="1713172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E241CD00-31D7-4649-946E-CC5CB16FD7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092" y="2293472"/>
            <a:ext cx="3548671" cy="119190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C759B424-DA34-442E-96EF-65B13B768F2E}"/>
              </a:ext>
            </a:extLst>
          </p:cNvPr>
          <p:cNvSpPr txBox="1"/>
          <p:nvPr/>
        </p:nvSpPr>
        <p:spPr>
          <a:xfrm>
            <a:off x="8221399" y="3086839"/>
            <a:ext cx="338025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내용입1 59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내1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5169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 력내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</a:t>
            </a:r>
            <a:r>
              <a:rPr kumimoji="1" lang="en-US" altLang="ko-KR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8,199</a:t>
            </a:r>
            <a:r>
              <a:rPr kumimoji="1" lang="ko-KR" altLang="en-US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력 내</a:t>
            </a:r>
            <a:r>
              <a:rPr kumimoji="1" lang="en-US" altLang="ko-KR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en-US" altLang="ko-KR" sz="1200" spc="-4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5164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F85CDB89-1117-4A78-950A-6D4C36F126BA}"/>
              </a:ext>
            </a:extLst>
          </p:cNvPr>
          <p:cNvGrpSpPr/>
          <p:nvPr/>
        </p:nvGrpSpPr>
        <p:grpSpPr>
          <a:xfrm>
            <a:off x="8221399" y="2312961"/>
            <a:ext cx="3527509" cy="680462"/>
            <a:chOff x="526005" y="2038841"/>
            <a:chExt cx="3380251" cy="680462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DF915B31-F9BF-4D12-A887-3813FB79EDC2}"/>
                </a:ext>
              </a:extLst>
            </p:cNvPr>
            <p:cNvSpPr/>
            <p:nvPr/>
          </p:nvSpPr>
          <p:spPr>
            <a:xfrm>
              <a:off x="2610254" y="2530323"/>
              <a:ext cx="1296001" cy="1889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0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0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내5164.06용33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DD881F33-D29A-4181-AD72-09E4FF0A260F}"/>
                </a:ext>
              </a:extLst>
            </p:cNvPr>
            <p:cNvSpPr/>
            <p:nvPr/>
          </p:nvSpPr>
          <p:spPr>
            <a:xfrm>
              <a:off x="526005" y="2038841"/>
              <a:ext cx="3380250" cy="45161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274893">
                  <a:alpha val="60000"/>
                </a:srgbClr>
              </a:solidFill>
            </a:ln>
            <a:effectLst>
              <a:outerShdw blurRad="25400" dist="127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kumimoji="1" lang="en-US" altLang="ko-KR" sz="9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4EDC393-BD78-47B2-9BCF-A8E9CE20AE29}"/>
                </a:ext>
              </a:extLst>
            </p:cNvPr>
            <p:cNvSpPr txBox="1"/>
            <p:nvPr/>
          </p:nvSpPr>
          <p:spPr>
            <a:xfrm>
              <a:off x="526006" y="2068954"/>
              <a:ext cx="3380250" cy="3901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kumimoji="1" lang="en-US" altLang="ko-KR" sz="1200" b="1" spc="-40" dirty="0">
                  <a:solidFill>
                    <a:srgbClr val="00549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내용입1 </a:t>
              </a:r>
              <a:r>
                <a:rPr kumimoji="1" lang="ko-KR" altLang="en-US" sz="1200" b="1" spc="-40" dirty="0">
                  <a:solidFill>
                    <a:srgbClr val="00549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 입</a:t>
              </a:r>
              <a:r>
                <a:rPr kumimoji="1" lang="en-US" altLang="ko-KR" sz="1200" b="1" spc="-40" dirty="0">
                  <a:solidFill>
                    <a:srgbClr val="00549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200" b="1" spc="-40" dirty="0">
                  <a:solidFill>
                    <a:srgbClr val="00549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내</a:t>
              </a:r>
              <a:endParaRPr kumimoji="1" lang="en-US" altLang="ko-KR" sz="1200" b="1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>
                <a:lnSpc>
                  <a:spcPts val="1600"/>
                </a:lnSpc>
              </a:pPr>
              <a:r>
                <a:rPr kumimoji="1" lang="en-US" altLang="ko-KR" sz="10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내용입1 </a:t>
              </a:r>
              <a:r>
                <a:rPr kumimoji="1" lang="ko-KR" altLang="en-US" sz="10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0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0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입력</a:t>
              </a:r>
              <a:r>
                <a:rPr kumimoji="1" lang="en-US" altLang="ko-KR" sz="10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0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용입력</a:t>
              </a:r>
              <a:endParaRPr kumimoji="1" lang="en-US" altLang="ko-KR" sz="1000" spc="-4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pic>
        <p:nvPicPr>
          <p:cNvPr id="22" name="그림 21">
            <a:extLst>
              <a:ext uri="{FF2B5EF4-FFF2-40B4-BE49-F238E27FC236}">
                <a16:creationId xmlns:a16="http://schemas.microsoft.com/office/drawing/2014/main" id="{F3CCC0A6-79EC-4702-BE0E-357801A8AC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1399" y="3506168"/>
            <a:ext cx="3527508" cy="1144986"/>
          </a:xfrm>
          <a:prstGeom prst="rect">
            <a:avLst/>
          </a:prstGeom>
        </p:spPr>
      </p:pic>
      <p:pic>
        <p:nvPicPr>
          <p:cNvPr id="53" name="그래픽 52">
            <a:extLst>
              <a:ext uri="{FF2B5EF4-FFF2-40B4-BE49-F238E27FC236}">
                <a16:creationId xmlns:a16="http://schemas.microsoft.com/office/drawing/2014/main" id="{3BE89E58-86DB-427F-A04B-F8039689A3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8244" y="5639205"/>
            <a:ext cx="161640" cy="16164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A083B162-E599-447A-B5E4-C81F107874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1151" y="6020893"/>
            <a:ext cx="161640" cy="161640"/>
          </a:xfrm>
          <a:prstGeom prst="rect">
            <a:avLst/>
          </a:prstGeom>
        </p:spPr>
      </p:pic>
      <p:pic>
        <p:nvPicPr>
          <p:cNvPr id="55" name="그래픽 54">
            <a:extLst>
              <a:ext uri="{FF2B5EF4-FFF2-40B4-BE49-F238E27FC236}">
                <a16:creationId xmlns:a16="http://schemas.microsoft.com/office/drawing/2014/main" id="{7BE8F569-BDB2-4E74-AB8E-783E1EA77F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03521" y="5639205"/>
            <a:ext cx="161640" cy="161640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CFF32D05-C907-470F-A47F-5F424EAE0B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16665" y="6018560"/>
            <a:ext cx="161640" cy="161640"/>
          </a:xfrm>
          <a:prstGeom prst="rect">
            <a:avLst/>
          </a:prstGeom>
        </p:spPr>
      </p:pic>
      <p:pic>
        <p:nvPicPr>
          <p:cNvPr id="58" name="그래픽 57">
            <a:extLst>
              <a:ext uri="{FF2B5EF4-FFF2-40B4-BE49-F238E27FC236}">
                <a16:creationId xmlns:a16="http://schemas.microsoft.com/office/drawing/2014/main" id="{2053A525-2FD6-4BB0-B1A1-A6A1585EC0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12438" y="5627169"/>
            <a:ext cx="161640" cy="161640"/>
          </a:xfrm>
          <a:prstGeom prst="rect">
            <a:avLst/>
          </a:prstGeom>
        </p:spPr>
      </p:pic>
      <p:pic>
        <p:nvPicPr>
          <p:cNvPr id="59" name="그래픽 58">
            <a:extLst>
              <a:ext uri="{FF2B5EF4-FFF2-40B4-BE49-F238E27FC236}">
                <a16:creationId xmlns:a16="http://schemas.microsoft.com/office/drawing/2014/main" id="{799986CD-33D7-4462-B738-A896AE25A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12438" y="5841881"/>
            <a:ext cx="161640" cy="16164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82163CF5-3D90-4353-BC7C-D61428739CD2}"/>
              </a:ext>
            </a:extLst>
          </p:cNvPr>
          <p:cNvSpPr txBox="1"/>
          <p:nvPr/>
        </p:nvSpPr>
        <p:spPr>
          <a:xfrm>
            <a:off x="8228252" y="4734844"/>
            <a:ext cx="345817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5164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</a:t>
            </a:r>
            <a:r>
              <a:rPr kumimoji="1" lang="ko-KR" altLang="en-US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200" spc="-40" dirty="0" err="1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ko-KR" altLang="en-US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73</a:t>
            </a:r>
            <a:r>
              <a:rPr kumimoji="1" lang="ko-KR" altLang="en-US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</a:t>
            </a:r>
            <a:r>
              <a:rPr kumimoji="1" lang="en-US" altLang="ko-KR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</a:t>
            </a:r>
            <a:r>
              <a:rPr kumimoji="1" lang="en-US" altLang="ko-KR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267</a:t>
            </a:r>
            <a:r>
              <a:rPr kumimoji="1" lang="ko-KR" altLang="en-US" sz="1200" spc="-4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 력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  력내 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 력내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0F7E67D-1EFC-4F98-8094-6AF538671FAF}"/>
              </a:ext>
            </a:extLst>
          </p:cNvPr>
          <p:cNvSpPr/>
          <p:nvPr/>
        </p:nvSpPr>
        <p:spPr>
          <a:xfrm>
            <a:off x="10247021" y="5302663"/>
            <a:ext cx="1500419" cy="1889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 내용</a:t>
            </a:r>
            <a:r>
              <a:rPr kumimoji="1" lang="en-US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내5164용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73ADB25-4A1F-404A-B141-7124E2222DD0}"/>
              </a:ext>
            </a:extLst>
          </p:cNvPr>
          <p:cNvGrpSpPr/>
          <p:nvPr/>
        </p:nvGrpSpPr>
        <p:grpSpPr>
          <a:xfrm>
            <a:off x="4343138" y="2189899"/>
            <a:ext cx="3523116" cy="3288666"/>
            <a:chOff x="4343138" y="2189899"/>
            <a:chExt cx="3523116" cy="3288666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EC63E110-B891-4EC3-A793-3E1785237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343138" y="2189899"/>
              <a:ext cx="2596005" cy="1553799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5FDBA8BF-46FC-40DA-B2FF-EA5CF7EFB14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993647" y="2202360"/>
              <a:ext cx="872607" cy="80423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C53FBACC-A103-4279-86AD-F584EE8CD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993647" y="3054998"/>
              <a:ext cx="872607" cy="68869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1" name="Picture 1">
              <a:extLst>
                <a:ext uri="{FF2B5EF4-FFF2-40B4-BE49-F238E27FC236}">
                  <a16:creationId xmlns:a16="http://schemas.microsoft.com/office/drawing/2014/main" id="{EA45F17C-98D8-4D5D-85E9-D9C1E155B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3139" y="3918546"/>
              <a:ext cx="2666726" cy="1553794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B6B1A8E5-0204-41DE-BD08-388A624F8B3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025391" y="4163055"/>
              <a:ext cx="840863" cy="92848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3" name="모서리가 둥근 직사각형 99">
              <a:extLst>
                <a:ext uri="{FF2B5EF4-FFF2-40B4-BE49-F238E27FC236}">
                  <a16:creationId xmlns:a16="http://schemas.microsoft.com/office/drawing/2014/main" id="{E9AAFE94-1528-4963-9401-CEAC17CD1BBB}"/>
                </a:ext>
              </a:extLst>
            </p:cNvPr>
            <p:cNvSpPr/>
            <p:nvPr/>
          </p:nvSpPr>
          <p:spPr>
            <a:xfrm>
              <a:off x="6344729" y="3117877"/>
              <a:ext cx="723481" cy="25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rgbClr val="274893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b="1" spc="-6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endParaRPr kumimoji="1" lang="ko-KR" altLang="en-US" sz="1000" b="1" spc="-6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sp>
          <p:nvSpPr>
            <p:cNvPr id="74" name="모서리가 둥근 직사각형 99">
              <a:extLst>
                <a:ext uri="{FF2B5EF4-FFF2-40B4-BE49-F238E27FC236}">
                  <a16:creationId xmlns:a16="http://schemas.microsoft.com/office/drawing/2014/main" id="{3AB27019-88C3-4A02-BD6C-2CB64C714F3D}"/>
                </a:ext>
              </a:extLst>
            </p:cNvPr>
            <p:cNvSpPr/>
            <p:nvPr/>
          </p:nvSpPr>
          <p:spPr>
            <a:xfrm>
              <a:off x="6414386" y="5226565"/>
              <a:ext cx="723481" cy="25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rgbClr val="274893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b="1" spc="-6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44873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8E83A0-341E-43A6-9AF0-AEAEC8989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10946"/>
          </a:xfrm>
        </p:spPr>
        <p:txBody>
          <a:bodyPr/>
          <a:lstStyle/>
          <a:p>
            <a:r>
              <a:rPr lang="en-US" altLang="ko-KR" dirty="0"/>
              <a:t>내</a:t>
            </a:r>
            <a:r>
              <a:rPr lang="ko-KR" altLang="en-US" dirty="0"/>
              <a:t>내용 </a:t>
            </a:r>
            <a:r>
              <a:rPr lang="en-US" altLang="ko-KR" dirty="0"/>
              <a:t>2내 </a:t>
            </a:r>
            <a:r>
              <a:rPr lang="ko-KR" altLang="en-US" dirty="0"/>
              <a:t>내용 입 력 내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1E3C6E5-55EF-419C-B2B0-9F2308A5B8A3}"/>
              </a:ext>
            </a:extLst>
          </p:cNvPr>
          <p:cNvGrpSpPr/>
          <p:nvPr/>
        </p:nvGrpSpPr>
        <p:grpSpPr>
          <a:xfrm>
            <a:off x="3547541" y="1566054"/>
            <a:ext cx="5096918" cy="686505"/>
            <a:chOff x="3547541" y="1598610"/>
            <a:chExt cx="5096918" cy="856324"/>
          </a:xfrm>
        </p:grpSpPr>
        <p:sp>
          <p:nvSpPr>
            <p:cNvPr id="110" name="이등변 삼각형 109">
              <a:extLst>
                <a:ext uri="{FF2B5EF4-FFF2-40B4-BE49-F238E27FC236}">
                  <a16:creationId xmlns:a16="http://schemas.microsoft.com/office/drawing/2014/main" id="{D103DB07-4C4E-4A34-917D-183167819A92}"/>
                </a:ext>
              </a:extLst>
            </p:cNvPr>
            <p:cNvSpPr/>
            <p:nvPr/>
          </p:nvSpPr>
          <p:spPr>
            <a:xfrm rot="10800000">
              <a:off x="3547541" y="1678158"/>
              <a:ext cx="5096918" cy="441369"/>
            </a:xfrm>
            <a:prstGeom prst="triangle">
              <a:avLst/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111" name="화살표: 위쪽 110">
              <a:extLst>
                <a:ext uri="{FF2B5EF4-FFF2-40B4-BE49-F238E27FC236}">
                  <a16:creationId xmlns:a16="http://schemas.microsoft.com/office/drawing/2014/main" id="{A2B5CFFA-56B7-401B-831A-6D5D391C40AB}"/>
                </a:ext>
              </a:extLst>
            </p:cNvPr>
            <p:cNvSpPr/>
            <p:nvPr/>
          </p:nvSpPr>
          <p:spPr>
            <a:xfrm rot="10800000">
              <a:off x="5578258" y="1598610"/>
              <a:ext cx="1035484" cy="856324"/>
            </a:xfrm>
            <a:prstGeom prst="upArrow">
              <a:avLst/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166F87B8-0B41-4781-BDCA-641248685607}"/>
              </a:ext>
            </a:extLst>
          </p:cNvPr>
          <p:cNvGrpSpPr/>
          <p:nvPr/>
        </p:nvGrpSpPr>
        <p:grpSpPr>
          <a:xfrm>
            <a:off x="1097135" y="909987"/>
            <a:ext cx="9782441" cy="747566"/>
            <a:chOff x="1097135" y="909987"/>
            <a:chExt cx="9997730" cy="747566"/>
          </a:xfrm>
        </p:grpSpPr>
        <p:sp>
          <p:nvSpPr>
            <p:cNvPr id="108" name="모서리가 둥근 직사각형 54">
              <a:extLst>
                <a:ext uri="{FF2B5EF4-FFF2-40B4-BE49-F238E27FC236}">
                  <a16:creationId xmlns:a16="http://schemas.microsoft.com/office/drawing/2014/main" id="{7C50A41F-F167-4F03-A2CA-1AB5B0C21805}"/>
                </a:ext>
              </a:extLst>
            </p:cNvPr>
            <p:cNvSpPr/>
            <p:nvPr/>
          </p:nvSpPr>
          <p:spPr>
            <a:xfrm>
              <a:off x="1097135" y="909987"/>
              <a:ext cx="9997730" cy="747566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9BCBD"/>
                </a:gs>
                <a:gs pos="74000">
                  <a:srgbClr val="31A5E2"/>
                </a:gs>
              </a:gsLst>
              <a:lin ang="42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tIns="0" bIns="18000" rtlCol="0" anchor="ctr"/>
            <a:lstStyle/>
            <a:p>
              <a:pPr lvl="0" algn="ctr" fontAlgn="b" latinLnBrk="0">
                <a:defRPr/>
              </a:pPr>
              <a:r>
                <a:rPr lang="ko-KR" altLang="en-US" sz="2400" kern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  내용  입 력내용 입력  내용입 력</a:t>
              </a:r>
              <a:endParaRPr lang="en-US" altLang="ko-KR" sz="24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endParaRPr>
            </a:p>
            <a:p>
              <a:pPr lvl="0" algn="ctr" fontAlgn="b" latinLnBrk="0">
                <a:defRPr/>
              </a:pPr>
              <a:r>
                <a:rPr kumimoji="0" lang="en-US" altLang="ko-KR" sz="16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 </a:t>
              </a:r>
              <a:r>
                <a:rPr kumimoji="0" lang="ko-KR" altLang="en-US" sz="16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내용 </a:t>
              </a:r>
              <a:r>
                <a:rPr kumimoji="0" lang="en-US" altLang="ko-KR" sz="16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내용입 3 </a:t>
              </a:r>
              <a:r>
                <a:rPr kumimoji="0" lang="ko-KR" altLang="en-US" sz="16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내용입</a:t>
              </a:r>
              <a:r>
                <a:rPr kumimoji="0" lang="en-US" altLang="ko-KR" sz="16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 </a:t>
              </a:r>
              <a:r>
                <a:rPr lang="en-US" altLang="ko-KR" sz="1600" kern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chemeClr val="accent5">
                      <a:lumMod val="75000"/>
                    </a:schemeClr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33내</a:t>
              </a:r>
              <a:r>
                <a:rPr lang="ko-KR" altLang="en-US" sz="1600" kern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chemeClr val="accent5">
                      <a:lumMod val="75000"/>
                    </a:schemeClr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 내용 입 </a:t>
              </a:r>
              <a:r>
                <a:rPr lang="en-US" altLang="ko-KR" sz="1600" kern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chemeClr val="accent5">
                      <a:lumMod val="75000"/>
                    </a:schemeClr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</a:t>
              </a:r>
              <a:endParaRPr kumimoji="0" lang="ko-KR" altLang="en-US" sz="1600" b="0" i="0" u="none" strike="noStrike" kern="0" cap="none" spc="0" normalizeH="0" baseline="0" noProof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endParaRPr>
            </a:p>
          </p:txBody>
        </p:sp>
        <p:sp>
          <p:nvSpPr>
            <p:cNvPr id="109" name="모서리가 둥근 직사각형 247">
              <a:extLst>
                <a:ext uri="{FF2B5EF4-FFF2-40B4-BE49-F238E27FC236}">
                  <a16:creationId xmlns:a16="http://schemas.microsoft.com/office/drawing/2014/main" id="{B492082C-EADE-4F96-91E6-0FFB165907C2}"/>
                </a:ext>
              </a:extLst>
            </p:cNvPr>
            <p:cNvSpPr/>
            <p:nvPr/>
          </p:nvSpPr>
          <p:spPr>
            <a:xfrm>
              <a:off x="1284821" y="1032599"/>
              <a:ext cx="1179949" cy="502339"/>
            </a:xfrm>
            <a:prstGeom prst="roundRect">
              <a:avLst>
                <a:gd name="adj" fmla="val 5000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algn="ctr" latinLnBrk="0">
                <a:defRPr/>
              </a:pPr>
              <a:r>
                <a:rPr lang="ko-KR" altLang="en-US" sz="14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 입</a:t>
              </a:r>
              <a:endParaRPr lang="en-US" altLang="ko-KR" sz="1400" b="1" kern="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68C4B90-C940-4889-B8A9-BFB06B7DD193}"/>
              </a:ext>
            </a:extLst>
          </p:cNvPr>
          <p:cNvGrpSpPr/>
          <p:nvPr/>
        </p:nvGrpSpPr>
        <p:grpSpPr>
          <a:xfrm>
            <a:off x="607827" y="2266257"/>
            <a:ext cx="10890624" cy="4300173"/>
            <a:chOff x="564776" y="2165839"/>
            <a:chExt cx="10890624" cy="4300173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2841F35A-879F-4723-AAA5-05558A78E690}"/>
                </a:ext>
              </a:extLst>
            </p:cNvPr>
            <p:cNvGrpSpPr/>
            <p:nvPr/>
          </p:nvGrpSpPr>
          <p:grpSpPr>
            <a:xfrm rot="5400000">
              <a:off x="9506722" y="3805344"/>
              <a:ext cx="359354" cy="235646"/>
              <a:chOff x="3274939" y="3805007"/>
              <a:chExt cx="395289" cy="259211"/>
            </a:xfrm>
          </p:grpSpPr>
          <p:sp>
            <p:nvSpPr>
              <p:cNvPr id="73" name="1/2 액자 72">
                <a:extLst>
                  <a:ext uri="{FF2B5EF4-FFF2-40B4-BE49-F238E27FC236}">
                    <a16:creationId xmlns:a16="http://schemas.microsoft.com/office/drawing/2014/main" id="{54ADAA68-5B97-4029-B689-89B6769FF23B}"/>
                  </a:ext>
                </a:extLst>
              </p:cNvPr>
              <p:cNvSpPr/>
              <p:nvPr/>
            </p:nvSpPr>
            <p:spPr>
              <a:xfrm rot="8100000">
                <a:off x="3411017" y="3805007"/>
                <a:ext cx="259211" cy="259211"/>
              </a:xfrm>
              <a:prstGeom prst="halfFrame">
                <a:avLst>
                  <a:gd name="adj1" fmla="val 22894"/>
                  <a:gd name="adj2" fmla="val 23121"/>
                </a:avLst>
              </a:prstGeom>
              <a:solidFill>
                <a:srgbClr val="B4E5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74" name="1/2 액자 73">
                <a:extLst>
                  <a:ext uri="{FF2B5EF4-FFF2-40B4-BE49-F238E27FC236}">
                    <a16:creationId xmlns:a16="http://schemas.microsoft.com/office/drawing/2014/main" id="{552F2C96-7594-40E9-A525-E5C291FC9B1A}"/>
                  </a:ext>
                </a:extLst>
              </p:cNvPr>
              <p:cNvSpPr/>
              <p:nvPr/>
            </p:nvSpPr>
            <p:spPr>
              <a:xfrm rot="8100000">
                <a:off x="3274939" y="3805007"/>
                <a:ext cx="259211" cy="259211"/>
              </a:xfrm>
              <a:prstGeom prst="halfFrame">
                <a:avLst>
                  <a:gd name="adj1" fmla="val 22894"/>
                  <a:gd name="adj2" fmla="val 23121"/>
                </a:avLst>
              </a:prstGeom>
              <a:solidFill>
                <a:srgbClr val="CEEEEC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C2158B60-5F4F-447B-8F61-2AA599550B95}"/>
                </a:ext>
              </a:extLst>
            </p:cNvPr>
            <p:cNvGrpSpPr/>
            <p:nvPr/>
          </p:nvGrpSpPr>
          <p:grpSpPr>
            <a:xfrm rot="5400000">
              <a:off x="5850001" y="3839926"/>
              <a:ext cx="359354" cy="235646"/>
              <a:chOff x="3274939" y="3805007"/>
              <a:chExt cx="395289" cy="259211"/>
            </a:xfrm>
          </p:grpSpPr>
          <p:sp>
            <p:nvSpPr>
              <p:cNvPr id="71" name="1/2 액자 70">
                <a:extLst>
                  <a:ext uri="{FF2B5EF4-FFF2-40B4-BE49-F238E27FC236}">
                    <a16:creationId xmlns:a16="http://schemas.microsoft.com/office/drawing/2014/main" id="{78CB8AFD-B65B-44EF-B4F0-DE8E00C4E33D}"/>
                  </a:ext>
                </a:extLst>
              </p:cNvPr>
              <p:cNvSpPr/>
              <p:nvPr/>
            </p:nvSpPr>
            <p:spPr>
              <a:xfrm rot="8100000">
                <a:off x="3411017" y="3805007"/>
                <a:ext cx="259211" cy="259211"/>
              </a:xfrm>
              <a:prstGeom prst="halfFrame">
                <a:avLst>
                  <a:gd name="adj1" fmla="val 22894"/>
                  <a:gd name="adj2" fmla="val 23121"/>
                </a:avLst>
              </a:prstGeom>
              <a:solidFill>
                <a:srgbClr val="31A5E2">
                  <a:lumMod val="40000"/>
                  <a:lumOff val="6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72" name="1/2 액자 71">
                <a:extLst>
                  <a:ext uri="{FF2B5EF4-FFF2-40B4-BE49-F238E27FC236}">
                    <a16:creationId xmlns:a16="http://schemas.microsoft.com/office/drawing/2014/main" id="{C37FDA16-AE41-40F2-B7D5-E5CE2E5B46E0}"/>
                  </a:ext>
                </a:extLst>
              </p:cNvPr>
              <p:cNvSpPr/>
              <p:nvPr/>
            </p:nvSpPr>
            <p:spPr>
              <a:xfrm rot="8100000">
                <a:off x="3274939" y="3805007"/>
                <a:ext cx="259211" cy="259211"/>
              </a:xfrm>
              <a:prstGeom prst="halfFrame">
                <a:avLst>
                  <a:gd name="adj1" fmla="val 22894"/>
                  <a:gd name="adj2" fmla="val 23121"/>
                </a:avLst>
              </a:prstGeom>
              <a:solidFill>
                <a:srgbClr val="31A5E2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7552FCA7-6721-49A4-B63D-F1ED75DE590A}"/>
                </a:ext>
              </a:extLst>
            </p:cNvPr>
            <p:cNvGrpSpPr/>
            <p:nvPr/>
          </p:nvGrpSpPr>
          <p:grpSpPr>
            <a:xfrm rot="5400000">
              <a:off x="2161910" y="3830439"/>
              <a:ext cx="359354" cy="235646"/>
              <a:chOff x="3274939" y="3805007"/>
              <a:chExt cx="395289" cy="259211"/>
            </a:xfrm>
          </p:grpSpPr>
          <p:sp>
            <p:nvSpPr>
              <p:cNvPr id="69" name="1/2 액자 68">
                <a:extLst>
                  <a:ext uri="{FF2B5EF4-FFF2-40B4-BE49-F238E27FC236}">
                    <a16:creationId xmlns:a16="http://schemas.microsoft.com/office/drawing/2014/main" id="{9C283CEC-F42D-46E2-ABD9-FBE1D425B0CA}"/>
                  </a:ext>
                </a:extLst>
              </p:cNvPr>
              <p:cNvSpPr/>
              <p:nvPr/>
            </p:nvSpPr>
            <p:spPr>
              <a:xfrm rot="8100000">
                <a:off x="3411017" y="3805007"/>
                <a:ext cx="259211" cy="259211"/>
              </a:xfrm>
              <a:prstGeom prst="halfFrame">
                <a:avLst>
                  <a:gd name="adj1" fmla="val 22894"/>
                  <a:gd name="adj2" fmla="val 23121"/>
                </a:avLst>
              </a:prstGeom>
              <a:solidFill>
                <a:srgbClr val="5B9BD5">
                  <a:lumMod val="40000"/>
                  <a:lumOff val="6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70" name="1/2 액자 69">
                <a:extLst>
                  <a:ext uri="{FF2B5EF4-FFF2-40B4-BE49-F238E27FC236}">
                    <a16:creationId xmlns:a16="http://schemas.microsoft.com/office/drawing/2014/main" id="{05CE3E36-5C5C-4517-92F8-9AB02B657377}"/>
                  </a:ext>
                </a:extLst>
              </p:cNvPr>
              <p:cNvSpPr/>
              <p:nvPr/>
            </p:nvSpPr>
            <p:spPr>
              <a:xfrm rot="8100000">
                <a:off x="3274939" y="3805007"/>
                <a:ext cx="259211" cy="259211"/>
              </a:xfrm>
              <a:prstGeom prst="halfFrame">
                <a:avLst>
                  <a:gd name="adj1" fmla="val 22894"/>
                  <a:gd name="adj2" fmla="val 23121"/>
                </a:avLst>
              </a:prstGeom>
              <a:solidFill>
                <a:srgbClr val="5B9BD5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0AE62B7B-B437-4328-8E3A-B261A7BFD1AA}"/>
                </a:ext>
              </a:extLst>
            </p:cNvPr>
            <p:cNvGrpSpPr/>
            <p:nvPr/>
          </p:nvGrpSpPr>
          <p:grpSpPr>
            <a:xfrm>
              <a:off x="753698" y="2789456"/>
              <a:ext cx="3099356" cy="938157"/>
              <a:chOff x="1704974" y="2607633"/>
              <a:chExt cx="2419350" cy="938157"/>
            </a:xfrm>
          </p:grpSpPr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3DC51C71-736F-426E-9120-67D54571A1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2738439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5617D43D-A6B5-4000-AC6B-6621A421FA1C}"/>
                  </a:ext>
                </a:extLst>
              </p:cNvPr>
              <p:cNvSpPr txBox="1"/>
              <p:nvPr/>
            </p:nvSpPr>
            <p:spPr>
              <a:xfrm>
                <a:off x="2494558" y="2607633"/>
                <a:ext cx="840178" cy="261610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i="0" u="none" strike="noStrike" kern="0" cap="none" spc="-40" normalizeH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내용입 </a:t>
                </a:r>
                <a:r>
                  <a:rPr kumimoji="0" lang="en-US" altLang="ko-KR" sz="1100" i="0" u="none" strike="noStrike" kern="0" cap="none" spc="-40" normalizeH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1</a:t>
                </a:r>
                <a:endParaRPr kumimoji="0" lang="ko-KR" altLang="en-US" sz="110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A3AE4F22-3F53-49C1-AEC7-6675F01C33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3545790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71DDE61-4D1A-4AB2-BE6E-19809CA6E4CC}"/>
                </a:ext>
              </a:extLst>
            </p:cNvPr>
            <p:cNvGrpSpPr/>
            <p:nvPr/>
          </p:nvGrpSpPr>
          <p:grpSpPr>
            <a:xfrm>
              <a:off x="4477117" y="2799221"/>
              <a:ext cx="3099355" cy="938157"/>
              <a:chOff x="1704974" y="2607633"/>
              <a:chExt cx="2419350" cy="938157"/>
            </a:xfrm>
          </p:grpSpPr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1F553FFF-65C3-44C9-8B0E-B0FC3D3D360F}"/>
                  </a:ext>
                </a:extLst>
              </p:cNvPr>
              <p:cNvSpPr txBox="1"/>
              <p:nvPr/>
            </p:nvSpPr>
            <p:spPr>
              <a:xfrm>
                <a:off x="2820429" y="2844178"/>
                <a:ext cx="188443" cy="400110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1A5E2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</p:txBody>
          </p:sp>
          <p:grpSp>
            <p:nvGrpSpPr>
              <p:cNvPr id="98" name="그룹 97">
                <a:extLst>
                  <a:ext uri="{FF2B5EF4-FFF2-40B4-BE49-F238E27FC236}">
                    <a16:creationId xmlns:a16="http://schemas.microsoft.com/office/drawing/2014/main" id="{6F409D11-1BB8-4FB2-8686-766D713BBBC0}"/>
                  </a:ext>
                </a:extLst>
              </p:cNvPr>
              <p:cNvGrpSpPr/>
              <p:nvPr/>
            </p:nvGrpSpPr>
            <p:grpSpPr>
              <a:xfrm>
                <a:off x="1704974" y="2607633"/>
                <a:ext cx="2419350" cy="938157"/>
                <a:chOff x="1704974" y="2607633"/>
                <a:chExt cx="2419350" cy="938157"/>
              </a:xfrm>
            </p:grpSpPr>
            <p:cxnSp>
              <p:nvCxnSpPr>
                <p:cNvPr id="99" name="직선 연결선 98">
                  <a:extLst>
                    <a:ext uri="{FF2B5EF4-FFF2-40B4-BE49-F238E27FC236}">
                      <a16:creationId xmlns:a16="http://schemas.microsoft.com/office/drawing/2014/main" id="{3218B8EE-046E-4F8D-BC25-A1C7C00998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04974" y="2738439"/>
                  <a:ext cx="2419350" cy="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124378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E6F55046-3687-4A8A-B118-028BB4039D70}"/>
                    </a:ext>
                  </a:extLst>
                </p:cNvPr>
                <p:cNvSpPr txBox="1"/>
                <p:nvPr/>
              </p:nvSpPr>
              <p:spPr>
                <a:xfrm>
                  <a:off x="2483929" y="2607633"/>
                  <a:ext cx="861437" cy="261610"/>
                </a:xfrm>
                <a:prstGeom prst="rect">
                  <a:avLst/>
                </a:prstGeom>
                <a:solidFill>
                  <a:sysClr val="window" lastClr="FFFFFF"/>
                </a:solidFill>
              </p:spPr>
              <p:txBody>
                <a:bodyPr wrap="none" anchor="ctr">
                  <a:spAutoFit/>
                </a:bodyPr>
                <a:lstStyle/>
                <a:p>
                  <a:pPr algn="ctr" latinLnBrk="0"/>
                  <a:r>
                    <a:rPr lang="ko-KR" altLang="en-US" sz="1100" kern="0" spc="-4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rgbClr val="124378"/>
                      </a:solidFill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내용입 </a:t>
                  </a:r>
                  <a:r>
                    <a:rPr lang="en-US" altLang="ko-KR" sz="1100" kern="0" spc="-4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rgbClr val="124378"/>
                      </a:solidFill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2</a:t>
                  </a:r>
                  <a:endParaRPr lang="ko-KR" altLang="en-US" sz="1100" kern="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endParaRPr>
                </a:p>
              </p:txBody>
            </p:sp>
            <p:cxnSp>
              <p:nvCxnSpPr>
                <p:cNvPr id="101" name="직선 연결선 100">
                  <a:extLst>
                    <a:ext uri="{FF2B5EF4-FFF2-40B4-BE49-F238E27FC236}">
                      <a16:creationId xmlns:a16="http://schemas.microsoft.com/office/drawing/2014/main" id="{63A0DABB-A1B2-4829-9DDE-E2F52DE4FA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04974" y="3545790"/>
                  <a:ext cx="2419350" cy="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124378"/>
                  </a:solidFill>
                  <a:prstDash val="solid"/>
                  <a:miter lim="800000"/>
                </a:ln>
                <a:effectLst/>
              </p:spPr>
            </p:cxnSp>
          </p:grpSp>
        </p:grp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BA8FD41D-6E2D-415E-9D2F-0BC4D8C2C3FE}"/>
                </a:ext>
              </a:extLst>
            </p:cNvPr>
            <p:cNvGrpSpPr/>
            <p:nvPr/>
          </p:nvGrpSpPr>
          <p:grpSpPr>
            <a:xfrm>
              <a:off x="8093402" y="2789456"/>
              <a:ext cx="3207610" cy="938157"/>
              <a:chOff x="1644504" y="2607633"/>
              <a:chExt cx="2503854" cy="938157"/>
            </a:xfrm>
          </p:grpSpPr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E5C366E-0AC7-4A4D-8066-541E77FBE449}"/>
                  </a:ext>
                </a:extLst>
              </p:cNvPr>
              <p:cNvSpPr txBox="1"/>
              <p:nvPr/>
            </p:nvSpPr>
            <p:spPr>
              <a:xfrm>
                <a:off x="1644504" y="2817271"/>
                <a:ext cx="2503854" cy="707886"/>
              </a:xfrm>
              <a:prstGeom prst="rect">
                <a:avLst/>
              </a:prstGeom>
              <a:noFill/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2000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9BCBD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내용입 력내용</a:t>
                </a:r>
                <a:endParaRPr kumimoji="0" lang="en-US" altLang="ko-KR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9BCBD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2000" kern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39BCBD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</a:rPr>
                  <a:t>내용 입 력</a:t>
                </a:r>
                <a:endPara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9BCBD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endParaRPr>
              </a:p>
            </p:txBody>
          </p:sp>
          <p:grpSp>
            <p:nvGrpSpPr>
              <p:cNvPr id="92" name="그룹 91">
                <a:extLst>
                  <a:ext uri="{FF2B5EF4-FFF2-40B4-BE49-F238E27FC236}">
                    <a16:creationId xmlns:a16="http://schemas.microsoft.com/office/drawing/2014/main" id="{69F2F143-671C-4BD2-A9B7-42CE25E1738A}"/>
                  </a:ext>
                </a:extLst>
              </p:cNvPr>
              <p:cNvGrpSpPr/>
              <p:nvPr/>
            </p:nvGrpSpPr>
            <p:grpSpPr>
              <a:xfrm>
                <a:off x="1704974" y="2607633"/>
                <a:ext cx="2419350" cy="938157"/>
                <a:chOff x="1704974" y="2607633"/>
                <a:chExt cx="2419350" cy="938157"/>
              </a:xfrm>
            </p:grpSpPr>
            <p:cxnSp>
              <p:nvCxnSpPr>
                <p:cNvPr id="93" name="직선 연결선 92">
                  <a:extLst>
                    <a:ext uri="{FF2B5EF4-FFF2-40B4-BE49-F238E27FC236}">
                      <a16:creationId xmlns:a16="http://schemas.microsoft.com/office/drawing/2014/main" id="{DD4E15D2-C67D-4F29-9A74-47DEBE125B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04974" y="2738439"/>
                  <a:ext cx="2419350" cy="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124378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F7E21CE0-7BE4-4EF8-B1C4-3922B332E4ED}"/>
                    </a:ext>
                  </a:extLst>
                </p:cNvPr>
                <p:cNvSpPr txBox="1"/>
                <p:nvPr/>
              </p:nvSpPr>
              <p:spPr>
                <a:xfrm>
                  <a:off x="2481477" y="2607633"/>
                  <a:ext cx="866341" cy="261610"/>
                </a:xfrm>
                <a:prstGeom prst="rect">
                  <a:avLst/>
                </a:prstGeom>
                <a:solidFill>
                  <a:sysClr val="window" lastClr="FFFFFF"/>
                </a:solidFill>
              </p:spPr>
              <p:txBody>
                <a:bodyPr wrap="none" anchor="ctr">
                  <a:spAutoFit/>
                </a:bodyPr>
                <a:lstStyle/>
                <a:p>
                  <a:pPr algn="ctr" latinLnBrk="0"/>
                  <a:r>
                    <a:rPr lang="ko-KR" altLang="en-US" sz="1100" kern="0" spc="-4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rgbClr val="124378"/>
                      </a:solidFill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내용입 </a:t>
                  </a:r>
                  <a:r>
                    <a:rPr lang="en-US" altLang="ko-KR" sz="1100" kern="0" spc="-4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rgbClr val="124378"/>
                      </a:solidFill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3</a:t>
                  </a:r>
                  <a:endParaRPr lang="ko-KR" altLang="en-US" sz="1100" kern="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endParaRPr>
                </a:p>
              </p:txBody>
            </p:sp>
            <p:cxnSp>
              <p:nvCxnSpPr>
                <p:cNvPr id="95" name="직선 연결선 94">
                  <a:extLst>
                    <a:ext uri="{FF2B5EF4-FFF2-40B4-BE49-F238E27FC236}">
                      <a16:creationId xmlns:a16="http://schemas.microsoft.com/office/drawing/2014/main" id="{009110F7-C40D-4E22-AE98-4E60F7AF8B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04974" y="3545790"/>
                  <a:ext cx="2419350" cy="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124378"/>
                  </a:solidFill>
                  <a:prstDash val="solid"/>
                  <a:miter lim="800000"/>
                </a:ln>
                <a:effectLst/>
              </p:spPr>
            </p:cxnSp>
          </p:grp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CBBCF864-AEB6-4C2A-91C6-C7F7ACFC1457}"/>
                </a:ext>
              </a:extLst>
            </p:cNvPr>
            <p:cNvGrpSpPr/>
            <p:nvPr/>
          </p:nvGrpSpPr>
          <p:grpSpPr>
            <a:xfrm>
              <a:off x="564776" y="4304813"/>
              <a:ext cx="10890624" cy="2161199"/>
              <a:chOff x="564776" y="4304813"/>
              <a:chExt cx="8333691" cy="2161199"/>
            </a:xfrm>
          </p:grpSpPr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FFE2A217-4EB3-4860-947C-F66DE7DCABAF}"/>
                  </a:ext>
                </a:extLst>
              </p:cNvPr>
              <p:cNvSpPr/>
              <p:nvPr/>
            </p:nvSpPr>
            <p:spPr>
              <a:xfrm>
                <a:off x="564776" y="4304813"/>
                <a:ext cx="8333691" cy="216119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  <a:effectLst>
                <a:outerShdw blurRad="50800" dist="38100" dir="54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600" dirty="0"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15A9515E-3196-41DF-BEBD-0D59F3736299}"/>
                  </a:ext>
                </a:extLst>
              </p:cNvPr>
              <p:cNvGrpSpPr/>
              <p:nvPr/>
            </p:nvGrpSpPr>
            <p:grpSpPr>
              <a:xfrm>
                <a:off x="3372709" y="4478024"/>
                <a:ext cx="2723291" cy="1809134"/>
                <a:chOff x="3408882" y="3743325"/>
                <a:chExt cx="2697753" cy="2419350"/>
              </a:xfrm>
            </p:grpSpPr>
            <p:cxnSp>
              <p:nvCxnSpPr>
                <p:cNvPr id="66" name="직선 연결선 65">
                  <a:extLst>
                    <a:ext uri="{FF2B5EF4-FFF2-40B4-BE49-F238E27FC236}">
                      <a16:creationId xmlns:a16="http://schemas.microsoft.com/office/drawing/2014/main" id="{83D425A9-D743-4CCD-BCDB-29FD00F8B517}"/>
                    </a:ext>
                  </a:extLst>
                </p:cNvPr>
                <p:cNvCxnSpPr/>
                <p:nvPr/>
              </p:nvCxnSpPr>
              <p:spPr>
                <a:xfrm>
                  <a:off x="3408882" y="3743325"/>
                  <a:ext cx="0" cy="241935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ysClr val="window" lastClr="FFFFFF">
                      <a:lumMod val="85000"/>
                    </a:sysClr>
                  </a:solidFill>
                  <a:prstDash val="sysDash"/>
                  <a:miter lim="800000"/>
                </a:ln>
                <a:effectLst/>
              </p:spPr>
            </p:cxnSp>
            <p:cxnSp>
              <p:nvCxnSpPr>
                <p:cNvPr id="67" name="직선 연결선 66">
                  <a:extLst>
                    <a:ext uri="{FF2B5EF4-FFF2-40B4-BE49-F238E27FC236}">
                      <a16:creationId xmlns:a16="http://schemas.microsoft.com/office/drawing/2014/main" id="{3A20ECBD-DAD4-44BA-931D-848F0670BDA8}"/>
                    </a:ext>
                  </a:extLst>
                </p:cNvPr>
                <p:cNvCxnSpPr/>
                <p:nvPr/>
              </p:nvCxnSpPr>
              <p:spPr>
                <a:xfrm>
                  <a:off x="6106635" y="3743325"/>
                  <a:ext cx="0" cy="241935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ysClr val="window" lastClr="FFFFFF">
                      <a:lumMod val="85000"/>
                    </a:sysClr>
                  </a:solidFill>
                  <a:prstDash val="sysDash"/>
                  <a:miter lim="800000"/>
                </a:ln>
                <a:effectLst/>
              </p:spPr>
            </p:cxnSp>
          </p:grp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5774E619-BF69-4B8E-AD9B-13B818A3DB3B}"/>
                </a:ext>
              </a:extLst>
            </p:cNvPr>
            <p:cNvGrpSpPr/>
            <p:nvPr/>
          </p:nvGrpSpPr>
          <p:grpSpPr>
            <a:xfrm>
              <a:off x="886387" y="4478023"/>
              <a:ext cx="3108556" cy="881332"/>
              <a:chOff x="810878" y="4478023"/>
              <a:chExt cx="2378720" cy="881332"/>
            </a:xfrm>
          </p:grpSpPr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A163E6C5-8B2E-4228-AD9D-35B0B2C8405A}"/>
                  </a:ext>
                </a:extLst>
              </p:cNvPr>
              <p:cNvSpPr/>
              <p:nvPr/>
            </p:nvSpPr>
            <p:spPr>
              <a:xfrm>
                <a:off x="810878" y="4478023"/>
                <a:ext cx="2378720" cy="842005"/>
              </a:xfrm>
              <a:prstGeom prst="rect">
                <a:avLst/>
              </a:prstGeom>
              <a:solidFill>
                <a:srgbClr val="5B9BD5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8C0F1B2-4D65-4C0C-8A99-0B145CACFB2F}"/>
                  </a:ext>
                </a:extLst>
              </p:cNvPr>
              <p:cNvSpPr txBox="1"/>
              <p:nvPr/>
            </p:nvSpPr>
            <p:spPr>
              <a:xfrm>
                <a:off x="831755" y="4759191"/>
                <a:ext cx="2337330" cy="6001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 력내 용 입 력</a:t>
                </a: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</a:t>
                </a: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</a:t>
                </a: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</a:t>
                </a: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 </a:t>
                </a: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용입 력</a:t>
                </a:r>
                <a:endParaRPr lang="en-US" altLang="ko-KR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력내용  입력 내 용입 력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CC147B3-F950-4227-89E4-B6D2476B7353}"/>
                  </a:ext>
                </a:extLst>
              </p:cNvPr>
              <p:cNvSpPr txBox="1"/>
              <p:nvPr/>
            </p:nvSpPr>
            <p:spPr>
              <a:xfrm>
                <a:off x="1132940" y="4478023"/>
                <a:ext cx="1914307" cy="30777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</a:t>
                </a:r>
                <a:r>
                  <a:rPr lang="en-US" altLang="ko-KR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</a:t>
                </a:r>
                <a:r>
                  <a:rPr lang="ko-KR" altLang="en-US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 용 입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7657101-C952-4E37-8A3B-4D6104923A80}"/>
                  </a:ext>
                </a:extLst>
              </p:cNvPr>
              <p:cNvSpPr txBox="1"/>
              <p:nvPr/>
            </p:nvSpPr>
            <p:spPr>
              <a:xfrm>
                <a:off x="810878" y="453966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1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B0A81C09-B20E-4812-BD30-5BFBB2926B41}"/>
                </a:ext>
              </a:extLst>
            </p:cNvPr>
            <p:cNvGrpSpPr/>
            <p:nvPr/>
          </p:nvGrpSpPr>
          <p:grpSpPr>
            <a:xfrm>
              <a:off x="886387" y="5432263"/>
              <a:ext cx="3118766" cy="854894"/>
              <a:chOff x="810878" y="5432263"/>
              <a:chExt cx="2386533" cy="854894"/>
            </a:xfrm>
          </p:grpSpPr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D47B8251-8F42-4978-AFCC-CC228E81B96A}"/>
                  </a:ext>
                </a:extLst>
              </p:cNvPr>
              <p:cNvSpPr/>
              <p:nvPr/>
            </p:nvSpPr>
            <p:spPr>
              <a:xfrm>
                <a:off x="810878" y="5445152"/>
                <a:ext cx="2378720" cy="842005"/>
              </a:xfrm>
              <a:prstGeom prst="rect">
                <a:avLst/>
              </a:prstGeom>
              <a:solidFill>
                <a:srgbClr val="5B9BD5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61CCB65-F1F0-44A2-9D9B-1063C0B26142}"/>
                  </a:ext>
                </a:extLst>
              </p:cNvPr>
              <p:cNvSpPr txBox="1"/>
              <p:nvPr/>
            </p:nvSpPr>
            <p:spPr>
              <a:xfrm>
                <a:off x="831754" y="5823003"/>
                <a:ext cx="2365657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입력내 용입 력 내용입 력  내용 입</a:t>
                </a: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 용 입 력 내 용입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E4333B6-CDAB-4382-9044-32E830ADBC27}"/>
                  </a:ext>
                </a:extLst>
              </p:cNvPr>
              <p:cNvSpPr txBox="1"/>
              <p:nvPr/>
            </p:nvSpPr>
            <p:spPr>
              <a:xfrm>
                <a:off x="1323472" y="5432263"/>
                <a:ext cx="1497205" cy="30777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 내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760CEBD-F5A3-4A6D-8110-69AD5508895F}"/>
                  </a:ext>
                </a:extLst>
              </p:cNvPr>
              <p:cNvSpPr txBox="1"/>
              <p:nvPr/>
            </p:nvSpPr>
            <p:spPr>
              <a:xfrm>
                <a:off x="810878" y="550082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ko-KR"/>
                </a:defPPr>
                <a:lvl1pPr algn="ctr">
                  <a:defRPr sz="11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accent4"/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2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A6DE6B24-894B-4A21-A7F1-BA7FB68E54AF}"/>
                </a:ext>
              </a:extLst>
            </p:cNvPr>
            <p:cNvGrpSpPr/>
            <p:nvPr/>
          </p:nvGrpSpPr>
          <p:grpSpPr>
            <a:xfrm>
              <a:off x="4472516" y="4478023"/>
              <a:ext cx="3119082" cy="1039573"/>
              <a:chOff x="3555045" y="4478023"/>
              <a:chExt cx="2386775" cy="1039573"/>
            </a:xfrm>
          </p:grpSpPr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9DAAE864-E708-4F72-B623-B44FDFBFD43E}"/>
                  </a:ext>
                </a:extLst>
              </p:cNvPr>
              <p:cNvSpPr/>
              <p:nvPr/>
            </p:nvSpPr>
            <p:spPr>
              <a:xfrm>
                <a:off x="3555045" y="4478023"/>
                <a:ext cx="2378720" cy="842005"/>
              </a:xfrm>
              <a:prstGeom prst="rect">
                <a:avLst/>
              </a:prstGeom>
              <a:solidFill>
                <a:srgbClr val="31A5E2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D1B2A5E-161D-4403-AF12-45867DADA3FC}"/>
                  </a:ext>
                </a:extLst>
              </p:cNvPr>
              <p:cNvSpPr txBox="1"/>
              <p:nvPr/>
            </p:nvSpPr>
            <p:spPr>
              <a:xfrm>
                <a:off x="3563101" y="4748155"/>
                <a:ext cx="2378719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 용입력 내 용</a:t>
                </a:r>
                <a:endParaRPr lang="en-US" altLang="ko-KR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  <a:p>
                <a:pPr latinLnBrk="0"/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 용입력 내</a:t>
                </a:r>
                <a:endParaRPr lang="en-US" altLang="ko-KR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  <a:p>
                <a:pPr latinLnBrk="0"/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</a:t>
                </a: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</a:t>
                </a: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 용 입</a:t>
                </a:r>
                <a:endParaRPr lang="en-US" altLang="ko-KR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  <a:p>
                <a:pPr latinLnBrk="0"/>
                <a:endParaRPr lang="ko-KR" altLang="en-US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FD05077-E3C8-4438-B9B3-D520FE505DF9}"/>
                  </a:ext>
                </a:extLst>
              </p:cNvPr>
              <p:cNvSpPr txBox="1"/>
              <p:nvPr/>
            </p:nvSpPr>
            <p:spPr>
              <a:xfrm>
                <a:off x="3822136" y="4478023"/>
                <a:ext cx="2010486" cy="30777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lang="en-US" altLang="ko-KR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lang="ko-KR" altLang="en-US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 용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21488BE-828F-4FDF-AEC4-0A4F1C06E4E3}"/>
                  </a:ext>
                </a:extLst>
              </p:cNvPr>
              <p:cNvSpPr txBox="1"/>
              <p:nvPr/>
            </p:nvSpPr>
            <p:spPr>
              <a:xfrm>
                <a:off x="3555045" y="453966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1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F5D90DDD-DEBC-458E-A0E3-2C0E889F4E99}"/>
                </a:ext>
              </a:extLst>
            </p:cNvPr>
            <p:cNvGrpSpPr/>
            <p:nvPr/>
          </p:nvGrpSpPr>
          <p:grpSpPr>
            <a:xfrm>
              <a:off x="4472516" y="5407799"/>
              <a:ext cx="3116704" cy="902384"/>
              <a:chOff x="3555045" y="5407799"/>
              <a:chExt cx="2384955" cy="902384"/>
            </a:xfrm>
          </p:grpSpPr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23BFBD2E-5BF4-4B4C-8A65-CCAB1A9C7FA8}"/>
                  </a:ext>
                </a:extLst>
              </p:cNvPr>
              <p:cNvSpPr/>
              <p:nvPr/>
            </p:nvSpPr>
            <p:spPr>
              <a:xfrm>
                <a:off x="3555045" y="5445152"/>
                <a:ext cx="2378720" cy="842005"/>
              </a:xfrm>
              <a:prstGeom prst="rect">
                <a:avLst/>
              </a:prstGeom>
              <a:solidFill>
                <a:srgbClr val="31A5E2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4BAEB24-3158-47C5-8628-80C4D0DCFC46}"/>
                  </a:ext>
                </a:extLst>
              </p:cNvPr>
              <p:cNvSpPr txBox="1"/>
              <p:nvPr/>
            </p:nvSpPr>
            <p:spPr>
              <a:xfrm>
                <a:off x="3573725" y="5879296"/>
                <a:ext cx="232126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 력내 용입 </a:t>
                </a: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108내 </a:t>
                </a: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입력 내 용 입</a:t>
                </a: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</a:t>
                </a: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</a:t>
                </a: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</a:t>
                </a:r>
                <a:endParaRPr lang="ko-KR" altLang="en-US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38EF9D1-A06B-4469-8B6B-DB10249E5DD4}"/>
                  </a:ext>
                </a:extLst>
              </p:cNvPr>
              <p:cNvSpPr txBox="1"/>
              <p:nvPr/>
            </p:nvSpPr>
            <p:spPr>
              <a:xfrm>
                <a:off x="3771597" y="5407799"/>
                <a:ext cx="216840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108내 </a:t>
                </a:r>
                <a:r>
                  <a:rPr lang="ko-KR" altLang="en-US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입력 내용 입력내 용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1FE4852-1E0B-4ED7-A100-59A3126D3EFC}"/>
                  </a:ext>
                </a:extLst>
              </p:cNvPr>
              <p:cNvSpPr txBox="1"/>
              <p:nvPr/>
            </p:nvSpPr>
            <p:spPr>
              <a:xfrm>
                <a:off x="3555045" y="550082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ko-KR"/>
                </a:defPPr>
                <a:lvl1pPr algn="ctr">
                  <a:defRPr sz="11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accent4"/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2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FBF1CEB4-6396-4D9A-BDF6-19551D137BAA}"/>
                </a:ext>
              </a:extLst>
            </p:cNvPr>
            <p:cNvGrpSpPr/>
            <p:nvPr/>
          </p:nvGrpSpPr>
          <p:grpSpPr>
            <a:xfrm>
              <a:off x="8014299" y="4467973"/>
              <a:ext cx="3206962" cy="852055"/>
              <a:chOff x="6265278" y="4467973"/>
              <a:chExt cx="2454022" cy="852055"/>
            </a:xfrm>
          </p:grpSpPr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52601C42-752C-48BD-98E4-E63C11455BB8}"/>
                  </a:ext>
                </a:extLst>
              </p:cNvPr>
              <p:cNvSpPr/>
              <p:nvPr/>
            </p:nvSpPr>
            <p:spPr>
              <a:xfrm>
                <a:off x="6265278" y="4478023"/>
                <a:ext cx="2378720" cy="842005"/>
              </a:xfrm>
              <a:prstGeom prst="rect">
                <a:avLst/>
              </a:prstGeom>
              <a:solidFill>
                <a:srgbClr val="39BCBD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EA149A8-249C-48CE-AD8A-6C86AD00352C}"/>
                  </a:ext>
                </a:extLst>
              </p:cNvPr>
              <p:cNvSpPr txBox="1"/>
              <p:nvPr/>
            </p:nvSpPr>
            <p:spPr>
              <a:xfrm>
                <a:off x="6318066" y="4839574"/>
                <a:ext cx="2294874" cy="3970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latinLnBrk="0">
                  <a:lnSpc>
                    <a:spcPct val="90000"/>
                  </a:lnSpc>
                </a:pPr>
                <a:r>
                  <a:rPr lang="en-US" altLang="ko-KR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내용입력내용 </a:t>
                </a: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  <a:endParaRPr lang="en-US" altLang="ko-KR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  <a:p>
                <a:pPr algn="ctr" latinLnBrk="0">
                  <a:lnSpc>
                    <a:spcPct val="90000"/>
                  </a:lnSpc>
                </a:pPr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 용 입력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1C7CE2D-A0F4-420E-B251-D3C1FC71C66E}"/>
                  </a:ext>
                </a:extLst>
              </p:cNvPr>
              <p:cNvSpPr txBox="1"/>
              <p:nvPr/>
            </p:nvSpPr>
            <p:spPr>
              <a:xfrm>
                <a:off x="6437906" y="4467973"/>
                <a:ext cx="2281394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10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력내용 입 력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DFE6031-A716-4189-9E13-0071DDAF4730}"/>
                  </a:ext>
                </a:extLst>
              </p:cNvPr>
              <p:cNvSpPr txBox="1"/>
              <p:nvPr/>
            </p:nvSpPr>
            <p:spPr>
              <a:xfrm>
                <a:off x="6265278" y="453966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1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0E4BCAC2-89E4-4D1B-91D9-23A687B0533C}"/>
                </a:ext>
              </a:extLst>
            </p:cNvPr>
            <p:cNvGrpSpPr/>
            <p:nvPr/>
          </p:nvGrpSpPr>
          <p:grpSpPr>
            <a:xfrm>
              <a:off x="8014301" y="5438218"/>
              <a:ext cx="3136168" cy="848939"/>
              <a:chOff x="6265278" y="5438218"/>
              <a:chExt cx="2399849" cy="848939"/>
            </a:xfrm>
          </p:grpSpPr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E6AD76C4-50F4-4BE5-99FA-DFB43ABFC292}"/>
                  </a:ext>
                </a:extLst>
              </p:cNvPr>
              <p:cNvSpPr/>
              <p:nvPr/>
            </p:nvSpPr>
            <p:spPr>
              <a:xfrm>
                <a:off x="6265278" y="5445152"/>
                <a:ext cx="2378720" cy="842005"/>
              </a:xfrm>
              <a:prstGeom prst="rect">
                <a:avLst/>
              </a:prstGeom>
              <a:solidFill>
                <a:srgbClr val="39BCBD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B8CCCE1-9F28-4A6B-BBCA-F2F140CC76F8}"/>
                  </a:ext>
                </a:extLst>
              </p:cNvPr>
              <p:cNvSpPr txBox="1"/>
              <p:nvPr/>
            </p:nvSpPr>
            <p:spPr>
              <a:xfrm>
                <a:off x="6265278" y="550082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ko-KR"/>
                </a:defPPr>
                <a:lvl1pPr algn="ctr">
                  <a:defRPr sz="11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accent4"/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2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AB1F1F7-FA8D-4125-892B-6BECD33F5BDA}"/>
                  </a:ext>
                </a:extLst>
              </p:cNvPr>
              <p:cNvSpPr txBox="1"/>
              <p:nvPr/>
            </p:nvSpPr>
            <p:spPr>
              <a:xfrm>
                <a:off x="6397295" y="5818790"/>
                <a:ext cx="2267832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 용 입력 내</a:t>
                </a:r>
                <a:endParaRPr lang="en-US" altLang="ko-KR" sz="11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  <a:p>
                <a:pPr latinLnBrk="0"/>
                <a:r>
                  <a:rPr lang="ko-KR" altLang="en-US" sz="11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 내용 입 력 내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5397FA3-A2AD-4F0A-B834-4F54AEB56FDF}"/>
                  </a:ext>
                </a:extLst>
              </p:cNvPr>
              <p:cNvSpPr txBox="1"/>
              <p:nvPr/>
            </p:nvSpPr>
            <p:spPr>
              <a:xfrm>
                <a:off x="6620747" y="5438218"/>
                <a:ext cx="1891978" cy="30777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4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 내용 입력 내 </a:t>
                </a:r>
              </a:p>
            </p:txBody>
          </p:sp>
        </p:grp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C773E56C-77B3-44D9-B115-8F2907190E09}"/>
                </a:ext>
              </a:extLst>
            </p:cNvPr>
            <p:cNvSpPr txBox="1"/>
            <p:nvPr/>
          </p:nvSpPr>
          <p:spPr>
            <a:xfrm>
              <a:off x="653759" y="3017615"/>
              <a:ext cx="3299223" cy="70788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65BA2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내용입 력내 용 입 력 내 용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080CE12D-1CA1-4923-AA55-4F9F4901C246}"/>
                </a:ext>
              </a:extLst>
            </p:cNvPr>
            <p:cNvSpPr txBox="1"/>
            <p:nvPr/>
          </p:nvSpPr>
          <p:spPr>
            <a:xfrm>
              <a:off x="4574932" y="3017446"/>
              <a:ext cx="2918524" cy="707886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1A5E2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내용입 력내용</a:t>
              </a:r>
              <a:endParaRPr kumimoji="0" lang="en-US" altLang="ko-KR" sz="2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1A5E2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20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1A5E2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 입 력</a:t>
              </a:r>
              <a:endParaRPr kumimoji="0" lang="ko-KR" altLang="en-US" sz="2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1A5E2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</a:endParaRPr>
            </a:p>
          </p:txBody>
        </p:sp>
        <p:pic>
          <p:nvPicPr>
            <p:cNvPr id="115" name="그림 114">
              <a:extLst>
                <a:ext uri="{FF2B5EF4-FFF2-40B4-BE49-F238E27FC236}">
                  <a16:creationId xmlns:a16="http://schemas.microsoft.com/office/drawing/2014/main" id="{49D979BC-1874-483E-AFF9-84BA9029F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37670" y="2170558"/>
              <a:ext cx="602176" cy="590046"/>
            </a:xfrm>
            <a:prstGeom prst="rect">
              <a:avLst/>
            </a:prstGeom>
          </p:spPr>
        </p:pic>
        <p:pic>
          <p:nvPicPr>
            <p:cNvPr id="116" name="그림 115">
              <a:extLst>
                <a:ext uri="{FF2B5EF4-FFF2-40B4-BE49-F238E27FC236}">
                  <a16:creationId xmlns:a16="http://schemas.microsoft.com/office/drawing/2014/main" id="{E8EC182F-FFEC-46ED-9C35-16FC6C4C92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39869" y="2175819"/>
              <a:ext cx="626539" cy="584100"/>
            </a:xfrm>
            <a:prstGeom prst="rect">
              <a:avLst/>
            </a:prstGeom>
          </p:spPr>
        </p:pic>
        <p:pic>
          <p:nvPicPr>
            <p:cNvPr id="117" name="그림 116">
              <a:extLst>
                <a:ext uri="{FF2B5EF4-FFF2-40B4-BE49-F238E27FC236}">
                  <a16:creationId xmlns:a16="http://schemas.microsoft.com/office/drawing/2014/main" id="{8CAF3C4E-4B4B-4BB5-8137-C46BA05C7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58967" y="2165839"/>
              <a:ext cx="597174" cy="5774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788366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4ED63F-82F8-4852-A47D-EFBE7043B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 </a:t>
            </a:r>
            <a:r>
              <a:rPr lang="en-US" altLang="ko-KR" dirty="0"/>
              <a:t>1내 </a:t>
            </a:r>
            <a:r>
              <a:rPr lang="ko-KR" altLang="en-US" dirty="0"/>
              <a:t>내용입 력내용 입 력 내 용 입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5558726-48B8-40E9-A518-FC71C2368DF6}"/>
              </a:ext>
            </a:extLst>
          </p:cNvPr>
          <p:cNvGrpSpPr/>
          <p:nvPr/>
        </p:nvGrpSpPr>
        <p:grpSpPr>
          <a:xfrm>
            <a:off x="388703" y="1538287"/>
            <a:ext cx="5811174" cy="3595574"/>
            <a:chOff x="388703" y="1538287"/>
            <a:chExt cx="5811174" cy="359557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D5CF3CE-7464-4EEC-9212-52FBB5F26665}"/>
                </a:ext>
              </a:extLst>
            </p:cNvPr>
            <p:cNvSpPr/>
            <p:nvPr/>
          </p:nvSpPr>
          <p:spPr>
            <a:xfrm>
              <a:off x="389198" y="1868651"/>
              <a:ext cx="5810679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" name="양쪽 모서리가 둥근 사각형 13">
              <a:extLst>
                <a:ext uri="{FF2B5EF4-FFF2-40B4-BE49-F238E27FC236}">
                  <a16:creationId xmlns:a16="http://schemas.microsoft.com/office/drawing/2014/main" id="{9DEB8E21-70DE-4039-9363-C5B855353B5F}"/>
                </a:ext>
              </a:extLst>
            </p:cNvPr>
            <p:cNvSpPr/>
            <p:nvPr/>
          </p:nvSpPr>
          <p:spPr>
            <a:xfrm>
              <a:off x="389831" y="1538287"/>
              <a:ext cx="2772000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 력내 용 입력</a:t>
              </a:r>
            </a:p>
          </p:txBody>
        </p:sp>
        <p:cxnSp>
          <p:nvCxnSpPr>
            <p:cNvPr id="6" name="직선 연결선[R] 15">
              <a:extLst>
                <a:ext uri="{FF2B5EF4-FFF2-40B4-BE49-F238E27FC236}">
                  <a16:creationId xmlns:a16="http://schemas.microsoft.com/office/drawing/2014/main" id="{3042056F-5E67-461C-95AA-A1311FC0E09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3" y="1862287"/>
              <a:ext cx="58111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DFAFE2A2-AD5A-4EE2-BD5E-9EDC74BA860F}"/>
              </a:ext>
            </a:extLst>
          </p:cNvPr>
          <p:cNvGrpSpPr/>
          <p:nvPr/>
        </p:nvGrpSpPr>
        <p:grpSpPr>
          <a:xfrm>
            <a:off x="6352658" y="1538287"/>
            <a:ext cx="5450144" cy="3595574"/>
            <a:chOff x="6917636" y="1538287"/>
            <a:chExt cx="5450144" cy="3595574"/>
          </a:xfrm>
        </p:grpSpPr>
        <p:sp>
          <p:nvSpPr>
            <p:cNvPr id="9" name="양쪽 모서리가 둥근 사각형 34">
              <a:extLst>
                <a:ext uri="{FF2B5EF4-FFF2-40B4-BE49-F238E27FC236}">
                  <a16:creationId xmlns:a16="http://schemas.microsoft.com/office/drawing/2014/main" id="{DF043CF0-B1B4-4BFA-B013-545491549AAA}"/>
                </a:ext>
              </a:extLst>
            </p:cNvPr>
            <p:cNvSpPr/>
            <p:nvPr/>
          </p:nvSpPr>
          <p:spPr>
            <a:xfrm>
              <a:off x="6917636" y="1538287"/>
              <a:ext cx="290449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 력내 용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907526D-BB87-447F-9336-91812B5C2FEE}"/>
                </a:ext>
              </a:extLst>
            </p:cNvPr>
            <p:cNvSpPr/>
            <p:nvPr/>
          </p:nvSpPr>
          <p:spPr>
            <a:xfrm>
              <a:off x="6918017" y="1868651"/>
              <a:ext cx="5449763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1" name="직선 연결선[R] 35">
              <a:extLst>
                <a:ext uri="{FF2B5EF4-FFF2-40B4-BE49-F238E27FC236}">
                  <a16:creationId xmlns:a16="http://schemas.microsoft.com/office/drawing/2014/main" id="{6321D5D0-9082-4775-9D76-F8549046F291}"/>
                </a:ext>
              </a:extLst>
            </p:cNvPr>
            <p:cNvCxnSpPr>
              <a:cxnSpLocks/>
            </p:cNvCxnSpPr>
            <p:nvPr/>
          </p:nvCxnSpPr>
          <p:spPr>
            <a:xfrm>
              <a:off x="6917636" y="1862287"/>
              <a:ext cx="545014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01C9667-2D27-41D1-8F64-1B61DBF169A8}"/>
              </a:ext>
            </a:extLst>
          </p:cNvPr>
          <p:cNvSpPr txBox="1"/>
          <p:nvPr/>
        </p:nvSpPr>
        <p:spPr>
          <a:xfrm>
            <a:off x="851947" y="968331"/>
            <a:ext cx="10958019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 력내용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용입력 내 용 입력  내 용입 력 내용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용입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 내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E290429-09B5-454F-AF08-2273BDC5761A}"/>
              </a:ext>
            </a:extLst>
          </p:cNvPr>
          <p:cNvGrpSpPr/>
          <p:nvPr/>
        </p:nvGrpSpPr>
        <p:grpSpPr>
          <a:xfrm>
            <a:off x="388703" y="5304106"/>
            <a:ext cx="11421790" cy="1203302"/>
            <a:chOff x="388703" y="5304106"/>
            <a:chExt cx="11421790" cy="1203302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2794C52F-897A-456E-82D4-17285CFEA94A}"/>
                </a:ext>
              </a:extLst>
            </p:cNvPr>
            <p:cNvSpPr/>
            <p:nvPr/>
          </p:nvSpPr>
          <p:spPr>
            <a:xfrm>
              <a:off x="389473" y="5314066"/>
              <a:ext cx="11421020" cy="119334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35" name="직선 연결선[R] 66">
              <a:extLst>
                <a:ext uri="{FF2B5EF4-FFF2-40B4-BE49-F238E27FC236}">
                  <a16:creationId xmlns:a16="http://schemas.microsoft.com/office/drawing/2014/main" id="{2154C14D-4432-4B7A-9370-7E98B27AF31C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3" y="5304106"/>
              <a:ext cx="0" cy="120330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C1FD0F20-A798-4B45-9348-D6275B85EF14}"/>
                </a:ext>
              </a:extLst>
            </p:cNvPr>
            <p:cNvGrpSpPr/>
            <p:nvPr/>
          </p:nvGrpSpPr>
          <p:grpSpPr>
            <a:xfrm>
              <a:off x="574038" y="5695881"/>
              <a:ext cx="10817008" cy="458267"/>
              <a:chOff x="574038" y="1710483"/>
              <a:chExt cx="10817008" cy="458267"/>
            </a:xfrm>
          </p:grpSpPr>
          <p:pic>
            <p:nvPicPr>
              <p:cNvPr id="37" name="그래픽 36">
                <a:extLst>
                  <a:ext uri="{FF2B5EF4-FFF2-40B4-BE49-F238E27FC236}">
                    <a16:creationId xmlns:a16="http://schemas.microsoft.com/office/drawing/2014/main" id="{B1AC0BC8-834A-41E4-93D2-378CF30BC1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74038" y="1730875"/>
                <a:ext cx="174314" cy="174314"/>
              </a:xfrm>
              <a:prstGeom prst="rect">
                <a:avLst/>
              </a:prstGeom>
            </p:spPr>
          </p:pic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D09E713-59EA-4891-BB6D-38EC749B082E}"/>
                  </a:ext>
                </a:extLst>
              </p:cNvPr>
              <p:cNvSpPr txBox="1"/>
              <p:nvPr/>
            </p:nvSpPr>
            <p:spPr>
              <a:xfrm>
                <a:off x="855932" y="1710483"/>
                <a:ext cx="10535114" cy="458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43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내용44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내용입  력내 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 용 입 력내  용 입력 내 용입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내2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 입 력내 용 입력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en-US" altLang="ko-KR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 력내 용 입력</a:t>
                </a:r>
                <a:r>
                  <a:rPr kumimoji="1" lang="en-US" altLang="ko-KR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 용 입 력 내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 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</a:t>
                </a:r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25955C26-BDF5-4AB6-80E3-8AC7292FD3DB}"/>
                </a:ext>
              </a:extLst>
            </p:cNvPr>
            <p:cNvGrpSpPr/>
            <p:nvPr/>
          </p:nvGrpSpPr>
          <p:grpSpPr>
            <a:xfrm>
              <a:off x="574038" y="6188213"/>
              <a:ext cx="10769998" cy="221279"/>
              <a:chOff x="574038" y="1710483"/>
              <a:chExt cx="10769998" cy="221279"/>
            </a:xfrm>
          </p:grpSpPr>
          <p:pic>
            <p:nvPicPr>
              <p:cNvPr id="40" name="그래픽 39">
                <a:extLst>
                  <a:ext uri="{FF2B5EF4-FFF2-40B4-BE49-F238E27FC236}">
                    <a16:creationId xmlns:a16="http://schemas.microsoft.com/office/drawing/2014/main" id="{22D40F2C-0C1E-43FB-8927-4B872B3FDC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74038" y="1730875"/>
                <a:ext cx="174314" cy="174314"/>
              </a:xfrm>
              <a:prstGeom prst="rect">
                <a:avLst/>
              </a:prstGeom>
            </p:spPr>
          </p:pic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78D116C-D65D-48C0-8CBD-A0C7D555D12E}"/>
                  </a:ext>
                </a:extLst>
              </p:cNvPr>
              <p:cNvSpPr txBox="1"/>
              <p:nvPr/>
            </p:nvSpPr>
            <p:spPr>
              <a:xfrm>
                <a:off x="855932" y="1710483"/>
                <a:ext cx="10488104" cy="2212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kumimoji="1" lang="ko-KR" altLang="en-US" sz="1400" b="1" spc="-40" dirty="0">
                    <a:solidFill>
                      <a:srgbClr val="065BA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 용 입력내 용 입력내  용입 력 내용</a:t>
                </a:r>
                <a:r>
                  <a:rPr kumimoji="1" lang="ko-KR" altLang="en-US" sz="1400" b="1" spc="-40" dirty="0">
                    <a:solidFill>
                      <a:srgbClr val="00999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</a:p>
            </p:txBody>
          </p: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69AA6FC6-CEB9-4906-BB25-96EB6E97AABD}"/>
                </a:ext>
              </a:extLst>
            </p:cNvPr>
            <p:cNvGrpSpPr/>
            <p:nvPr/>
          </p:nvGrpSpPr>
          <p:grpSpPr>
            <a:xfrm>
              <a:off x="574038" y="5404460"/>
              <a:ext cx="10769998" cy="221279"/>
              <a:chOff x="574038" y="1710483"/>
              <a:chExt cx="10769998" cy="221279"/>
            </a:xfrm>
          </p:grpSpPr>
          <p:pic>
            <p:nvPicPr>
              <p:cNvPr id="43" name="그래픽 42">
                <a:extLst>
                  <a:ext uri="{FF2B5EF4-FFF2-40B4-BE49-F238E27FC236}">
                    <a16:creationId xmlns:a16="http://schemas.microsoft.com/office/drawing/2014/main" id="{A1A9FEFF-82DE-4F6E-8104-7CBD9D77E7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74038" y="1730875"/>
                <a:ext cx="174314" cy="174314"/>
              </a:xfrm>
              <a:prstGeom prst="rect">
                <a:avLst/>
              </a:prstGeom>
            </p:spPr>
          </p:pic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F611E52-4012-49A1-9951-2FBE40CB753A}"/>
                  </a:ext>
                </a:extLst>
              </p:cNvPr>
              <p:cNvSpPr txBox="1"/>
              <p:nvPr/>
            </p:nvSpPr>
            <p:spPr>
              <a:xfrm>
                <a:off x="855932" y="1710483"/>
                <a:ext cx="10488104" cy="2212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40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내용42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내용입  력내 용 입 력 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</a:t>
                </a:r>
                <a:r>
                  <a:rPr kumimoji="1" lang="en-US" altLang="ko-KR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내1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 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 내 용 입력 내</a:t>
                </a:r>
              </a:p>
            </p:txBody>
          </p:sp>
        </p:grp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66773DC5-3514-4CD4-BA57-089D9BFD3C8E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C87F6AB4-3CC5-4803-A037-811DC2C28376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0" name="그래픽 49">
              <a:extLst>
                <a:ext uri="{FF2B5EF4-FFF2-40B4-BE49-F238E27FC236}">
                  <a16:creationId xmlns:a16="http://schemas.microsoft.com/office/drawing/2014/main" id="{DCB7D736-3FCA-4035-ADEF-9580880453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pic>
        <p:nvPicPr>
          <p:cNvPr id="51" name="Picture 1">
            <a:extLst>
              <a:ext uri="{FF2B5EF4-FFF2-40B4-BE49-F238E27FC236}">
                <a16:creationId xmlns:a16="http://schemas.microsoft.com/office/drawing/2014/main" id="{F2544567-C4B5-455A-B8D7-749F669722E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01" r="973"/>
          <a:stretch/>
        </p:blipFill>
        <p:spPr>
          <a:xfrm>
            <a:off x="540000" y="1940630"/>
            <a:ext cx="5580000" cy="310702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2CA32143-0A36-42C5-9E9F-6214035E36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1082" y="2390561"/>
            <a:ext cx="5313296" cy="233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6273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4ED63F-82F8-4852-A47D-EFBE7043B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</a:t>
            </a:r>
            <a:r>
              <a:rPr lang="en-US" altLang="ko-KR" dirty="0"/>
              <a:t>2내 </a:t>
            </a:r>
            <a:r>
              <a:rPr lang="ko-KR" altLang="en-US" dirty="0"/>
              <a:t>내용입 력내용 입 력 내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5558726-48B8-40E9-A518-FC71C2368DF6}"/>
              </a:ext>
            </a:extLst>
          </p:cNvPr>
          <p:cNvGrpSpPr/>
          <p:nvPr/>
        </p:nvGrpSpPr>
        <p:grpSpPr>
          <a:xfrm>
            <a:off x="388703" y="1538287"/>
            <a:ext cx="5028067" cy="3595574"/>
            <a:chOff x="388703" y="1538287"/>
            <a:chExt cx="5028067" cy="359557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D5CF3CE-7464-4EEC-9212-52FBB5F26665}"/>
                </a:ext>
              </a:extLst>
            </p:cNvPr>
            <p:cNvSpPr/>
            <p:nvPr/>
          </p:nvSpPr>
          <p:spPr>
            <a:xfrm>
              <a:off x="389197" y="1868651"/>
              <a:ext cx="5027573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" name="양쪽 모서리가 둥근 사각형 13">
              <a:extLst>
                <a:ext uri="{FF2B5EF4-FFF2-40B4-BE49-F238E27FC236}">
                  <a16:creationId xmlns:a16="http://schemas.microsoft.com/office/drawing/2014/main" id="{9DEB8E21-70DE-4039-9363-C5B855353B5F}"/>
                </a:ext>
              </a:extLst>
            </p:cNvPr>
            <p:cNvSpPr/>
            <p:nvPr/>
          </p:nvSpPr>
          <p:spPr>
            <a:xfrm>
              <a:off x="389831" y="1538287"/>
              <a:ext cx="2772000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력내</a:t>
              </a:r>
            </a:p>
          </p:txBody>
        </p:sp>
        <p:cxnSp>
          <p:nvCxnSpPr>
            <p:cNvPr id="6" name="직선 연결선[R] 15">
              <a:extLst>
                <a:ext uri="{FF2B5EF4-FFF2-40B4-BE49-F238E27FC236}">
                  <a16:creationId xmlns:a16="http://schemas.microsoft.com/office/drawing/2014/main" id="{3042056F-5E67-461C-95AA-A1311FC0E09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3" y="1862287"/>
              <a:ext cx="5028067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DFAFE2A2-AD5A-4EE2-BD5E-9EDC74BA860F}"/>
              </a:ext>
            </a:extLst>
          </p:cNvPr>
          <p:cNvGrpSpPr/>
          <p:nvPr/>
        </p:nvGrpSpPr>
        <p:grpSpPr>
          <a:xfrm>
            <a:off x="5627264" y="1538287"/>
            <a:ext cx="6175538" cy="3595574"/>
            <a:chOff x="6917636" y="1538287"/>
            <a:chExt cx="6175538" cy="3595574"/>
          </a:xfrm>
        </p:grpSpPr>
        <p:sp>
          <p:nvSpPr>
            <p:cNvPr id="9" name="양쪽 모서리가 둥근 사각형 34">
              <a:extLst>
                <a:ext uri="{FF2B5EF4-FFF2-40B4-BE49-F238E27FC236}">
                  <a16:creationId xmlns:a16="http://schemas.microsoft.com/office/drawing/2014/main" id="{DF043CF0-B1B4-4BFA-B013-545491549AAA}"/>
                </a:ext>
              </a:extLst>
            </p:cNvPr>
            <p:cNvSpPr/>
            <p:nvPr/>
          </p:nvSpPr>
          <p:spPr>
            <a:xfrm>
              <a:off x="6917636" y="1538287"/>
              <a:ext cx="290449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108내 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 내용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907526D-BB87-447F-9336-91812B5C2FEE}"/>
                </a:ext>
              </a:extLst>
            </p:cNvPr>
            <p:cNvSpPr/>
            <p:nvPr/>
          </p:nvSpPr>
          <p:spPr>
            <a:xfrm>
              <a:off x="6918017" y="1868651"/>
              <a:ext cx="6175157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1" name="직선 연결선[R] 35">
              <a:extLst>
                <a:ext uri="{FF2B5EF4-FFF2-40B4-BE49-F238E27FC236}">
                  <a16:creationId xmlns:a16="http://schemas.microsoft.com/office/drawing/2014/main" id="{6321D5D0-9082-4775-9D76-F8549046F291}"/>
                </a:ext>
              </a:extLst>
            </p:cNvPr>
            <p:cNvCxnSpPr>
              <a:cxnSpLocks/>
            </p:cNvCxnSpPr>
            <p:nvPr/>
          </p:nvCxnSpPr>
          <p:spPr>
            <a:xfrm>
              <a:off x="6917636" y="1862287"/>
              <a:ext cx="617553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01C9667-2D27-41D1-8F64-1B61DBF169A8}"/>
              </a:ext>
            </a:extLst>
          </p:cNvPr>
          <p:cNvSpPr txBox="1"/>
          <p:nvPr/>
        </p:nvSpPr>
        <p:spPr>
          <a:xfrm>
            <a:off x="851947" y="968331"/>
            <a:ext cx="10958019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 입 력내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내용 입력 내 용입 력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en-US" altLang="ko-KR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108내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내용 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endParaRPr kumimoji="1" lang="ko-KR" altLang="en-US" sz="2000" b="1" spc="-40" dirty="0">
              <a:solidFill>
                <a:srgbClr val="31A5E2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0A9356E-F57B-4678-B4CD-BE990DB70EC2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324800"/>
            <a:chExt cx="11421790" cy="1142570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1A629AEC-A821-4B54-8BB4-E1A0F3A34A6B}"/>
                </a:ext>
              </a:extLst>
            </p:cNvPr>
            <p:cNvGrpSpPr/>
            <p:nvPr/>
          </p:nvGrpSpPr>
          <p:grpSpPr>
            <a:xfrm>
              <a:off x="388704" y="5324800"/>
              <a:ext cx="11421790" cy="1142570"/>
              <a:chOff x="388704" y="5764250"/>
              <a:chExt cx="11421790" cy="582762"/>
            </a:xfrm>
          </p:grpSpPr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2794C52F-897A-456E-82D4-17285CFEA94A}"/>
                  </a:ext>
                </a:extLst>
              </p:cNvPr>
              <p:cNvSpPr/>
              <p:nvPr/>
            </p:nvSpPr>
            <p:spPr>
              <a:xfrm>
                <a:off x="389474" y="5769330"/>
                <a:ext cx="11421020" cy="57623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35" name="직선 연결선[R] 66">
                <a:extLst>
                  <a:ext uri="{FF2B5EF4-FFF2-40B4-BE49-F238E27FC236}">
                    <a16:creationId xmlns:a16="http://schemas.microsoft.com/office/drawing/2014/main" id="{2154C14D-4432-4B7A-9370-7E98B27AF3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5764250"/>
                <a:ext cx="0" cy="582762"/>
              </a:xfrm>
              <a:prstGeom prst="line">
                <a:avLst/>
              </a:prstGeom>
              <a:ln w="38100">
                <a:solidFill>
                  <a:srgbClr val="00999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C1FD0F20-A798-4B45-9348-D6275B85EF14}"/>
                </a:ext>
              </a:extLst>
            </p:cNvPr>
            <p:cNvGrpSpPr/>
            <p:nvPr/>
          </p:nvGrpSpPr>
          <p:grpSpPr>
            <a:xfrm>
              <a:off x="574038" y="5781986"/>
              <a:ext cx="10769998" cy="221279"/>
              <a:chOff x="574038" y="1710483"/>
              <a:chExt cx="10769998" cy="221279"/>
            </a:xfrm>
          </p:grpSpPr>
          <p:pic>
            <p:nvPicPr>
              <p:cNvPr id="37" name="그래픽 36">
                <a:extLst>
                  <a:ext uri="{FF2B5EF4-FFF2-40B4-BE49-F238E27FC236}">
                    <a16:creationId xmlns:a16="http://schemas.microsoft.com/office/drawing/2014/main" id="{B1AC0BC8-834A-41E4-93D2-378CF30BC1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74038" y="1730875"/>
                <a:ext cx="174314" cy="174314"/>
              </a:xfrm>
              <a:prstGeom prst="rect">
                <a:avLst/>
              </a:prstGeom>
            </p:spPr>
          </p:pic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D09E713-59EA-4891-BB6D-38EC749B082E}"/>
                  </a:ext>
                </a:extLst>
              </p:cNvPr>
              <p:cNvSpPr txBox="1"/>
              <p:nvPr/>
            </p:nvSpPr>
            <p:spPr>
              <a:xfrm>
                <a:off x="855932" y="1710483"/>
                <a:ext cx="10488104" cy="2212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43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내용44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</a:t>
                </a:r>
                <a:r>
                  <a:rPr kumimoji="1" lang="en-US" altLang="ko-KR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108내 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입력 내용 입력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endParaRPr kumimoji="1" lang="ko-KR" altLang="en-US" sz="14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25955C26-BDF5-4AB6-80E3-8AC7292FD3DB}"/>
                </a:ext>
              </a:extLst>
            </p:cNvPr>
            <p:cNvGrpSpPr/>
            <p:nvPr/>
          </p:nvGrpSpPr>
          <p:grpSpPr>
            <a:xfrm>
              <a:off x="574038" y="6081608"/>
              <a:ext cx="10769998" cy="221279"/>
              <a:chOff x="574038" y="1710483"/>
              <a:chExt cx="10769998" cy="221279"/>
            </a:xfrm>
          </p:grpSpPr>
          <p:pic>
            <p:nvPicPr>
              <p:cNvPr id="40" name="그래픽 39">
                <a:extLst>
                  <a:ext uri="{FF2B5EF4-FFF2-40B4-BE49-F238E27FC236}">
                    <a16:creationId xmlns:a16="http://schemas.microsoft.com/office/drawing/2014/main" id="{22D40F2C-0C1E-43FB-8927-4B872B3FDC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74038" y="1730875"/>
                <a:ext cx="174314" cy="174314"/>
              </a:xfrm>
              <a:prstGeom prst="rect">
                <a:avLst/>
              </a:prstGeom>
            </p:spPr>
          </p:pic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78D116C-D65D-48C0-8CBD-A0C7D555D12E}"/>
                  </a:ext>
                </a:extLst>
              </p:cNvPr>
              <p:cNvSpPr txBox="1"/>
              <p:nvPr/>
            </p:nvSpPr>
            <p:spPr>
              <a:xfrm>
                <a:off x="855932" y="1710483"/>
                <a:ext cx="10488104" cy="2212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kumimoji="1" lang="ko-KR" altLang="en-US" sz="1400" b="1" spc="-40" dirty="0">
                    <a:solidFill>
                      <a:srgbClr val="065BA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</a:t>
                </a:r>
                <a:r>
                  <a:rPr kumimoji="1" lang="en-US" altLang="ko-KR" sz="1400" b="1" spc="-40" dirty="0">
                    <a:solidFill>
                      <a:srgbClr val="065BA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b="1" spc="-40" dirty="0">
                    <a:solidFill>
                      <a:srgbClr val="065BA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력내용 입 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 용 입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24245 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</a:t>
                </a:r>
                <a:r>
                  <a:rPr kumimoji="1" lang="ko-KR" altLang="en-US" sz="1400" spc="-40" dirty="0" err="1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내용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내용 입 력내 용입력 </a:t>
                </a:r>
                <a:r>
                  <a:rPr kumimoji="1" lang="ko-KR" altLang="en-US" sz="1400" b="1" spc="-40" dirty="0">
                    <a:solidFill>
                      <a:srgbClr val="065BA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력내 </a:t>
                </a:r>
                <a:r>
                  <a:rPr kumimoji="1" lang="en-US" altLang="ko-KR" sz="1400" b="1" spc="-40" dirty="0">
                    <a:solidFill>
                      <a:srgbClr val="065BA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108내 </a:t>
                </a:r>
                <a:r>
                  <a:rPr kumimoji="1" lang="ko-KR" altLang="en-US" sz="1400" b="1" spc="-40" dirty="0">
                    <a:solidFill>
                      <a:srgbClr val="065BA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</a:t>
                </a:r>
                <a:endParaRPr kumimoji="1" lang="en-US" altLang="ko-KR" sz="1400" b="1" spc="-40" dirty="0">
                  <a:solidFill>
                    <a:srgbClr val="065BA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69AA6FC6-CEB9-4906-BB25-96EB6E97AABD}"/>
                </a:ext>
              </a:extLst>
            </p:cNvPr>
            <p:cNvGrpSpPr/>
            <p:nvPr/>
          </p:nvGrpSpPr>
          <p:grpSpPr>
            <a:xfrm>
              <a:off x="574038" y="5482364"/>
              <a:ext cx="10769998" cy="221279"/>
              <a:chOff x="574038" y="1710483"/>
              <a:chExt cx="10769998" cy="221279"/>
            </a:xfrm>
          </p:grpSpPr>
          <p:pic>
            <p:nvPicPr>
              <p:cNvPr id="43" name="그래픽 42">
                <a:extLst>
                  <a:ext uri="{FF2B5EF4-FFF2-40B4-BE49-F238E27FC236}">
                    <a16:creationId xmlns:a16="http://schemas.microsoft.com/office/drawing/2014/main" id="{A1A9FEFF-82DE-4F6E-8104-7CBD9D77E7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74038" y="1730875"/>
                <a:ext cx="174314" cy="174314"/>
              </a:xfrm>
              <a:prstGeom prst="rect">
                <a:avLst/>
              </a:prstGeom>
            </p:spPr>
          </p:pic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F611E52-4012-49A1-9951-2FBE40CB753A}"/>
                  </a:ext>
                </a:extLst>
              </p:cNvPr>
              <p:cNvSpPr txBox="1"/>
              <p:nvPr/>
            </p:nvSpPr>
            <p:spPr>
              <a:xfrm>
                <a:off x="855932" y="1710483"/>
                <a:ext cx="10488104" cy="2212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40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내용42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en-US" altLang="ko-KR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</a:t>
                </a:r>
                <a:r>
                  <a:rPr kumimoji="1" lang="en-US" altLang="ko-KR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 용 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 </a:t>
                </a:r>
                <a:r>
                  <a:rPr kumimoji="1" lang="ko-KR" altLang="en-US" sz="1400" b="1" spc="-40" dirty="0">
                    <a:solidFill>
                      <a:srgbClr val="2B8D8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 </a:t>
                </a:r>
                <a:r>
                  <a:rPr kumimoji="1" lang="ko-KR" altLang="en-US" sz="1400" spc="-4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력내 용</a:t>
                </a:r>
              </a:p>
            </p:txBody>
          </p:sp>
        </p:grp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66773DC5-3514-4CD4-BA57-089D9BFD3C8E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C87F6AB4-3CC5-4803-A037-811DC2C28376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0" name="그래픽 49">
              <a:extLst>
                <a:ext uri="{FF2B5EF4-FFF2-40B4-BE49-F238E27FC236}">
                  <a16:creationId xmlns:a16="http://schemas.microsoft.com/office/drawing/2014/main" id="{DCB7D736-3FCA-4035-ADEF-9580880453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DE3AAFC-1214-4CCC-99C0-DD8484AFA0F8}"/>
              </a:ext>
            </a:extLst>
          </p:cNvPr>
          <p:cNvGrpSpPr/>
          <p:nvPr/>
        </p:nvGrpSpPr>
        <p:grpSpPr>
          <a:xfrm>
            <a:off x="460416" y="1868650"/>
            <a:ext cx="4884640" cy="3207705"/>
            <a:chOff x="460416" y="1868650"/>
            <a:chExt cx="4884640" cy="3207705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63442FB-2E9F-4B05-8737-AEA66B901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0416" y="1868650"/>
              <a:ext cx="4884640" cy="197820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F577F9E8-0DE0-4AEC-865E-D0B4C8CD73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48222" y="3919667"/>
              <a:ext cx="2396834" cy="1156687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9450C120-28C0-474E-9883-A9562EEA1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6259" y="3919667"/>
              <a:ext cx="2336772" cy="1156688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E614A94-A810-4B03-9833-3634B7719055}"/>
                </a:ext>
              </a:extLst>
            </p:cNvPr>
            <p:cNvSpPr txBox="1"/>
            <p:nvPr/>
          </p:nvSpPr>
          <p:spPr>
            <a:xfrm rot="19645993">
              <a:off x="2078378" y="3408877"/>
              <a:ext cx="17918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spc="50" dirty="0">
                  <a:ln w="9525" cmpd="sng">
                    <a:solidFill>
                      <a:schemeClr val="accent1"/>
                    </a:solidFill>
                    <a:prstDash val="solid"/>
                  </a:ln>
                  <a:solidFill>
                    <a:srgbClr val="70AD47">
                      <a:tint val="1000"/>
                    </a:srgbClr>
                  </a:solidFill>
                  <a:effectLst>
                    <a:glow rad="38100">
                      <a:schemeClr val="accent1">
                        <a:alpha val="40000"/>
                      </a:schemeClr>
                    </a:glow>
                  </a:effectLst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rPr>
                <a:t>내용입력내</a:t>
              </a:r>
              <a:endParaRPr lang="ko-KR" altLang="en-US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endParaRPr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15AF6D41-64E2-485D-9FA1-5FA6E6EB9E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5440" y="1912044"/>
            <a:ext cx="5724226" cy="316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3113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4ED63F-82F8-4852-A47D-EFBE7043B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</a:t>
            </a:r>
            <a:r>
              <a:rPr lang="en-US" altLang="ko-KR" dirty="0"/>
              <a:t>3내 </a:t>
            </a:r>
            <a:r>
              <a:rPr lang="ko-KR" altLang="en-US" dirty="0"/>
              <a:t>내용입 력내용 입력 내 용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5558726-48B8-40E9-A518-FC71C2368DF6}"/>
              </a:ext>
            </a:extLst>
          </p:cNvPr>
          <p:cNvGrpSpPr/>
          <p:nvPr/>
        </p:nvGrpSpPr>
        <p:grpSpPr>
          <a:xfrm>
            <a:off x="388703" y="1538287"/>
            <a:ext cx="6361953" cy="3595574"/>
            <a:chOff x="388703" y="1538287"/>
            <a:chExt cx="6361953" cy="359557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D5CF3CE-7464-4EEC-9212-52FBB5F26665}"/>
                </a:ext>
              </a:extLst>
            </p:cNvPr>
            <p:cNvSpPr/>
            <p:nvPr/>
          </p:nvSpPr>
          <p:spPr>
            <a:xfrm>
              <a:off x="389198" y="1868651"/>
              <a:ext cx="6361458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" name="양쪽 모서리가 둥근 사각형 13">
              <a:extLst>
                <a:ext uri="{FF2B5EF4-FFF2-40B4-BE49-F238E27FC236}">
                  <a16:creationId xmlns:a16="http://schemas.microsoft.com/office/drawing/2014/main" id="{9DEB8E21-70DE-4039-9363-C5B855353B5F}"/>
                </a:ext>
              </a:extLst>
            </p:cNvPr>
            <p:cNvSpPr/>
            <p:nvPr/>
          </p:nvSpPr>
          <p:spPr>
            <a:xfrm>
              <a:off x="389831" y="1538287"/>
              <a:ext cx="2772000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력내용 입 력 내 용</a:t>
              </a:r>
            </a:p>
          </p:txBody>
        </p:sp>
        <p:cxnSp>
          <p:nvCxnSpPr>
            <p:cNvPr id="6" name="직선 연결선[R] 15">
              <a:extLst>
                <a:ext uri="{FF2B5EF4-FFF2-40B4-BE49-F238E27FC236}">
                  <a16:creationId xmlns:a16="http://schemas.microsoft.com/office/drawing/2014/main" id="{3042056F-5E67-461C-95AA-A1311FC0E09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3" y="1862287"/>
              <a:ext cx="6361953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DFAFE2A2-AD5A-4EE2-BD5E-9EDC74BA860F}"/>
              </a:ext>
            </a:extLst>
          </p:cNvPr>
          <p:cNvGrpSpPr/>
          <p:nvPr/>
        </p:nvGrpSpPr>
        <p:grpSpPr>
          <a:xfrm>
            <a:off x="6917636" y="1538287"/>
            <a:ext cx="4892858" cy="3595574"/>
            <a:chOff x="6917636" y="1538287"/>
            <a:chExt cx="4892858" cy="3595574"/>
          </a:xfrm>
        </p:grpSpPr>
        <p:sp>
          <p:nvSpPr>
            <p:cNvPr id="9" name="양쪽 모서리가 둥근 사각형 34">
              <a:extLst>
                <a:ext uri="{FF2B5EF4-FFF2-40B4-BE49-F238E27FC236}">
                  <a16:creationId xmlns:a16="http://schemas.microsoft.com/office/drawing/2014/main" id="{DF043CF0-B1B4-4BFA-B013-545491549AAA}"/>
                </a:ext>
              </a:extLst>
            </p:cNvPr>
            <p:cNvSpPr/>
            <p:nvPr/>
          </p:nvSpPr>
          <p:spPr>
            <a:xfrm>
              <a:off x="6917636" y="1538287"/>
              <a:ext cx="290449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 내용 입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907526D-BB87-447F-9336-91812B5C2FEE}"/>
                </a:ext>
              </a:extLst>
            </p:cNvPr>
            <p:cNvSpPr/>
            <p:nvPr/>
          </p:nvSpPr>
          <p:spPr>
            <a:xfrm>
              <a:off x="6918017" y="1868651"/>
              <a:ext cx="4892477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1" name="직선 연결선[R] 35">
              <a:extLst>
                <a:ext uri="{FF2B5EF4-FFF2-40B4-BE49-F238E27FC236}">
                  <a16:creationId xmlns:a16="http://schemas.microsoft.com/office/drawing/2014/main" id="{6321D5D0-9082-4775-9D76-F8549046F291}"/>
                </a:ext>
              </a:extLst>
            </p:cNvPr>
            <p:cNvCxnSpPr>
              <a:cxnSpLocks/>
            </p:cNvCxnSpPr>
            <p:nvPr/>
          </p:nvCxnSpPr>
          <p:spPr>
            <a:xfrm>
              <a:off x="6917636" y="1862287"/>
              <a:ext cx="489285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01C9667-2D27-41D1-8F64-1B61DBF169A8}"/>
              </a:ext>
            </a:extLst>
          </p:cNvPr>
          <p:cNvSpPr txBox="1"/>
          <p:nvPr/>
        </p:nvSpPr>
        <p:spPr>
          <a:xfrm>
            <a:off x="851947" y="968331"/>
            <a:ext cx="10958019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 내용 </a:t>
            </a:r>
            <a:r>
              <a:rPr kumimoji="1" lang="en-US" altLang="ko-KR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내용입력내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 입 력내 용</a:t>
            </a:r>
            <a:r>
              <a:rPr kumimoji="1" lang="en-US" altLang="ko-KR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en-US" altLang="ko-KR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93내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sz="2000" b="1" spc="-40" dirty="0" err="1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</a:t>
            </a:r>
            <a:r>
              <a:rPr kumimoji="1" lang="en-US" altLang="ko-KR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5내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endParaRPr kumimoji="1" lang="ko-KR" altLang="en-US" sz="2000" b="1" spc="-40" dirty="0">
              <a:solidFill>
                <a:srgbClr val="31A5E2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1A629AEC-A821-4B54-8BB4-E1A0F3A34A6B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2794C52F-897A-456E-82D4-17285CFEA94A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35" name="직선 연결선[R] 66">
              <a:extLst>
                <a:ext uri="{FF2B5EF4-FFF2-40B4-BE49-F238E27FC236}">
                  <a16:creationId xmlns:a16="http://schemas.microsoft.com/office/drawing/2014/main" id="{2154C14D-4432-4B7A-9370-7E98B27AF31C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C1FD0F20-A798-4B45-9348-D6275B85EF14}"/>
              </a:ext>
            </a:extLst>
          </p:cNvPr>
          <p:cNvGrpSpPr/>
          <p:nvPr/>
        </p:nvGrpSpPr>
        <p:grpSpPr>
          <a:xfrm>
            <a:off x="574038" y="5781986"/>
            <a:ext cx="10769998" cy="221279"/>
            <a:chOff x="574038" y="1710483"/>
            <a:chExt cx="10769998" cy="221279"/>
          </a:xfrm>
        </p:grpSpPr>
        <p:pic>
          <p:nvPicPr>
            <p:cNvPr id="37" name="그래픽 36">
              <a:extLst>
                <a:ext uri="{FF2B5EF4-FFF2-40B4-BE49-F238E27FC236}">
                  <a16:creationId xmlns:a16="http://schemas.microsoft.com/office/drawing/2014/main" id="{B1AC0BC8-834A-41E4-93D2-378CF30BC1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D09E713-59EA-4891-BB6D-38EC749B082E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내용44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rgbClr val="2B8D8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력내용 입력내 용 입력 내용 입  력내 용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5955C26-BDF5-4AB6-80E3-8AC7292FD3DB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10483"/>
            <a:chExt cx="10769998" cy="221279"/>
          </a:xfrm>
        </p:grpSpPr>
        <p:pic>
          <p:nvPicPr>
            <p:cNvPr id="40" name="그래픽 39">
              <a:extLst>
                <a:ext uri="{FF2B5EF4-FFF2-40B4-BE49-F238E27FC236}">
                  <a16:creationId xmlns:a16="http://schemas.microsoft.com/office/drawing/2014/main" id="{22D40F2C-0C1E-43FB-8927-4B872B3FDC9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78D116C-D65D-48C0-8CBD-A0C7D555D12E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b="1" spc="-40" dirty="0">
                  <a:solidFill>
                    <a:srgbClr val="00549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</a:t>
              </a:r>
              <a:r>
                <a:rPr kumimoji="1" lang="ko-KR" altLang="en-US" sz="1400" b="1" spc="-40" dirty="0">
                  <a:solidFill>
                    <a:srgbClr val="00549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Symbol" panose="05050102010706020507" pitchFamily="18" charset="2"/>
                </a:rPr>
                <a:t>내 </a:t>
              </a:r>
              <a:r>
                <a:rPr kumimoji="1" lang="ko-KR" altLang="en-US" sz="1400" b="1" spc="-40" dirty="0">
                  <a:solidFill>
                    <a:srgbClr val="00549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 용입력 내 용 입 력 내 용 입 력 내</a:t>
              </a:r>
              <a:r>
                <a:rPr kumimoji="1" lang="ko-KR" altLang="en-US" sz="14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00549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spc="-4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69AA6FC6-CEB9-4906-BB25-96EB6E97AABD}"/>
              </a:ext>
            </a:extLst>
          </p:cNvPr>
          <p:cNvGrpSpPr/>
          <p:nvPr/>
        </p:nvGrpSpPr>
        <p:grpSpPr>
          <a:xfrm>
            <a:off x="574038" y="5482364"/>
            <a:ext cx="10769998" cy="221279"/>
            <a:chOff x="574038" y="1710483"/>
            <a:chExt cx="10769998" cy="221279"/>
          </a:xfrm>
        </p:grpSpPr>
        <p:pic>
          <p:nvPicPr>
            <p:cNvPr id="43" name="그래픽 42">
              <a:extLst>
                <a:ext uri="{FF2B5EF4-FFF2-40B4-BE49-F238E27FC236}">
                  <a16:creationId xmlns:a16="http://schemas.microsoft.com/office/drawing/2014/main" id="{A1A9FEFF-82DE-4F6E-8104-7CBD9D77E7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F611E52-4012-49A1-9951-2FBE40CB753A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내용42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rgbClr val="2B8D8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입력 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내용입 력내 용입 력 내용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66773DC5-3514-4CD4-BA57-089D9BFD3C8E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C87F6AB4-3CC5-4803-A037-811DC2C28376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0" name="그래픽 49">
              <a:extLst>
                <a:ext uri="{FF2B5EF4-FFF2-40B4-BE49-F238E27FC236}">
                  <a16:creationId xmlns:a16="http://schemas.microsoft.com/office/drawing/2014/main" id="{DCB7D736-3FCA-4035-ADEF-9580880453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pic>
        <p:nvPicPr>
          <p:cNvPr id="30" name="Picture 7">
            <a:extLst>
              <a:ext uri="{FF2B5EF4-FFF2-40B4-BE49-F238E27FC236}">
                <a16:creationId xmlns:a16="http://schemas.microsoft.com/office/drawing/2014/main" id="{2DB31159-9E85-44FE-A89C-EADD6F53C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9442" y="1909654"/>
            <a:ext cx="4729640" cy="212108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1073B8B-7898-447E-8558-A84EE75B9D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1251" y="4109978"/>
            <a:ext cx="1740261" cy="98687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B7C829C-C3F6-4B0D-87D3-453BD8E97F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1925" y="4101917"/>
            <a:ext cx="1656202" cy="9741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72F3E9F5-4B50-4435-8BDF-58171AD240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4637" y="4132594"/>
            <a:ext cx="1324445" cy="8994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3EE99BB-D02F-489B-B537-051CED457E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285" y="1930133"/>
            <a:ext cx="6138242" cy="314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7586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89BCA-497A-4A0F-96D5-33041C5EB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내</a:t>
            </a:r>
            <a:r>
              <a:rPr lang="ko-KR" altLang="en-US" dirty="0"/>
              <a:t>내용 </a:t>
            </a:r>
            <a:r>
              <a:rPr lang="en-US" altLang="ko-KR" dirty="0"/>
              <a:t>2내 </a:t>
            </a:r>
            <a:r>
              <a:rPr lang="ko-KR" altLang="en-US" dirty="0"/>
              <a:t>내용입력 내 용입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AC5445B-FFEF-42E7-9CAF-2DDA861032B0}"/>
              </a:ext>
            </a:extLst>
          </p:cNvPr>
          <p:cNvGrpSpPr/>
          <p:nvPr/>
        </p:nvGrpSpPr>
        <p:grpSpPr>
          <a:xfrm>
            <a:off x="388703" y="1667902"/>
            <a:ext cx="5811174" cy="4946403"/>
            <a:chOff x="388703" y="1538287"/>
            <a:chExt cx="5811174" cy="359557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841C091-155A-4124-8CDA-CA721F6885EE}"/>
                </a:ext>
              </a:extLst>
            </p:cNvPr>
            <p:cNvSpPr/>
            <p:nvPr/>
          </p:nvSpPr>
          <p:spPr>
            <a:xfrm>
              <a:off x="389198" y="1868651"/>
              <a:ext cx="5810679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" name="양쪽 모서리가 둥근 사각형 13">
              <a:extLst>
                <a:ext uri="{FF2B5EF4-FFF2-40B4-BE49-F238E27FC236}">
                  <a16:creationId xmlns:a16="http://schemas.microsoft.com/office/drawing/2014/main" id="{0E81EF72-D50C-4817-A323-732C224FBE31}"/>
                </a:ext>
              </a:extLst>
            </p:cNvPr>
            <p:cNvSpPr/>
            <p:nvPr/>
          </p:nvSpPr>
          <p:spPr>
            <a:xfrm>
              <a:off x="389831" y="1538287"/>
              <a:ext cx="2772000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cxnSp>
          <p:nvCxnSpPr>
            <p:cNvPr id="6" name="직선 연결선[R] 15">
              <a:extLst>
                <a:ext uri="{FF2B5EF4-FFF2-40B4-BE49-F238E27FC236}">
                  <a16:creationId xmlns:a16="http://schemas.microsoft.com/office/drawing/2014/main" id="{775DE97A-E39C-4D06-AC32-1A7084844065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3" y="1862287"/>
              <a:ext cx="58111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BC46DC9D-35AC-43A1-9023-2D714C36AFD8}"/>
              </a:ext>
            </a:extLst>
          </p:cNvPr>
          <p:cNvGrpSpPr/>
          <p:nvPr/>
        </p:nvGrpSpPr>
        <p:grpSpPr>
          <a:xfrm>
            <a:off x="6352658" y="1667902"/>
            <a:ext cx="5450144" cy="4946411"/>
            <a:chOff x="6917636" y="1538287"/>
            <a:chExt cx="5450144" cy="3595574"/>
          </a:xfrm>
        </p:grpSpPr>
        <p:sp>
          <p:nvSpPr>
            <p:cNvPr id="8" name="양쪽 모서리가 둥근 사각형 34">
              <a:extLst>
                <a:ext uri="{FF2B5EF4-FFF2-40B4-BE49-F238E27FC236}">
                  <a16:creationId xmlns:a16="http://schemas.microsoft.com/office/drawing/2014/main" id="{E6A9AD1E-2D08-4FCA-B663-10E0BE929BCD}"/>
                </a:ext>
              </a:extLst>
            </p:cNvPr>
            <p:cNvSpPr/>
            <p:nvPr/>
          </p:nvSpPr>
          <p:spPr>
            <a:xfrm>
              <a:off x="6917636" y="1538287"/>
              <a:ext cx="290449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A0F44C3-046B-4270-B9BC-44A37F70B756}"/>
                </a:ext>
              </a:extLst>
            </p:cNvPr>
            <p:cNvSpPr/>
            <p:nvPr/>
          </p:nvSpPr>
          <p:spPr>
            <a:xfrm>
              <a:off x="6918017" y="1868651"/>
              <a:ext cx="5449763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0" name="직선 연결선[R] 35">
              <a:extLst>
                <a:ext uri="{FF2B5EF4-FFF2-40B4-BE49-F238E27FC236}">
                  <a16:creationId xmlns:a16="http://schemas.microsoft.com/office/drawing/2014/main" id="{64CC2B25-66FC-48FE-9AF2-0D86E8FDDF8E}"/>
                </a:ext>
              </a:extLst>
            </p:cNvPr>
            <p:cNvCxnSpPr>
              <a:cxnSpLocks/>
            </p:cNvCxnSpPr>
            <p:nvPr/>
          </p:nvCxnSpPr>
          <p:spPr>
            <a:xfrm>
              <a:off x="6917636" y="1862287"/>
              <a:ext cx="545014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01F360F-4577-49DD-8E6E-4D766B528ACE}"/>
              </a:ext>
            </a:extLst>
          </p:cNvPr>
          <p:cNvGrpSpPr/>
          <p:nvPr/>
        </p:nvGrpSpPr>
        <p:grpSpPr>
          <a:xfrm>
            <a:off x="332429" y="995818"/>
            <a:ext cx="11525477" cy="426088"/>
            <a:chOff x="284489" y="894590"/>
            <a:chExt cx="11525477" cy="42608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6192D80-AAA5-47DF-AAD2-F4C02418589F}"/>
                </a:ext>
              </a:extLst>
            </p:cNvPr>
            <p:cNvSpPr txBox="1"/>
            <p:nvPr/>
          </p:nvSpPr>
          <p:spPr>
            <a:xfrm>
              <a:off x="851947" y="968331"/>
              <a:ext cx="10958019" cy="3161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20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내용 입력 내용 입력 </a:t>
              </a:r>
              <a:r>
                <a:rPr kumimoji="1" lang="en-US" altLang="ko-KR" sz="20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</a:t>
              </a:r>
              <a:r>
                <a:rPr kumimoji="1" lang="ko-KR" altLang="en-US" sz="20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</a:t>
              </a:r>
              <a:r>
                <a:rPr kumimoji="1" lang="en-US" altLang="ko-KR" sz="20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</a:t>
              </a:r>
              <a:r>
                <a:rPr kumimoji="1" lang="ko-KR" altLang="en-US" sz="20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</a:t>
              </a:r>
              <a:r>
                <a:rPr kumimoji="1" lang="en-US" altLang="ko-KR" sz="20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</a:t>
              </a:r>
              <a:r>
                <a:rPr kumimoji="1" lang="ko-KR" altLang="en-US" sz="20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 </a:t>
              </a:r>
              <a:r>
                <a:rPr kumimoji="1" lang="ko-KR" altLang="en-US" sz="2000" b="1" spc="-40" dirty="0">
                  <a:solidFill>
                    <a:srgbClr val="31A5E2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내용 입 력내용 입</a:t>
              </a:r>
              <a:r>
                <a:rPr kumimoji="1" lang="en-US" altLang="ko-KR" sz="2000" b="1" spc="-40" dirty="0">
                  <a:solidFill>
                    <a:srgbClr val="31A5E2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</a:t>
              </a:r>
              <a:r>
                <a:rPr kumimoji="1" lang="ko-KR" altLang="en-US" sz="2000" b="1" spc="-40" dirty="0">
                  <a:solidFill>
                    <a:srgbClr val="31A5E2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 </a:t>
              </a:r>
              <a:r>
                <a:rPr kumimoji="1" lang="ko-KR" altLang="en-US" sz="2000" b="1" spc="-40" dirty="0">
                  <a:solidFill>
                    <a:srgbClr val="0181AF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내용입 력내 용</a:t>
              </a:r>
              <a:r>
                <a:rPr kumimoji="1" lang="en-US" altLang="ko-KR" sz="2000" b="1" spc="-40" dirty="0">
                  <a:solidFill>
                    <a:srgbClr val="0181AF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</a:t>
              </a:r>
              <a:r>
                <a:rPr kumimoji="1" lang="ko-KR" altLang="en-US" sz="2000" b="1" spc="-40" dirty="0">
                  <a:solidFill>
                    <a:srgbClr val="0181AF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내용</a:t>
              </a:r>
              <a:r>
                <a:rPr kumimoji="1" lang="en-US" altLang="ko-KR" sz="2000" b="1" spc="-40" dirty="0">
                  <a:solidFill>
                    <a:srgbClr val="0181AF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</a:t>
              </a:r>
              <a:r>
                <a:rPr kumimoji="1" lang="ko-KR" altLang="en-US" sz="2000" b="1" spc="-40" dirty="0">
                  <a:solidFill>
                    <a:srgbClr val="0181AF"/>
                  </a:solidFill>
                  <a:latin typeface="Pretendard" panose="020B0600000101010101" charset="-127"/>
                  <a:ea typeface="Pretendard" panose="020B0600000101010101" charset="-127"/>
                  <a:cs typeface="Pretendard" panose="020B0600000101010101" charset="-127"/>
                </a:rPr>
                <a:t>내용입 력 </a:t>
              </a: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7A7C94FC-07A0-4BD8-8547-81808FBFCB1A}"/>
                </a:ext>
              </a:extLst>
            </p:cNvPr>
            <p:cNvGrpSpPr/>
            <p:nvPr/>
          </p:nvGrpSpPr>
          <p:grpSpPr>
            <a:xfrm>
              <a:off x="284489" y="894590"/>
              <a:ext cx="426088" cy="426088"/>
              <a:chOff x="284489" y="903299"/>
              <a:chExt cx="426088" cy="426088"/>
            </a:xfrm>
          </p:grpSpPr>
          <p:sp>
            <p:nvSpPr>
              <p:cNvPr id="13" name="타원 12">
                <a:extLst>
                  <a:ext uri="{FF2B5EF4-FFF2-40B4-BE49-F238E27FC236}">
                    <a16:creationId xmlns:a16="http://schemas.microsoft.com/office/drawing/2014/main" id="{4CCA69C9-8913-4BC7-9FF4-B0854B01D976}"/>
                  </a:ext>
                </a:extLst>
              </p:cNvPr>
              <p:cNvSpPr/>
              <p:nvPr/>
            </p:nvSpPr>
            <p:spPr>
              <a:xfrm>
                <a:off x="284489" y="903299"/>
                <a:ext cx="426088" cy="426088"/>
              </a:xfrm>
              <a:prstGeom prst="ellipse">
                <a:avLst/>
              </a:prstGeom>
              <a:gradFill flip="none" rotWithShape="1">
                <a:gsLst>
                  <a:gs pos="13775">
                    <a:srgbClr val="8AD7E5"/>
                  </a:gs>
                  <a:gs pos="0">
                    <a:srgbClr val="39BCBD">
                      <a:lumMod val="20000"/>
                      <a:lumOff val="80000"/>
                    </a:srgbClr>
                  </a:gs>
                  <a:gs pos="38000">
                    <a:srgbClr val="37B7D6"/>
                  </a:gs>
                  <a:gs pos="100000">
                    <a:srgbClr val="066DB6"/>
                  </a:gs>
                  <a:gs pos="77000">
                    <a:srgbClr val="0F8DDB"/>
                  </a:gs>
                </a:gsLst>
                <a:lin ang="5400000" scaled="0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>
                <a:outerShdw blurRad="38100" dist="25400" dir="5400000" algn="tl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pPr algn="ctr" latinLnBrk="0"/>
                <a:endParaRPr lang="ko-KR" altLang="en-US" kern="0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pic>
            <p:nvPicPr>
              <p:cNvPr id="14" name="그래픽 13">
                <a:extLst>
                  <a:ext uri="{FF2B5EF4-FFF2-40B4-BE49-F238E27FC236}">
                    <a16:creationId xmlns:a16="http://schemas.microsoft.com/office/drawing/2014/main" id="{83FE9F85-AB55-4B07-8641-1001FA3B68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372508" y="991318"/>
                <a:ext cx="250050" cy="250050"/>
              </a:xfrm>
              <a:prstGeom prst="rect">
                <a:avLst/>
              </a:prstGeom>
            </p:spPr>
          </p:pic>
        </p:grpSp>
      </p:grpSp>
      <p:pic>
        <p:nvPicPr>
          <p:cNvPr id="32" name="Picture 2">
            <a:extLst>
              <a:ext uri="{FF2B5EF4-FFF2-40B4-BE49-F238E27FC236}">
                <a16:creationId xmlns:a16="http://schemas.microsoft.com/office/drawing/2014/main" id="{021231A7-D437-4D57-9414-4A4DDB0FE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489" y="2176245"/>
            <a:ext cx="4562716" cy="441950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EE2EEBFF-2B49-4DAB-8D7C-7E50D7A1C50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339" r="765"/>
          <a:stretch/>
        </p:blipFill>
        <p:spPr>
          <a:xfrm>
            <a:off x="554036" y="2353304"/>
            <a:ext cx="5472000" cy="401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5512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5C694A-1768-46EE-8EF0-92B685C5C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내</a:t>
            </a:r>
            <a:r>
              <a:rPr lang="ko-KR" altLang="en-US" dirty="0"/>
              <a:t>내용 </a:t>
            </a:r>
            <a:r>
              <a:rPr lang="en-US" altLang="ko-KR" dirty="0"/>
              <a:t>2내 </a:t>
            </a:r>
            <a:r>
              <a:rPr lang="ko-KR" altLang="en-US" dirty="0"/>
              <a:t>내용입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3296F4CD-3AD5-4E70-A29F-346FDE95D5AB}"/>
              </a:ext>
            </a:extLst>
          </p:cNvPr>
          <p:cNvGrpSpPr/>
          <p:nvPr/>
        </p:nvGrpSpPr>
        <p:grpSpPr>
          <a:xfrm>
            <a:off x="416843" y="3724903"/>
            <a:ext cx="11393123" cy="2994981"/>
            <a:chOff x="402629" y="3100604"/>
            <a:chExt cx="11393123" cy="3282763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B081BEE9-431A-4662-AB01-B9C865E90E82}"/>
                </a:ext>
              </a:extLst>
            </p:cNvPr>
            <p:cNvSpPr/>
            <p:nvPr/>
          </p:nvSpPr>
          <p:spPr>
            <a:xfrm>
              <a:off x="402629" y="3100604"/>
              <a:ext cx="5431101" cy="1521424"/>
            </a:xfrm>
            <a:prstGeom prst="roundRect">
              <a:avLst>
                <a:gd name="adj" fmla="val 11245"/>
              </a:avLst>
            </a:prstGeom>
            <a:solidFill>
              <a:sysClr val="window" lastClr="FFFFFF"/>
            </a:solidFill>
            <a:ln w="22225" cap="flat" cmpd="sng" algn="ctr">
              <a:solidFill>
                <a:srgbClr val="00ACB0"/>
              </a:solidFill>
              <a:prstDash val="solid"/>
              <a:miter lim="800000"/>
            </a:ln>
            <a:effectLst>
              <a:outerShdw blurRad="50800" dist="254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AA374FB2-1A5E-4DF9-8D81-73875A5F48D1}"/>
                </a:ext>
              </a:extLst>
            </p:cNvPr>
            <p:cNvSpPr/>
            <p:nvPr/>
          </p:nvSpPr>
          <p:spPr>
            <a:xfrm flipH="1">
              <a:off x="6386121" y="3100604"/>
              <a:ext cx="5409631" cy="1521424"/>
            </a:xfrm>
            <a:prstGeom prst="roundRect">
              <a:avLst>
                <a:gd name="adj" fmla="val 11245"/>
              </a:avLst>
            </a:prstGeom>
            <a:solidFill>
              <a:sysClr val="window" lastClr="FFFFFF"/>
            </a:solidFill>
            <a:ln w="22225" cap="flat" cmpd="sng" algn="ctr">
              <a:solidFill>
                <a:srgbClr val="29AAE1"/>
              </a:solidFill>
              <a:prstDash val="solid"/>
              <a:miter lim="800000"/>
            </a:ln>
            <a:effectLst>
              <a:outerShdw blurRad="50800" dist="254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B718DC6E-12E0-4829-AFEA-7FE1BE9592F3}"/>
                </a:ext>
              </a:extLst>
            </p:cNvPr>
            <p:cNvSpPr/>
            <p:nvPr/>
          </p:nvSpPr>
          <p:spPr>
            <a:xfrm flipH="1">
              <a:off x="402629" y="4861943"/>
              <a:ext cx="5431101" cy="1521424"/>
            </a:xfrm>
            <a:prstGeom prst="roundRect">
              <a:avLst>
                <a:gd name="adj" fmla="val 11245"/>
              </a:avLst>
            </a:prstGeom>
            <a:solidFill>
              <a:sysClr val="window" lastClr="FFFFFF"/>
            </a:solidFill>
            <a:ln w="22225" cap="flat" cmpd="sng" algn="ctr">
              <a:solidFill>
                <a:srgbClr val="29AAE1"/>
              </a:solidFill>
              <a:prstDash val="solid"/>
              <a:miter lim="800000"/>
            </a:ln>
            <a:effectLst>
              <a:outerShdw blurRad="50800" dist="254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4B877A47-B434-49EC-81E9-B372A64397C8}"/>
                </a:ext>
              </a:extLst>
            </p:cNvPr>
            <p:cNvSpPr/>
            <p:nvPr/>
          </p:nvSpPr>
          <p:spPr>
            <a:xfrm>
              <a:off x="6386121" y="4861943"/>
              <a:ext cx="5409631" cy="1521424"/>
            </a:xfrm>
            <a:prstGeom prst="roundRect">
              <a:avLst>
                <a:gd name="adj" fmla="val 11245"/>
              </a:avLst>
            </a:prstGeom>
            <a:solidFill>
              <a:sysClr val="window" lastClr="FFFFFF"/>
            </a:solidFill>
            <a:ln w="22225" cap="flat" cmpd="sng" algn="ctr">
              <a:solidFill>
                <a:srgbClr val="00ACB0"/>
              </a:solidFill>
              <a:prstDash val="solid"/>
              <a:miter lim="800000"/>
            </a:ln>
            <a:effectLst>
              <a:outerShdw blurRad="50800" dist="254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9" name="양쪽 모서리가 둥근 사각형 37">
              <a:extLst>
                <a:ext uri="{FF2B5EF4-FFF2-40B4-BE49-F238E27FC236}">
                  <a16:creationId xmlns:a16="http://schemas.microsoft.com/office/drawing/2014/main" id="{3AC79C66-A661-4ED1-A4E6-7E196CA3B0F0}"/>
                </a:ext>
              </a:extLst>
            </p:cNvPr>
            <p:cNvSpPr/>
            <p:nvPr/>
          </p:nvSpPr>
          <p:spPr>
            <a:xfrm>
              <a:off x="1427966" y="3100604"/>
              <a:ext cx="3420000" cy="410946"/>
            </a:xfrm>
            <a:prstGeom prst="round2SameRect">
              <a:avLst>
                <a:gd name="adj1" fmla="val 0"/>
                <a:gd name="adj2" fmla="val 28418"/>
              </a:avLst>
            </a:prstGeom>
            <a:solidFill>
              <a:srgbClr val="00AC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kumimoji="1" lang="ko-KR" altLang="en-US" sz="1700" b="1" spc="-4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1700" b="1" spc="-4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700" b="1" spc="-4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endParaRPr kumimoji="1" lang="en-US" altLang="ko-KR" sz="1700" b="1" spc="-4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0" name="양쪽 모서리가 둥근 사각형 37">
              <a:extLst>
                <a:ext uri="{FF2B5EF4-FFF2-40B4-BE49-F238E27FC236}">
                  <a16:creationId xmlns:a16="http://schemas.microsoft.com/office/drawing/2014/main" id="{96BD7C0E-DD68-4E7B-9436-2B7516498467}"/>
                </a:ext>
              </a:extLst>
            </p:cNvPr>
            <p:cNvSpPr/>
            <p:nvPr/>
          </p:nvSpPr>
          <p:spPr>
            <a:xfrm>
              <a:off x="1427966" y="4861943"/>
              <a:ext cx="3420000" cy="410942"/>
            </a:xfrm>
            <a:prstGeom prst="round2SameRect">
              <a:avLst>
                <a:gd name="adj1" fmla="val 0"/>
                <a:gd name="adj2" fmla="val 28418"/>
              </a:avLst>
            </a:prstGeom>
            <a:solidFill>
              <a:srgbClr val="31A5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kumimoji="1" lang="ko-KR" altLang="en-US" sz="1700" b="1" spc="-4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</a:t>
              </a:r>
              <a:endParaRPr kumimoji="1" lang="en-US" altLang="ko-KR" sz="1700" b="1" spc="-4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1" name="양쪽 모서리가 둥근 사각형 37">
              <a:extLst>
                <a:ext uri="{FF2B5EF4-FFF2-40B4-BE49-F238E27FC236}">
                  <a16:creationId xmlns:a16="http://schemas.microsoft.com/office/drawing/2014/main" id="{2FD51BEA-EB63-4BE7-9A6E-D0E29EA330E1}"/>
                </a:ext>
              </a:extLst>
            </p:cNvPr>
            <p:cNvSpPr/>
            <p:nvPr/>
          </p:nvSpPr>
          <p:spPr>
            <a:xfrm>
              <a:off x="7380936" y="3100604"/>
              <a:ext cx="3420000" cy="410946"/>
            </a:xfrm>
            <a:prstGeom prst="round2SameRect">
              <a:avLst>
                <a:gd name="adj1" fmla="val 0"/>
                <a:gd name="adj2" fmla="val 28418"/>
              </a:avLst>
            </a:prstGeom>
            <a:solidFill>
              <a:srgbClr val="31A5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kumimoji="1" lang="ko-KR" altLang="en-US" sz="1700" b="1" spc="-4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</a:t>
              </a:r>
              <a:endParaRPr kumimoji="1" lang="en-US" altLang="ko-KR" sz="1700" b="1" spc="-4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2" name="양쪽 모서리가 둥근 사각형 37">
              <a:extLst>
                <a:ext uri="{FF2B5EF4-FFF2-40B4-BE49-F238E27FC236}">
                  <a16:creationId xmlns:a16="http://schemas.microsoft.com/office/drawing/2014/main" id="{062EAF49-C1F2-4D21-84E6-508A4A9F82CB}"/>
                </a:ext>
              </a:extLst>
            </p:cNvPr>
            <p:cNvSpPr/>
            <p:nvPr/>
          </p:nvSpPr>
          <p:spPr>
            <a:xfrm>
              <a:off x="7380936" y="4861943"/>
              <a:ext cx="3420000" cy="410942"/>
            </a:xfrm>
            <a:prstGeom prst="round2SameRect">
              <a:avLst>
                <a:gd name="adj1" fmla="val 0"/>
                <a:gd name="adj2" fmla="val 28418"/>
              </a:avLst>
            </a:prstGeom>
            <a:solidFill>
              <a:srgbClr val="00AC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kumimoji="1" lang="ko-KR" altLang="en-US" sz="1700" b="1" spc="-4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1700" b="1" spc="-4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700" b="1" spc="-40" dirty="0" err="1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700" b="1" spc="-4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</a:t>
              </a:r>
            </a:p>
          </p:txBody>
        </p:sp>
        <p:pic>
          <p:nvPicPr>
            <p:cNvPr id="31" name="그래픽 30">
              <a:extLst>
                <a:ext uri="{FF2B5EF4-FFF2-40B4-BE49-F238E27FC236}">
                  <a16:creationId xmlns:a16="http://schemas.microsoft.com/office/drawing/2014/main" id="{B2138228-5F86-45FF-9BCE-BF86C0E376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47517" y="5499937"/>
              <a:ext cx="78225" cy="50504"/>
            </a:xfrm>
            <a:prstGeom prst="rect">
              <a:avLst/>
            </a:prstGeom>
          </p:spPr>
        </p:pic>
        <p:sp>
          <p:nvSpPr>
            <p:cNvPr id="49" name="Rectangle 304">
              <a:extLst>
                <a:ext uri="{FF2B5EF4-FFF2-40B4-BE49-F238E27FC236}">
                  <a16:creationId xmlns:a16="http://schemas.microsoft.com/office/drawing/2014/main" id="{52F214AF-B68A-4E68-9EA0-4F3A639446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7517" y="3592025"/>
              <a:ext cx="4575713" cy="1015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62000" marR="0" lvl="0" indent="-162000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내용입</a:t>
              </a:r>
              <a:r>
                <a:rPr kumimoji="0" lang="en-US" altLang="ko-KR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내용입력내용 입력내용 </a:t>
              </a:r>
              <a:r>
                <a:rPr kumimoji="0" lang="ko-KR" altLang="en-US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입 력</a:t>
              </a:r>
              <a:r>
                <a:rPr kumimoji="0" lang="ko-KR" altLang="en-US" sz="15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 </a:t>
              </a:r>
              <a:r>
                <a:rPr kumimoji="0" lang="en-US" altLang="ko-KR" sz="15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5189 </a:t>
              </a:r>
              <a:r>
                <a:rPr kumimoji="0" lang="ko-KR" altLang="en-US" sz="15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내용입 력 내 용</a:t>
              </a:r>
              <a:endParaRPr kumimoji="0" lang="en-US" altLang="ko-KR" sz="1500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marR="0" lvl="0" algn="ctr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 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내용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 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내용입 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내용입 력내 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50.1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내5169용 75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내5174용</a:t>
              </a:r>
              <a:endParaRPr kumimoji="0" lang="ko-KR" altLang="en-US" sz="1100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50" name="Rectangle 304">
              <a:extLst>
                <a:ext uri="{FF2B5EF4-FFF2-40B4-BE49-F238E27FC236}">
                  <a16:creationId xmlns:a16="http://schemas.microsoft.com/office/drawing/2014/main" id="{F875952F-93E2-41B9-8BAF-72E09E832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3079" y="3613105"/>
              <a:ext cx="4651661" cy="987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62000" marR="0" lvl="0" indent="-162000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5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내용입  력내 </a:t>
              </a:r>
              <a:r>
                <a:rPr kumimoji="0" lang="en-US" altLang="ko-KR" sz="15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</a:t>
              </a:r>
              <a:r>
                <a:rPr kumimoji="0" lang="ko-KR" altLang="en-US" sz="15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 용입 력내 용 입</a:t>
              </a:r>
              <a:r>
                <a:rPr kumimoji="0" lang="ko-KR" altLang="en-US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내 용 입 력내 용  </a:t>
              </a:r>
              <a:r>
                <a:rPr kumimoji="0" lang="en-US" altLang="ko-KR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</a:t>
              </a:r>
              <a:r>
                <a:rPr kumimoji="0" lang="ko-KR" altLang="en-US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입 력내</a:t>
              </a:r>
              <a:endParaRPr kumimoji="0" lang="en-US" altLang="ko-KR" sz="1500" b="1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lvl="0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 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내용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 용입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 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33484내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내용입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 용입력 내용 5219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내용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 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내용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 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내용입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 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내용 입</a:t>
              </a:r>
              <a:endParaRPr kumimoji="0" lang="en-US" altLang="ko-KR" sz="1500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51" name="Rectangle 304">
              <a:extLst>
                <a:ext uri="{FF2B5EF4-FFF2-40B4-BE49-F238E27FC236}">
                  <a16:creationId xmlns:a16="http://schemas.microsoft.com/office/drawing/2014/main" id="{FB5FC085-E85E-4752-9947-04844836F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802" y="5499938"/>
              <a:ext cx="4575713" cy="683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62000" marR="0" lvl="0" indent="-162000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입 력내 용 </a:t>
              </a:r>
              <a:r>
                <a:rPr kumimoji="0" lang="ko-KR" altLang="en-US" sz="15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 </a:t>
              </a:r>
              <a:r>
                <a:rPr kumimoji="0" lang="ko-KR" altLang="en-US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입 력내 용</a:t>
              </a:r>
              <a:r>
                <a:rPr kumimoji="0" lang="ko-KR" altLang="en-US" sz="15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입 력내 용입력 내용</a:t>
              </a:r>
              <a:endParaRPr kumimoji="0" lang="ko-KR" altLang="en-US" sz="1500" b="1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52" name="Rectangle 304">
              <a:extLst>
                <a:ext uri="{FF2B5EF4-FFF2-40B4-BE49-F238E27FC236}">
                  <a16:creationId xmlns:a16="http://schemas.microsoft.com/office/drawing/2014/main" id="{06BBB349-9F5B-4D6D-AC86-61A92D634C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3079" y="5493717"/>
              <a:ext cx="4575713" cy="683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162000" lvl="0" indent="-162000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kumimoji="0" lang="ko-KR" altLang="en-US" sz="1500" kern="0" dirty="0" err="1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</a:t>
              </a:r>
              <a:r>
                <a:rPr kumimoji="0" lang="ko-KR" altLang="en-US" sz="15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내용입 력내용 입 </a:t>
              </a:r>
              <a:r>
                <a:rPr kumimoji="0" lang="ko-KR" altLang="en-US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 </a:t>
              </a:r>
              <a:r>
                <a:rPr kumimoji="0" lang="en-US" altLang="ko-KR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</a:t>
              </a:r>
              <a:r>
                <a:rPr kumimoji="0" lang="ko-KR" altLang="en-US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내용입</a:t>
              </a:r>
              <a:r>
                <a:rPr kumimoji="0" lang="en-US" altLang="ko-KR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 </a:t>
              </a:r>
              <a:r>
                <a:rPr kumimoji="0" lang="ko-KR" altLang="en-US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</a:t>
              </a:r>
              <a:r>
                <a:rPr kumimoji="0" lang="en-US" altLang="ko-KR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내</a:t>
              </a:r>
              <a:r>
                <a:rPr kumimoji="0" lang="ko-KR" altLang="en-US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내용입</a:t>
              </a:r>
              <a:r>
                <a:rPr kumimoji="0" lang="en-US" altLang="ko-KR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</a:t>
              </a:r>
              <a:r>
                <a:rPr kumimoji="0" lang="ko-KR" altLang="en-US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내용</a:t>
              </a:r>
              <a:r>
                <a:rPr kumimoji="0" lang="en-US" altLang="ko-KR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</a:t>
              </a:r>
              <a:r>
                <a:rPr kumimoji="0" lang="ko-KR" altLang="en-US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입</a:t>
              </a: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5CCC8C35-55B3-4EC3-AD7D-1F4BBFCEC8D1}"/>
              </a:ext>
            </a:extLst>
          </p:cNvPr>
          <p:cNvGrpSpPr/>
          <p:nvPr/>
        </p:nvGrpSpPr>
        <p:grpSpPr>
          <a:xfrm>
            <a:off x="416842" y="1463662"/>
            <a:ext cx="11369640" cy="2042359"/>
            <a:chOff x="411043" y="911001"/>
            <a:chExt cx="11369640" cy="2328854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15460B6E-4A92-47BA-9D15-FD2300837BB2}"/>
                </a:ext>
              </a:extLst>
            </p:cNvPr>
            <p:cNvGrpSpPr/>
            <p:nvPr/>
          </p:nvGrpSpPr>
          <p:grpSpPr>
            <a:xfrm>
              <a:off x="411044" y="911001"/>
              <a:ext cx="3515770" cy="2328854"/>
              <a:chOff x="8150394" y="1381313"/>
              <a:chExt cx="3651774" cy="5092619"/>
            </a:xfrm>
          </p:grpSpPr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6581ACED-7C88-489A-9A9F-F259711B0852}"/>
                  </a:ext>
                </a:extLst>
              </p:cNvPr>
              <p:cNvSpPr/>
              <p:nvPr/>
            </p:nvSpPr>
            <p:spPr>
              <a:xfrm>
                <a:off x="8150678" y="1381313"/>
                <a:ext cx="3651490" cy="509261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56" name="직선 연결선[R] 53">
                <a:extLst>
                  <a:ext uri="{FF2B5EF4-FFF2-40B4-BE49-F238E27FC236}">
                    <a16:creationId xmlns:a16="http://schemas.microsoft.com/office/drawing/2014/main" id="{78F5242C-F23F-4DB2-8FD8-501C985222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0394" y="1381313"/>
                <a:ext cx="3651774" cy="0"/>
              </a:xfrm>
              <a:prstGeom prst="line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00ACB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C462841B-D855-4747-A7C7-8E5332970068}"/>
                </a:ext>
              </a:extLst>
            </p:cNvPr>
            <p:cNvGrpSpPr/>
            <p:nvPr/>
          </p:nvGrpSpPr>
          <p:grpSpPr>
            <a:xfrm>
              <a:off x="4338115" y="911001"/>
              <a:ext cx="3515770" cy="2328854"/>
              <a:chOff x="8150394" y="1381313"/>
              <a:chExt cx="3651774" cy="5092619"/>
            </a:xfrm>
          </p:grpSpPr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5820C98C-29D9-4DFA-8604-E78E99A2BCC8}"/>
                  </a:ext>
                </a:extLst>
              </p:cNvPr>
              <p:cNvSpPr/>
              <p:nvPr/>
            </p:nvSpPr>
            <p:spPr>
              <a:xfrm>
                <a:off x="8150678" y="1381313"/>
                <a:ext cx="3651490" cy="509261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59" name="직선 연결선[R] 53">
                <a:extLst>
                  <a:ext uri="{FF2B5EF4-FFF2-40B4-BE49-F238E27FC236}">
                    <a16:creationId xmlns:a16="http://schemas.microsoft.com/office/drawing/2014/main" id="{EC4DDB05-61C9-42BA-975B-BBC459D056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0394" y="1381313"/>
                <a:ext cx="3651774" cy="0"/>
              </a:xfrm>
              <a:prstGeom prst="line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00ACB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68E55E9F-B2AF-4CEA-8DF3-94D14E7F00C2}"/>
                </a:ext>
              </a:extLst>
            </p:cNvPr>
            <p:cNvGrpSpPr/>
            <p:nvPr/>
          </p:nvGrpSpPr>
          <p:grpSpPr>
            <a:xfrm>
              <a:off x="8264913" y="911001"/>
              <a:ext cx="3515770" cy="2328854"/>
              <a:chOff x="8150394" y="1381313"/>
              <a:chExt cx="3651774" cy="5092619"/>
            </a:xfrm>
          </p:grpSpPr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16188434-1834-4507-86CA-CD733C233D85}"/>
                  </a:ext>
                </a:extLst>
              </p:cNvPr>
              <p:cNvSpPr/>
              <p:nvPr/>
            </p:nvSpPr>
            <p:spPr>
              <a:xfrm>
                <a:off x="8150678" y="1381313"/>
                <a:ext cx="3651490" cy="509261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62" name="직선 연결선[R] 53">
                <a:extLst>
                  <a:ext uri="{FF2B5EF4-FFF2-40B4-BE49-F238E27FC236}">
                    <a16:creationId xmlns:a16="http://schemas.microsoft.com/office/drawing/2014/main" id="{E8AB4732-7BCD-4DE0-91BB-3F8A9B5422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0394" y="1381313"/>
                <a:ext cx="3651774" cy="0"/>
              </a:xfrm>
              <a:prstGeom prst="line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00ACB0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10BBCB0-C283-401C-B1D8-5EE9A08E33FA}"/>
                </a:ext>
              </a:extLst>
            </p:cNvPr>
            <p:cNvSpPr txBox="1"/>
            <p:nvPr/>
          </p:nvSpPr>
          <p:spPr>
            <a:xfrm>
              <a:off x="1178107" y="1190305"/>
              <a:ext cx="191380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800" kern="0" dirty="0">
                  <a:ln w="19050">
                    <a:noFill/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</a:rPr>
                <a:t>256 </a:t>
              </a:r>
              <a:r>
                <a:rPr lang="ko-KR" altLang="en-US" sz="2800" kern="0" dirty="0">
                  <a:ln w="19050">
                    <a:noFill/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</a:rPr>
                <a:t>내 용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FF73183-C8FE-4A81-8AB1-97F106B8DD4A}"/>
                </a:ext>
              </a:extLst>
            </p:cNvPr>
            <p:cNvSpPr txBox="1"/>
            <p:nvPr/>
          </p:nvSpPr>
          <p:spPr>
            <a:xfrm>
              <a:off x="4693604" y="1197497"/>
              <a:ext cx="2660901" cy="5966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800" kern="0" dirty="0">
                  <a:ln w="19050">
                    <a:noFill/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</a:rPr>
                <a:t>254</a:t>
              </a:r>
              <a:r>
                <a:rPr lang="ko-KR" altLang="en-US" sz="2800" kern="0" dirty="0">
                  <a:ln w="19050">
                    <a:noFill/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</a:rPr>
                <a:t>내 </a:t>
              </a:r>
              <a:r>
                <a:rPr lang="en-US" altLang="ko-KR" sz="2800" kern="0" dirty="0">
                  <a:ln w="19050">
                    <a:noFill/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</a:rPr>
                <a:t>내</a:t>
              </a:r>
              <a:endParaRPr lang="ko-KR" altLang="en-US" sz="2800" kern="0" dirty="0">
                <a:ln w="19050">
                  <a:noFill/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2700000" scaled="1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B12568-CF13-4597-9E1D-EB2C9B2BCBC5}"/>
                </a:ext>
              </a:extLst>
            </p:cNvPr>
            <p:cNvSpPr txBox="1"/>
            <p:nvPr/>
          </p:nvSpPr>
          <p:spPr>
            <a:xfrm>
              <a:off x="8573080" y="1190305"/>
              <a:ext cx="296135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800" kern="0" dirty="0">
                  <a:ln w="19050">
                    <a:noFill/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</a:rPr>
                <a:t>290</a:t>
              </a:r>
              <a:r>
                <a:rPr lang="ko-KR" altLang="en-US" sz="2800" kern="0" dirty="0">
                  <a:ln w="19050">
                    <a:noFill/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</a:rPr>
                <a:t>내</a:t>
              </a:r>
              <a:r>
                <a:rPr lang="en-US" altLang="ko-KR" sz="2800" kern="0" dirty="0">
                  <a:ln w="19050">
                    <a:noFill/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</a:rPr>
                <a:t>내5,109</a:t>
              </a:r>
              <a:r>
                <a:rPr lang="ko-KR" altLang="en-US" sz="2800" kern="0" dirty="0">
                  <a:ln w="19050">
                    <a:noFill/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</a:rPr>
                <a:t>내</a:t>
              </a:r>
            </a:p>
          </p:txBody>
        </p:sp>
        <p:sp>
          <p:nvSpPr>
            <p:cNvPr id="67" name="Rectangle 304">
              <a:extLst>
                <a:ext uri="{FF2B5EF4-FFF2-40B4-BE49-F238E27FC236}">
                  <a16:creationId xmlns:a16="http://schemas.microsoft.com/office/drawing/2014/main" id="{BE80EFE6-DD79-4C94-A089-B36A7A03E2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043" y="1786945"/>
              <a:ext cx="3515497" cy="124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R="0" lvl="0" algn="ctr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r>
                <a:rPr kumimoji="0" lang="en-US" altLang="ko-KR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</a:t>
              </a:r>
              <a:r>
                <a:rPr kumimoji="0" lang="en-US" altLang="ko-KR" sz="1500" b="1" kern="0" baseline="-2500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2</a:t>
              </a:r>
              <a:r>
                <a:rPr kumimoji="0" lang="en-US" altLang="ko-KR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</a:t>
              </a:r>
              <a:r>
                <a:rPr kumimoji="0" lang="ko-KR" altLang="en-US" sz="15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</a:t>
              </a:r>
              <a:endParaRPr kumimoji="0" lang="en-US" altLang="ko-KR" sz="1500" b="1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marR="0" lvl="0" algn="ctr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r>
                <a:rPr kumimoji="0" lang="en-US" altLang="ko-KR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내용입 3</a:t>
              </a:r>
              <a:r>
                <a:rPr kumimoji="0" lang="ko-KR" altLang="en-US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 </a:t>
              </a:r>
              <a:r>
                <a:rPr kumimoji="0" lang="en-US" altLang="ko-KR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33내</a:t>
              </a:r>
            </a:p>
            <a:p>
              <a:pPr marR="0" lvl="0" algn="ctr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r>
                <a:rPr kumimoji="0" lang="en-US" altLang="ko-KR" sz="12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내용231입 </a:t>
              </a:r>
              <a:r>
                <a:rPr kumimoji="0" lang="ko-KR" altLang="en-US" sz="12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입</a:t>
              </a:r>
              <a:r>
                <a:rPr kumimoji="0" lang="en-US" altLang="ko-KR" sz="12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33</a:t>
              </a:r>
              <a:r>
                <a:rPr kumimoji="0" lang="ko-KR" altLang="en-US" sz="12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입 력</a:t>
              </a:r>
              <a:r>
                <a:rPr kumimoji="0" lang="en-US" altLang="ko-KR" sz="12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</a:t>
              </a:r>
            </a:p>
          </p:txBody>
        </p:sp>
        <p:sp>
          <p:nvSpPr>
            <p:cNvPr id="68" name="Rectangle 304">
              <a:extLst>
                <a:ext uri="{FF2B5EF4-FFF2-40B4-BE49-F238E27FC236}">
                  <a16:creationId xmlns:a16="http://schemas.microsoft.com/office/drawing/2014/main" id="{1902BD7E-1301-4F12-8E30-1E03DA13B2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841" y="1801824"/>
              <a:ext cx="3516044" cy="1420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R="0" lvl="0" algn="ctr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r>
                <a:rPr kumimoji="0" lang="ko-KR" altLang="en-US" sz="20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입 력내 용</a:t>
              </a:r>
              <a:endParaRPr kumimoji="0" lang="en-US" altLang="ko-KR" sz="2000" b="1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lvl="0" algn="ctr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kumimoji="0" lang="ko-KR" altLang="en-US" sz="14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</a:t>
              </a:r>
              <a:r>
                <a:rPr kumimoji="0" lang="ko-KR" altLang="en-US" sz="14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 </a:t>
              </a:r>
              <a:r>
                <a:rPr kumimoji="0" lang="ko-KR" altLang="en-US" sz="14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</a:t>
              </a:r>
              <a:r>
                <a:rPr kumimoji="0" lang="ko-KR" altLang="en-US" sz="14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 </a:t>
              </a:r>
              <a:r>
                <a:rPr kumimoji="0" lang="ko-KR" altLang="en-US" sz="14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입 력 </a:t>
              </a:r>
              <a:r>
                <a:rPr kumimoji="0" lang="en-US" altLang="ko-KR" sz="14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 </a:t>
              </a:r>
              <a:r>
                <a:rPr kumimoji="0" lang="ko-KR" altLang="en-US" sz="14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내용입 력</a:t>
              </a:r>
              <a:r>
                <a:rPr kumimoji="0" lang="en-US" altLang="ko-KR" sz="14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</a:t>
              </a:r>
              <a:r>
                <a:rPr kumimoji="0" lang="en-US" altLang="ko-KR" sz="14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내용</a:t>
              </a:r>
            </a:p>
            <a:p>
              <a:pPr lvl="0" algn="ctr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kumimoji="0" lang="ko-KR" altLang="en-US" sz="10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 </a:t>
              </a:r>
              <a:r>
                <a:rPr kumimoji="0" lang="en-US" altLang="ko-KR" sz="10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</a:t>
              </a:r>
              <a:r>
                <a:rPr kumimoji="0" lang="ko-KR" altLang="en-US" sz="10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내용</a:t>
              </a:r>
              <a:r>
                <a:rPr kumimoji="0" lang="en-US" altLang="ko-KR" sz="10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 </a:t>
              </a:r>
              <a:r>
                <a:rPr kumimoji="0" lang="ko-KR" altLang="en-US" sz="10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내용 입력내 용입 력 </a:t>
              </a:r>
              <a:r>
                <a:rPr kumimoji="0" lang="en-US" altLang="ko-KR" sz="10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491</a:t>
              </a:r>
              <a:r>
                <a:rPr kumimoji="0" lang="ko-KR" altLang="en-US" sz="10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내용</a:t>
              </a:r>
              <a:r>
                <a:rPr kumimoji="0" lang="en-US" altLang="ko-KR" sz="10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</a:t>
              </a:r>
              <a:r>
                <a:rPr kumimoji="0" lang="ko-KR" altLang="en-US" sz="10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</a:t>
              </a:r>
              <a:r>
                <a:rPr kumimoji="0" lang="en-US" altLang="ko-KR" sz="10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내5164용 </a:t>
              </a:r>
              <a:r>
                <a:rPr kumimoji="0" lang="ko-KR" altLang="en-US" sz="10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내용입 력 내 </a:t>
              </a:r>
              <a:r>
                <a:rPr kumimoji="0" lang="en-US" altLang="ko-KR" sz="10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2</a:t>
              </a:r>
              <a:r>
                <a:rPr kumimoji="0" lang="ko-KR" altLang="en-US" sz="10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내용</a:t>
              </a:r>
              <a:r>
                <a:rPr kumimoji="0" lang="en-US" altLang="ko-KR" sz="10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</a:t>
              </a:r>
              <a:r>
                <a:rPr kumimoji="0" lang="ko-KR" altLang="en-US" sz="10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 용</a:t>
              </a:r>
              <a:r>
                <a:rPr kumimoji="0" lang="en-US" altLang="ko-KR" sz="10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내5161용</a:t>
              </a:r>
              <a:endParaRPr kumimoji="0" lang="en-US" altLang="ko-KR" sz="900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69" name="Rectangle 304">
              <a:extLst>
                <a:ext uri="{FF2B5EF4-FFF2-40B4-BE49-F238E27FC236}">
                  <a16:creationId xmlns:a16="http://schemas.microsoft.com/office/drawing/2014/main" id="{12DB5FFC-9EB1-461C-8C3D-EA9DBF2A8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6576" y="1801824"/>
              <a:ext cx="2983508" cy="13920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R="0" lvl="0" algn="ctr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r>
                <a:rPr kumimoji="0" lang="ko-KR" altLang="en-US" sz="2000" b="1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입</a:t>
              </a:r>
              <a:endParaRPr kumimoji="0" lang="en-US" altLang="ko-KR" sz="2000" b="1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marR="0" lvl="0" algn="ctr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r>
                <a:rPr kumimoji="0" lang="ko-KR" altLang="en-US" sz="140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내용  입 력내용 입력 내 용</a:t>
              </a:r>
              <a:endParaRPr kumimoji="0" lang="en-US" altLang="ko-KR" sz="1400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marR="0" lvl="0" algn="ctr" defTabSz="91440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tabLst/>
                <a:defRPr/>
              </a:pPr>
              <a:endParaRPr kumimoji="0" lang="en-US" altLang="ko-KR" sz="500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algn="ctr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 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내용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 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내용 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15,889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 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내용 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105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내용</a:t>
              </a:r>
              <a:r>
                <a:rPr kumimoji="0" lang="en-US" altLang="ko-KR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</a:t>
              </a:r>
              <a:r>
                <a:rPr kumimoji="0" lang="ko-KR" altLang="en-US" sz="1050" kern="0" dirty="0">
                  <a:ln>
                    <a:solidFill>
                      <a:prstClr val="black">
                        <a:lumMod val="85000"/>
                        <a:lumOff val="1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sym typeface="Symbol" panose="05050102010706020507" pitchFamily="18" charset="2"/>
                </a:rPr>
                <a:t>내</a:t>
              </a:r>
              <a:endParaRPr kumimoji="0" lang="en-US" altLang="ko-KR" sz="1050" kern="0" dirty="0">
                <a:ln>
                  <a:solidFill>
                    <a:prstClr val="black">
                      <a:lumMod val="85000"/>
                      <a:lumOff val="15000"/>
                      <a:alpha val="0"/>
                    </a:prstClr>
                  </a:solidFill>
                </a:ln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2D98AA83-9410-41C0-B5C8-8327296C358B}"/>
              </a:ext>
            </a:extLst>
          </p:cNvPr>
          <p:cNvSpPr txBox="1"/>
          <p:nvPr/>
        </p:nvSpPr>
        <p:spPr>
          <a:xfrm>
            <a:off x="851947" y="968331"/>
            <a:ext cx="10958019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3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en-US" altLang="ko-KR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33내 </a:t>
            </a:r>
            <a:r>
              <a:rPr kumimoji="1" lang="ko-KR" altLang="en-US" sz="2000" b="1" spc="-40" dirty="0">
                <a:solidFill>
                  <a:srgbClr val="31A5E2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</a:t>
            </a:r>
            <a:r>
              <a:rPr kumimoji="1" lang="en-US" altLang="ko-KR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sz="20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내용입력 </a:t>
            </a:r>
            <a:r>
              <a:rPr kumimoji="1" lang="ko-KR" altLang="en-US" sz="2000" b="1" spc="-40" dirty="0">
                <a:solidFill>
                  <a:srgbClr val="0181A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 용입 력내</a:t>
            </a: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33D84394-E845-452D-9AA8-D45C0D1E6CA2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57D0A1DA-8B5C-4C01-B040-D48B33DD32E6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74" name="그래픽 73">
              <a:extLst>
                <a:ext uri="{FF2B5EF4-FFF2-40B4-BE49-F238E27FC236}">
                  <a16:creationId xmlns:a16="http://schemas.microsoft.com/office/drawing/2014/main" id="{2498CB1F-6B8D-433E-8A5C-74A5CE1CBD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559266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직사각형 73">
            <a:extLst>
              <a:ext uri="{FF2B5EF4-FFF2-40B4-BE49-F238E27FC236}">
                <a16:creationId xmlns:a16="http://schemas.microsoft.com/office/drawing/2014/main" id="{D3B9B1D5-DB54-4185-A272-DADE19D57D9F}"/>
              </a:ext>
            </a:extLst>
          </p:cNvPr>
          <p:cNvSpPr/>
          <p:nvPr/>
        </p:nvSpPr>
        <p:spPr>
          <a:xfrm>
            <a:off x="389474" y="1470194"/>
            <a:ext cx="11421020" cy="111618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06AA3ED-3E26-4D54-90C6-5861107C691F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531내용입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용입 력내용 입 력</a:t>
            </a:r>
            <a:endParaRPr kumimoji="1" lang="en-US" altLang="ko-KR" b="1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A4F4957-78A5-45C0-A846-065F564599E7}"/>
              </a:ext>
            </a:extLst>
          </p:cNvPr>
          <p:cNvSpPr txBox="1"/>
          <p:nvPr/>
        </p:nvSpPr>
        <p:spPr>
          <a:xfrm>
            <a:off x="2343389" y="1869662"/>
            <a:ext cx="9352326" cy="205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내431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내531용입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내 용 입력내 용입력  내용입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내용 입력내용 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531내용입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내 용입 력내</a:t>
            </a:r>
            <a:endParaRPr kumimoji="1" lang="en-US" altLang="ko-KR" sz="13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D5DACE7A-8AE7-4B1B-BE14-1C525E6C184E}"/>
              </a:ext>
            </a:extLst>
          </p:cNvPr>
          <p:cNvGrpSpPr/>
          <p:nvPr/>
        </p:nvGrpSpPr>
        <p:grpSpPr>
          <a:xfrm>
            <a:off x="2071033" y="1609436"/>
            <a:ext cx="9571132" cy="237437"/>
            <a:chOff x="574038" y="1625338"/>
            <a:chExt cx="9571132" cy="237437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0F04A44-5BEC-4F9E-A55B-3021671BE934}"/>
                </a:ext>
              </a:extLst>
            </p:cNvPr>
            <p:cNvSpPr txBox="1"/>
            <p:nvPr/>
          </p:nvSpPr>
          <p:spPr>
            <a:xfrm>
              <a:off x="855932" y="1625338"/>
              <a:ext cx="9289238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 내용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531용입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 내용 입력</a:t>
              </a:r>
            </a:p>
          </p:txBody>
        </p:sp>
        <p:pic>
          <p:nvPicPr>
            <p:cNvPr id="79" name="그래픽 78">
              <a:extLst>
                <a:ext uri="{FF2B5EF4-FFF2-40B4-BE49-F238E27FC236}">
                  <a16:creationId xmlns:a16="http://schemas.microsoft.com/office/drawing/2014/main" id="{8B2D6B37-662A-4BA5-A3EE-4C10217EAC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F810952C-9E9E-4E7A-9AAD-6ECFBDB652EE}"/>
              </a:ext>
            </a:extLst>
          </p:cNvPr>
          <p:cNvGrpSpPr/>
          <p:nvPr/>
        </p:nvGrpSpPr>
        <p:grpSpPr>
          <a:xfrm>
            <a:off x="2071033" y="2161640"/>
            <a:ext cx="9451602" cy="237437"/>
            <a:chOff x="574038" y="1625338"/>
            <a:chExt cx="9451602" cy="237437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6A3BC9C-9681-4723-8363-951C003C52A6}"/>
                </a:ext>
              </a:extLst>
            </p:cNvPr>
            <p:cNvSpPr txBox="1"/>
            <p:nvPr/>
          </p:nvSpPr>
          <p:spPr>
            <a:xfrm>
              <a:off x="855932" y="1625338"/>
              <a:ext cx="9169708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254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531용입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입력 내</a:t>
              </a:r>
            </a:p>
          </p:txBody>
        </p:sp>
        <p:pic>
          <p:nvPicPr>
            <p:cNvPr id="82" name="그래픽 81">
              <a:extLst>
                <a:ext uri="{FF2B5EF4-FFF2-40B4-BE49-F238E27FC236}">
                  <a16:creationId xmlns:a16="http://schemas.microsoft.com/office/drawing/2014/main" id="{0245881A-64F3-42CD-8085-2849515381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B0F3AA93-B3B6-4241-B40D-D167D2BECB04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3D76BE81-DE8E-49EA-8B7D-471A42116AB7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85" name="그래픽 84">
              <a:extLst>
                <a:ext uri="{FF2B5EF4-FFF2-40B4-BE49-F238E27FC236}">
                  <a16:creationId xmlns:a16="http://schemas.microsoft.com/office/drawing/2014/main" id="{8D1C8108-3775-4070-B4AC-165E25C1DE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86" name="사각형: 둥근 위쪽 모서리 85">
            <a:extLst>
              <a:ext uri="{FF2B5EF4-FFF2-40B4-BE49-F238E27FC236}">
                <a16:creationId xmlns:a16="http://schemas.microsoft.com/office/drawing/2014/main" id="{F6A57B76-CA68-4D77-8937-91E1165C7CA9}"/>
              </a:ext>
            </a:extLst>
          </p:cNvPr>
          <p:cNvSpPr/>
          <p:nvPr/>
        </p:nvSpPr>
        <p:spPr>
          <a:xfrm rot="5400000">
            <a:off x="650666" y="1319530"/>
            <a:ext cx="861192" cy="1417507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6FFEA5A-2E9D-48A4-8E28-29D1DDA3E6DF}"/>
              </a:ext>
            </a:extLst>
          </p:cNvPr>
          <p:cNvSpPr txBox="1"/>
          <p:nvPr/>
        </p:nvSpPr>
        <p:spPr>
          <a:xfrm>
            <a:off x="409381" y="1721815"/>
            <a:ext cx="127853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7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endParaRPr kumimoji="1" lang="en-US" altLang="ko-KR" sz="1700" b="1" i="0" u="none" strike="noStrike" kern="1200" cap="none" spc="-4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  <a:p>
            <a:pPr algn="ctr"/>
            <a:r>
              <a:rPr kumimoji="1" lang="ko-KR" altLang="en-US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</a:t>
            </a:r>
            <a:endParaRPr kumimoji="1" lang="ko-KR" altLang="en-US" sz="1700" b="1" i="0" u="none" strike="noStrike" kern="1200" cap="none" spc="-4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cxnSp>
        <p:nvCxnSpPr>
          <p:cNvPr id="88" name="직선 연결선[R] 5">
            <a:extLst>
              <a:ext uri="{FF2B5EF4-FFF2-40B4-BE49-F238E27FC236}">
                <a16:creationId xmlns:a16="http://schemas.microsoft.com/office/drawing/2014/main" id="{15E5EBF4-EA82-4A11-93F5-B34242EDA7AC}"/>
              </a:ext>
            </a:extLst>
          </p:cNvPr>
          <p:cNvCxnSpPr>
            <a:cxnSpLocks/>
          </p:cNvCxnSpPr>
          <p:nvPr/>
        </p:nvCxnSpPr>
        <p:spPr>
          <a:xfrm>
            <a:off x="388704" y="1469225"/>
            <a:ext cx="0" cy="1128832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BD1E463A-6719-4144-ABBE-A546D2C20B86}"/>
              </a:ext>
            </a:extLst>
          </p:cNvPr>
          <p:cNvGrpSpPr/>
          <p:nvPr/>
        </p:nvGrpSpPr>
        <p:grpSpPr>
          <a:xfrm>
            <a:off x="371246" y="2710504"/>
            <a:ext cx="5543777" cy="3776022"/>
            <a:chOff x="388704" y="1643543"/>
            <a:chExt cx="3651774" cy="4822474"/>
          </a:xfrm>
        </p:grpSpPr>
        <p:sp>
          <p:nvSpPr>
            <p:cNvPr id="138" name="양쪽 모서리가 둥근 사각형 44">
              <a:extLst>
                <a:ext uri="{FF2B5EF4-FFF2-40B4-BE49-F238E27FC236}">
                  <a16:creationId xmlns:a16="http://schemas.microsoft.com/office/drawing/2014/main" id="{CDF96A72-BE7F-4013-966B-EBE009107CB6}"/>
                </a:ext>
              </a:extLst>
            </p:cNvPr>
            <p:cNvSpPr/>
            <p:nvPr/>
          </p:nvSpPr>
          <p:spPr>
            <a:xfrm>
              <a:off x="388987" y="1643543"/>
              <a:ext cx="3651487" cy="48526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 </a:t>
              </a:r>
              <a:r>
                <a:rPr kumimoji="1" lang="en-US" altLang="ko-KR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</a:t>
              </a:r>
              <a:endParaRPr kumimoji="1" lang="ko-KR" altLang="en-US" sz="13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grpSp>
          <p:nvGrpSpPr>
            <p:cNvPr id="139" name="그룹 138">
              <a:extLst>
                <a:ext uri="{FF2B5EF4-FFF2-40B4-BE49-F238E27FC236}">
                  <a16:creationId xmlns:a16="http://schemas.microsoft.com/office/drawing/2014/main" id="{C438C3B6-CAD7-47D6-85C3-BC27B66B933B}"/>
                </a:ext>
              </a:extLst>
            </p:cNvPr>
            <p:cNvGrpSpPr/>
            <p:nvPr/>
          </p:nvGrpSpPr>
          <p:grpSpPr>
            <a:xfrm>
              <a:off x="388704" y="2139901"/>
              <a:ext cx="3651774" cy="4326116"/>
              <a:chOff x="388704" y="2139901"/>
              <a:chExt cx="3651774" cy="4326116"/>
            </a:xfrm>
          </p:grpSpPr>
          <p:sp>
            <p:nvSpPr>
              <p:cNvPr id="140" name="직사각형 139">
                <a:extLst>
                  <a:ext uri="{FF2B5EF4-FFF2-40B4-BE49-F238E27FC236}">
                    <a16:creationId xmlns:a16="http://schemas.microsoft.com/office/drawing/2014/main" id="{4C921121-4512-4DD8-ACD2-8A5F96CD37FC}"/>
                  </a:ext>
                </a:extLst>
              </p:cNvPr>
              <p:cNvSpPr/>
              <p:nvPr/>
            </p:nvSpPr>
            <p:spPr>
              <a:xfrm>
                <a:off x="388988" y="2139901"/>
                <a:ext cx="3651490" cy="43261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41" name="직선 연결선[R] 45">
                <a:extLst>
                  <a:ext uri="{FF2B5EF4-FFF2-40B4-BE49-F238E27FC236}">
                    <a16:creationId xmlns:a16="http://schemas.microsoft.com/office/drawing/2014/main" id="{4372B736-6538-4902-9236-0CF9DFC2C8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007FB4E6-826E-4D12-93DD-539C12986C93}"/>
              </a:ext>
            </a:extLst>
          </p:cNvPr>
          <p:cNvGrpSpPr/>
          <p:nvPr/>
        </p:nvGrpSpPr>
        <p:grpSpPr>
          <a:xfrm>
            <a:off x="6197218" y="2710504"/>
            <a:ext cx="5612748" cy="3776022"/>
            <a:chOff x="388704" y="1643543"/>
            <a:chExt cx="3651774" cy="4822474"/>
          </a:xfrm>
        </p:grpSpPr>
        <p:sp>
          <p:nvSpPr>
            <p:cNvPr id="159" name="양쪽 모서리가 둥근 사각형 44">
              <a:extLst>
                <a:ext uri="{FF2B5EF4-FFF2-40B4-BE49-F238E27FC236}">
                  <a16:creationId xmlns:a16="http://schemas.microsoft.com/office/drawing/2014/main" id="{63194136-D680-435C-81F0-870425BFAFC9}"/>
                </a:ext>
              </a:extLst>
            </p:cNvPr>
            <p:cNvSpPr/>
            <p:nvPr/>
          </p:nvSpPr>
          <p:spPr>
            <a:xfrm>
              <a:off x="388987" y="1643543"/>
              <a:ext cx="3651487" cy="48526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531내용</a:t>
              </a:r>
              <a:r>
                <a:rPr kumimoji="1" lang="ko-KR" altLang="en-US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용 입력 내</a:t>
              </a:r>
              <a:endParaRPr kumimoji="1" lang="ko-KR" altLang="en-US" sz="13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0D4B8E79-1B8D-4962-846A-DE3848C9C036}"/>
                </a:ext>
              </a:extLst>
            </p:cNvPr>
            <p:cNvGrpSpPr/>
            <p:nvPr/>
          </p:nvGrpSpPr>
          <p:grpSpPr>
            <a:xfrm>
              <a:off x="388704" y="2139901"/>
              <a:ext cx="3651774" cy="4326116"/>
              <a:chOff x="388704" y="2139901"/>
              <a:chExt cx="3651774" cy="4326116"/>
            </a:xfrm>
          </p:grpSpPr>
          <p:sp>
            <p:nvSpPr>
              <p:cNvPr id="161" name="직사각형 160">
                <a:extLst>
                  <a:ext uri="{FF2B5EF4-FFF2-40B4-BE49-F238E27FC236}">
                    <a16:creationId xmlns:a16="http://schemas.microsoft.com/office/drawing/2014/main" id="{407C1F32-1790-4540-B1C2-ADD5FAA105E5}"/>
                  </a:ext>
                </a:extLst>
              </p:cNvPr>
              <p:cNvSpPr/>
              <p:nvPr/>
            </p:nvSpPr>
            <p:spPr>
              <a:xfrm>
                <a:off x="388988" y="2139901"/>
                <a:ext cx="3651490" cy="43261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62" name="직선 연결선[R] 45">
                <a:extLst>
                  <a:ext uri="{FF2B5EF4-FFF2-40B4-BE49-F238E27FC236}">
                    <a16:creationId xmlns:a16="http://schemas.microsoft.com/office/drawing/2014/main" id="{7366481C-A4D3-4BC4-8B09-ACDBE28C08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63" name="Picture 11">
            <a:extLst>
              <a:ext uri="{FF2B5EF4-FFF2-40B4-BE49-F238E27FC236}">
                <a16:creationId xmlns:a16="http://schemas.microsoft.com/office/drawing/2014/main" id="{C7CF0E05-0A02-4FDA-B2E3-314BA7441F6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6275" t="24577" r="8356" b="43871"/>
          <a:stretch/>
        </p:blipFill>
        <p:spPr>
          <a:xfrm>
            <a:off x="3705224" y="4080388"/>
            <a:ext cx="2148985" cy="2297552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170" name="그룹 169">
            <a:extLst>
              <a:ext uri="{FF2B5EF4-FFF2-40B4-BE49-F238E27FC236}">
                <a16:creationId xmlns:a16="http://schemas.microsoft.com/office/drawing/2014/main" id="{AD279B3B-7D84-423C-8028-776EA1508069}"/>
              </a:ext>
            </a:extLst>
          </p:cNvPr>
          <p:cNvGrpSpPr/>
          <p:nvPr/>
        </p:nvGrpSpPr>
        <p:grpSpPr>
          <a:xfrm>
            <a:off x="475249" y="3166361"/>
            <a:ext cx="3430002" cy="237437"/>
            <a:chOff x="574038" y="1625338"/>
            <a:chExt cx="3430002" cy="237437"/>
          </a:xfrm>
        </p:grpSpPr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0B7DCAA7-AC16-4B6F-8E46-A8FD83E33143}"/>
                </a:ext>
              </a:extLst>
            </p:cNvPr>
            <p:cNvSpPr txBox="1"/>
            <p:nvPr/>
          </p:nvSpPr>
          <p:spPr>
            <a:xfrm>
              <a:off x="809365" y="1625338"/>
              <a:ext cx="3194675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 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내용 입력</a:t>
              </a:r>
            </a:p>
          </p:txBody>
        </p:sp>
        <p:pic>
          <p:nvPicPr>
            <p:cNvPr id="172" name="그래픽 171">
              <a:extLst>
                <a:ext uri="{FF2B5EF4-FFF2-40B4-BE49-F238E27FC236}">
                  <a16:creationId xmlns:a16="http://schemas.microsoft.com/office/drawing/2014/main" id="{173FCC17-2BF5-4D10-A7C7-58B7817FB1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D00F35AF-B422-4FFE-9B5E-739D85EB7359}"/>
              </a:ext>
            </a:extLst>
          </p:cNvPr>
          <p:cNvGrpSpPr/>
          <p:nvPr/>
        </p:nvGrpSpPr>
        <p:grpSpPr>
          <a:xfrm>
            <a:off x="6310398" y="4536876"/>
            <a:ext cx="5378248" cy="237437"/>
            <a:chOff x="574038" y="1625338"/>
            <a:chExt cx="5378248" cy="237437"/>
          </a:xfrm>
        </p:grpSpPr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95642526-BB5F-43B9-A169-0339E5F1041D}"/>
                </a:ext>
              </a:extLst>
            </p:cNvPr>
            <p:cNvSpPr txBox="1"/>
            <p:nvPr/>
          </p:nvSpPr>
          <p:spPr>
            <a:xfrm>
              <a:off x="855932" y="1625338"/>
              <a:ext cx="509635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pic>
          <p:nvPicPr>
            <p:cNvPr id="175" name="그래픽 174">
              <a:extLst>
                <a:ext uri="{FF2B5EF4-FFF2-40B4-BE49-F238E27FC236}">
                  <a16:creationId xmlns:a16="http://schemas.microsoft.com/office/drawing/2014/main" id="{A74178BF-213F-4CC7-B6DB-339708137F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76" name="TextBox 175">
            <a:extLst>
              <a:ext uri="{FF2B5EF4-FFF2-40B4-BE49-F238E27FC236}">
                <a16:creationId xmlns:a16="http://schemas.microsoft.com/office/drawing/2014/main" id="{97D6FA38-03DC-454B-A439-F03C50BEC17B}"/>
              </a:ext>
            </a:extLst>
          </p:cNvPr>
          <p:cNvSpPr txBox="1"/>
          <p:nvPr/>
        </p:nvSpPr>
        <p:spPr>
          <a:xfrm>
            <a:off x="497531" y="3482978"/>
            <a:ext cx="5356678" cy="4955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 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5143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 용입 력</a:t>
            </a:r>
            <a:endParaRPr kumimoji="1" lang="en-US" altLang="ko-KR" sz="13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내용입력내용 입 력 내 용입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ko-KR" altLang="en-US" sz="12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endParaRPr kumimoji="1" lang="en-US" altLang="ko-KR" sz="13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177" name="표 176">
            <a:extLst>
              <a:ext uri="{FF2B5EF4-FFF2-40B4-BE49-F238E27FC236}">
                <a16:creationId xmlns:a16="http://schemas.microsoft.com/office/drawing/2014/main" id="{49D75A1C-5C3E-4D6A-9C93-2F3EA0A2B3E9}"/>
              </a:ext>
            </a:extLst>
          </p:cNvPr>
          <p:cNvGraphicFramePr>
            <a:graphicFrameLocks noGrp="1"/>
          </p:cNvGraphicFramePr>
          <p:nvPr/>
        </p:nvGraphicFramePr>
        <p:xfrm>
          <a:off x="503354" y="4080385"/>
          <a:ext cx="3156326" cy="1621438"/>
        </p:xfrm>
        <a:graphic>
          <a:graphicData uri="http://schemas.openxmlformats.org/drawingml/2006/table">
            <a:tbl>
              <a:tblPr firstRow="1">
                <a:tableStyleId>{3B4B98B0-60AC-42C2-AFA5-B58CD77FA1E5}</a:tableStyleId>
              </a:tblPr>
              <a:tblGrid>
                <a:gridCol w="696654">
                  <a:extLst>
                    <a:ext uri="{9D8B030D-6E8A-4147-A177-3AD203B41FA5}">
                      <a16:colId xmlns:a16="http://schemas.microsoft.com/office/drawing/2014/main" val="518146532"/>
                    </a:ext>
                  </a:extLst>
                </a:gridCol>
                <a:gridCol w="531177">
                  <a:extLst>
                    <a:ext uri="{9D8B030D-6E8A-4147-A177-3AD203B41FA5}">
                      <a16:colId xmlns:a16="http://schemas.microsoft.com/office/drawing/2014/main" val="2124977752"/>
                    </a:ext>
                  </a:extLst>
                </a:gridCol>
                <a:gridCol w="456565">
                  <a:extLst>
                    <a:ext uri="{9D8B030D-6E8A-4147-A177-3AD203B41FA5}">
                      <a16:colId xmlns:a16="http://schemas.microsoft.com/office/drawing/2014/main" val="1088945071"/>
                    </a:ext>
                  </a:extLst>
                </a:gridCol>
                <a:gridCol w="742315">
                  <a:extLst>
                    <a:ext uri="{9D8B030D-6E8A-4147-A177-3AD203B41FA5}">
                      <a16:colId xmlns:a16="http://schemas.microsoft.com/office/drawing/2014/main" val="663989039"/>
                    </a:ext>
                  </a:extLst>
                </a:gridCol>
                <a:gridCol w="729615">
                  <a:extLst>
                    <a:ext uri="{9D8B030D-6E8A-4147-A177-3AD203B41FA5}">
                      <a16:colId xmlns:a16="http://schemas.microsoft.com/office/drawing/2014/main" val="448191347"/>
                    </a:ext>
                  </a:extLst>
                </a:gridCol>
              </a:tblGrid>
              <a:tr h="506930"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내용입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900" kern="0" spc="0" baseline="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900" kern="0" spc="0" baseline="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내용입력</a:t>
                      </a:r>
                      <a:endParaRPr lang="en-US" altLang="ko-KR" sz="900" kern="0" spc="0" baseline="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b="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 5164.03 </a:t>
                      </a:r>
                      <a:r>
                        <a:rPr lang="ko-KR" altLang="en-US" sz="700" b="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ko-KR" altLang="en-US" sz="7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내용입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262218646"/>
                  </a:ext>
                </a:extLst>
              </a:tr>
              <a:tr h="278627">
                <a:tc>
                  <a:txBody>
                    <a:bodyPr/>
                    <a:lstStyle/>
                    <a:p>
                      <a:pPr marL="196850" marR="0" indent="-19685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 rowSpan="4"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5143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endParaRPr lang="en-US" altLang="ko-KR" sz="900" kern="0" spc="0" baseline="0" dirty="0"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0.30</a:t>
                      </a:r>
                      <a:endParaRPr 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5.39</a:t>
                      </a:r>
                      <a:endParaRPr 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5172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 </a:t>
                      </a: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457161369"/>
                  </a:ext>
                </a:extLst>
              </a:tr>
              <a:tr h="278627"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r>
                        <a:rPr lang="ko-KR" altLang="en-US" sz="900" kern="0" spc="0" baseline="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0.41</a:t>
                      </a:r>
                      <a:endParaRPr 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6.27</a:t>
                      </a:r>
                      <a:endParaRPr 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5168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 </a:t>
                      </a: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277855527"/>
                  </a:ext>
                </a:extLst>
              </a:tr>
              <a:tr h="278627"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0.30</a:t>
                      </a:r>
                      <a:endParaRPr 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5.27</a:t>
                      </a:r>
                      <a:endParaRPr 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5173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 </a:t>
                      </a: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706382451"/>
                  </a:ext>
                </a:extLst>
              </a:tr>
              <a:tr h="278627"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r>
                        <a:rPr lang="ko-KR" altLang="en-US" sz="900" kern="0" spc="0" baseline="0" dirty="0" err="1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0.28</a:t>
                      </a:r>
                      <a:endParaRPr 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4.45</a:t>
                      </a:r>
                      <a:endParaRPr 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42570" marR="0" indent="-24257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5176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 </a:t>
                      </a:r>
                      <a:r>
                        <a:rPr lang="en-US" altLang="ko-KR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</a:t>
                      </a:r>
                      <a:r>
                        <a:rPr lang="ko-KR" altLang="en-US" sz="900" kern="0" spc="0" baseline="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</a:t>
                      </a:r>
                      <a:endParaRPr lang="ko-KR" altLang="en-US" sz="900" b="0" kern="0" spc="0" baseline="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341908400"/>
                  </a:ext>
                </a:extLst>
              </a:tr>
            </a:tbl>
          </a:graphicData>
        </a:graphic>
      </p:graphicFrame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7D06A0E0-D5EC-4359-9D50-E291AAE46AE0}"/>
              </a:ext>
            </a:extLst>
          </p:cNvPr>
          <p:cNvGrpSpPr/>
          <p:nvPr/>
        </p:nvGrpSpPr>
        <p:grpSpPr>
          <a:xfrm>
            <a:off x="6310398" y="3166361"/>
            <a:ext cx="5331767" cy="237437"/>
            <a:chOff x="574038" y="1625338"/>
            <a:chExt cx="5331767" cy="237437"/>
          </a:xfrm>
        </p:grpSpPr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BC7352BE-7E8A-4472-8C05-989B3614A235}"/>
                </a:ext>
              </a:extLst>
            </p:cNvPr>
            <p:cNvSpPr txBox="1"/>
            <p:nvPr/>
          </p:nvSpPr>
          <p:spPr>
            <a:xfrm>
              <a:off x="809365" y="1625338"/>
              <a:ext cx="5096440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531 내용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 내용입력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1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</a:t>
              </a:r>
            </a:p>
          </p:txBody>
        </p:sp>
        <p:pic>
          <p:nvPicPr>
            <p:cNvPr id="182" name="그래픽 181">
              <a:extLst>
                <a:ext uri="{FF2B5EF4-FFF2-40B4-BE49-F238E27FC236}">
                  <a16:creationId xmlns:a16="http://schemas.microsoft.com/office/drawing/2014/main" id="{B31407CF-6616-4882-A5CB-DB62B1EA6E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83" name="TextBox 182">
            <a:extLst>
              <a:ext uri="{FF2B5EF4-FFF2-40B4-BE49-F238E27FC236}">
                <a16:creationId xmlns:a16="http://schemas.microsoft.com/office/drawing/2014/main" id="{7B98B142-5DA5-4074-AC8C-F8004A518622}"/>
              </a:ext>
            </a:extLst>
          </p:cNvPr>
          <p:cNvSpPr txBox="1"/>
          <p:nvPr/>
        </p:nvSpPr>
        <p:spPr>
          <a:xfrm>
            <a:off x="6332680" y="3482978"/>
            <a:ext cx="5309485" cy="9704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531내용입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용입력 내용 입력내용입 력</a:t>
            </a: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 용입력 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력내용 입력</a:t>
            </a:r>
            <a:endParaRPr kumimoji="1" lang="en-US" altLang="ko-KR" sz="13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 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내395용입 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31.1내용61입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용입력내 </a:t>
            </a:r>
            <a:r>
              <a:rPr kumimoji="1" lang="en-US" altLang="ko-KR" sz="11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1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1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  <a:p>
            <a:pPr>
              <a:lnSpc>
                <a:spcPct val="130000"/>
              </a:lnSpc>
            </a:pPr>
            <a:r>
              <a:rPr kumimoji="1" lang="en-US" altLang="ko-KR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내 </a:t>
            </a:r>
            <a:r>
              <a: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05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en-US" altLang="ko-KR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59.4내용입 </a:t>
            </a:r>
            <a:r>
              <a:rPr kumimoji="1" lang="ko-KR" altLang="en-US" sz="105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</a:t>
            </a:r>
            <a:r>
              <a: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4내용 </a:t>
            </a:r>
            <a:r>
              <a: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endParaRPr kumimoji="1" lang="en-US" altLang="ko-KR" sz="12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ACCA9CCA-0609-446F-9FD5-706393E8AFC7}"/>
              </a:ext>
            </a:extLst>
          </p:cNvPr>
          <p:cNvSpPr txBox="1"/>
          <p:nvPr/>
        </p:nvSpPr>
        <p:spPr>
          <a:xfrm>
            <a:off x="6332679" y="4854467"/>
            <a:ext cx="3596181" cy="15358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5169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입력내 용 </a:t>
            </a:r>
            <a:endParaRPr kumimoji="1" lang="en-US" altLang="ko-KR" sz="13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 입력내 용입 력내용 입력 내 용 입력내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용51655169입</a:t>
            </a: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531내용입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입력 내용 입력 내  용입 력내용입 력내 용 입력 내용 입력 내용 입 력내</a:t>
            </a:r>
            <a:endParaRPr kumimoji="1" lang="en-US" altLang="ko-KR" sz="13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86" name="그림 185">
            <a:extLst>
              <a:ext uri="{FF2B5EF4-FFF2-40B4-BE49-F238E27FC236}">
                <a16:creationId xmlns:a16="http://schemas.microsoft.com/office/drawing/2014/main" id="{D078C083-9A70-40DB-B3CE-1C3B9C8C70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010" y="5727037"/>
            <a:ext cx="3186282" cy="719483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E8737F69-60AF-45F1-895D-AA694BF6C301}"/>
              </a:ext>
            </a:extLst>
          </p:cNvPr>
          <p:cNvGrpSpPr/>
          <p:nvPr/>
        </p:nvGrpSpPr>
        <p:grpSpPr>
          <a:xfrm>
            <a:off x="9982200" y="4610779"/>
            <a:ext cx="1686071" cy="1822167"/>
            <a:chOff x="9020826" y="3574311"/>
            <a:chExt cx="2674889" cy="2883640"/>
          </a:xfrm>
        </p:grpSpPr>
        <p:pic>
          <p:nvPicPr>
            <p:cNvPr id="53" name="Picture 3">
              <a:extLst>
                <a:ext uri="{FF2B5EF4-FFF2-40B4-BE49-F238E27FC236}">
                  <a16:creationId xmlns:a16="http://schemas.microsoft.com/office/drawing/2014/main" id="{56A14539-54A9-48E2-AE7A-A336A9F701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1195" t="26627" r="52298" b="34101"/>
            <a:stretch/>
          </p:blipFill>
          <p:spPr>
            <a:xfrm>
              <a:off x="9020826" y="5033542"/>
              <a:ext cx="2674889" cy="1424409"/>
            </a:xfrm>
            <a:prstGeom prst="rect">
              <a:avLst/>
            </a:prstGeom>
            <a:noFill/>
            <a:ln w="9525">
              <a:noFill/>
            </a:ln>
            <a:effectLst/>
          </p:spPr>
        </p:pic>
        <p:pic>
          <p:nvPicPr>
            <p:cNvPr id="54" name="Picture 7">
              <a:extLst>
                <a:ext uri="{FF2B5EF4-FFF2-40B4-BE49-F238E27FC236}">
                  <a16:creationId xmlns:a16="http://schemas.microsoft.com/office/drawing/2014/main" id="{5880CF04-ECFF-4FF5-BBA5-B44814FA2D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t="32944"/>
            <a:stretch/>
          </p:blipFill>
          <p:spPr>
            <a:xfrm>
              <a:off x="9020826" y="3574311"/>
              <a:ext cx="2674889" cy="1432476"/>
            </a:xfrm>
            <a:prstGeom prst="rect">
              <a:avLst/>
            </a:prstGeom>
            <a:noFill/>
            <a:ln w="9525">
              <a:noFill/>
            </a:ln>
            <a:effectLst/>
          </p:spPr>
        </p:pic>
      </p:grpSp>
      <p:sp>
        <p:nvSpPr>
          <p:cNvPr id="50" name="제목 4">
            <a:extLst>
              <a:ext uri="{FF2B5EF4-FFF2-40B4-BE49-F238E27FC236}">
                <a16:creationId xmlns:a16="http://schemas.microsoft.com/office/drawing/2014/main" id="{71881F76-FB13-57DE-9F1C-83E6A0F59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10946"/>
          </a:xfrm>
        </p:spPr>
        <p:txBody>
          <a:bodyPr/>
          <a:lstStyle/>
          <a:p>
            <a:r>
              <a:rPr lang="en-US" altLang="ko-KR" dirty="0"/>
              <a:t>내</a:t>
            </a:r>
            <a:r>
              <a:rPr lang="ko-KR" altLang="en-US" dirty="0"/>
              <a:t>내용 </a:t>
            </a:r>
            <a:r>
              <a:rPr lang="en-US" altLang="ko-KR" dirty="0"/>
              <a:t>3내 </a:t>
            </a:r>
            <a:r>
              <a:rPr lang="ko-KR" altLang="en-US" dirty="0"/>
              <a:t>내용 입력</a:t>
            </a:r>
          </a:p>
        </p:txBody>
      </p:sp>
    </p:spTree>
    <p:extLst>
      <p:ext uri="{BB962C8B-B14F-4D97-AF65-F5344CB8AC3E}">
        <p14:creationId xmlns:p14="http://schemas.microsoft.com/office/powerpoint/2010/main" val="40977265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8FA43B0E-83C5-446F-B906-BBDBB0636723}"/>
              </a:ext>
            </a:extLst>
          </p:cNvPr>
          <p:cNvSpPr/>
          <p:nvPr/>
        </p:nvSpPr>
        <p:spPr>
          <a:xfrm>
            <a:off x="6358465" y="1470193"/>
            <a:ext cx="5461013" cy="494012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6858B35-0260-45B1-9F0E-7B5482A2C7BA}"/>
              </a:ext>
            </a:extLst>
          </p:cNvPr>
          <p:cNvSpPr/>
          <p:nvPr/>
        </p:nvSpPr>
        <p:spPr>
          <a:xfrm>
            <a:off x="389474" y="1470193"/>
            <a:ext cx="5547619" cy="494012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71881F76-FB13-57DE-9F1C-83E6A0F59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내</a:t>
            </a:r>
            <a:r>
              <a:rPr lang="ko-KR" altLang="en-US" dirty="0"/>
              <a:t>내용 </a:t>
            </a:r>
            <a:r>
              <a:rPr lang="en-US" altLang="ko-KR" dirty="0"/>
              <a:t>3내 </a:t>
            </a:r>
            <a:r>
              <a:rPr lang="ko-KR" altLang="en-US" dirty="0"/>
              <a:t>내용 입력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EA6ADC-281A-E636-38D2-6C29940D8779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 용입력  내용입력 내 용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FEFB00AC-BA99-9519-3B2C-9AA2FD7E1F33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CD69AC4E-1E44-E773-5C48-85CEC2081B3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67" name="그래픽 66">
              <a:extLst>
                <a:ext uri="{FF2B5EF4-FFF2-40B4-BE49-F238E27FC236}">
                  <a16:creationId xmlns:a16="http://schemas.microsoft.com/office/drawing/2014/main" id="{EC588B96-BE31-9E63-4F06-AA4D6475C7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E12702DF-5316-41F2-985B-BEDCB4ACFAD6}"/>
              </a:ext>
            </a:extLst>
          </p:cNvPr>
          <p:cNvSpPr txBox="1"/>
          <p:nvPr/>
        </p:nvSpPr>
        <p:spPr>
          <a:xfrm>
            <a:off x="782830" y="2353826"/>
            <a:ext cx="4995669" cy="7556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용입 력 내</a:t>
            </a:r>
          </a:p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 내용 입력 내 용입력 내용입력내 용입력 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</a:t>
            </a:r>
            <a:endParaRPr kumimoji="1" lang="en-US" altLang="ko-KR" sz="13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2FCD3534-7013-487B-ABA7-88DB54570C08}"/>
              </a:ext>
            </a:extLst>
          </p:cNvPr>
          <p:cNvGrpSpPr/>
          <p:nvPr/>
        </p:nvGrpSpPr>
        <p:grpSpPr>
          <a:xfrm>
            <a:off x="520107" y="2035925"/>
            <a:ext cx="5277562" cy="237437"/>
            <a:chOff x="574038" y="1625338"/>
            <a:chExt cx="5277562" cy="237437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EEFE0396-D247-40E6-9756-42DE9495AE2A}"/>
                </a:ext>
              </a:extLst>
            </p:cNvPr>
            <p:cNvSpPr txBox="1"/>
            <p:nvPr/>
          </p:nvSpPr>
          <p:spPr>
            <a:xfrm>
              <a:off x="855931" y="1625338"/>
              <a:ext cx="4995669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내 용입 력 내용입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  <p:pic>
          <p:nvPicPr>
            <p:cNvPr id="83" name="그래픽 82">
              <a:extLst>
                <a:ext uri="{FF2B5EF4-FFF2-40B4-BE49-F238E27FC236}">
                  <a16:creationId xmlns:a16="http://schemas.microsoft.com/office/drawing/2014/main" id="{AAFD9C61-BF4C-4EAF-A2BD-F0E4753DB2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87" name="사각형: 둥근 위쪽 모서리 86">
            <a:extLst>
              <a:ext uri="{FF2B5EF4-FFF2-40B4-BE49-F238E27FC236}">
                <a16:creationId xmlns:a16="http://schemas.microsoft.com/office/drawing/2014/main" id="{D2DBBECF-1D8D-485F-AC00-7E9E4F99CFE4}"/>
              </a:ext>
            </a:extLst>
          </p:cNvPr>
          <p:cNvSpPr/>
          <p:nvPr/>
        </p:nvSpPr>
        <p:spPr>
          <a:xfrm rot="5400000">
            <a:off x="2003926" y="-33730"/>
            <a:ext cx="388651" cy="3651488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6108FFF-0784-407A-8542-5B1E93DDB819}"/>
              </a:ext>
            </a:extLst>
          </p:cNvPr>
          <p:cNvSpPr txBox="1"/>
          <p:nvPr/>
        </p:nvSpPr>
        <p:spPr>
          <a:xfrm>
            <a:off x="409381" y="1625782"/>
            <a:ext cx="344633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7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</a:t>
            </a:r>
          </a:p>
        </p:txBody>
      </p:sp>
      <p:cxnSp>
        <p:nvCxnSpPr>
          <p:cNvPr id="93" name="직선 연결선[R] 5">
            <a:extLst>
              <a:ext uri="{FF2B5EF4-FFF2-40B4-BE49-F238E27FC236}">
                <a16:creationId xmlns:a16="http://schemas.microsoft.com/office/drawing/2014/main" id="{090C5DB9-69FE-4EA4-A86A-0599224B39AC}"/>
              </a:ext>
            </a:extLst>
          </p:cNvPr>
          <p:cNvCxnSpPr>
            <a:cxnSpLocks/>
          </p:cNvCxnSpPr>
          <p:nvPr/>
        </p:nvCxnSpPr>
        <p:spPr>
          <a:xfrm>
            <a:off x="388704" y="1469225"/>
            <a:ext cx="0" cy="4941100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F615283-3096-4876-9671-A032C765D612}"/>
              </a:ext>
            </a:extLst>
          </p:cNvPr>
          <p:cNvGrpSpPr/>
          <p:nvPr/>
        </p:nvGrpSpPr>
        <p:grpSpPr>
          <a:xfrm>
            <a:off x="6424993" y="2007819"/>
            <a:ext cx="5246899" cy="1390700"/>
            <a:chOff x="4342193" y="2990547"/>
            <a:chExt cx="5246899" cy="139070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B742E0D-EECD-F081-3E46-406C400CF948}"/>
                </a:ext>
              </a:extLst>
            </p:cNvPr>
            <p:cNvSpPr/>
            <p:nvPr/>
          </p:nvSpPr>
          <p:spPr>
            <a:xfrm>
              <a:off x="4342193" y="2990547"/>
              <a:ext cx="5246899" cy="13907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95" name="그림 94">
              <a:extLst>
                <a:ext uri="{FF2B5EF4-FFF2-40B4-BE49-F238E27FC236}">
                  <a16:creationId xmlns:a16="http://schemas.microsoft.com/office/drawing/2014/main" id="{97CEB018-D8A6-4AF1-B2B8-BC3ED0F15A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95195" y="3375636"/>
              <a:ext cx="1052353" cy="956263"/>
            </a:xfrm>
            <a:prstGeom prst="rect">
              <a:avLst/>
            </a:prstGeom>
          </p:spPr>
        </p:pic>
        <p:pic>
          <p:nvPicPr>
            <p:cNvPr id="96" name="그림 95">
              <a:extLst>
                <a:ext uri="{FF2B5EF4-FFF2-40B4-BE49-F238E27FC236}">
                  <a16:creationId xmlns:a16="http://schemas.microsoft.com/office/drawing/2014/main" id="{A396E718-8026-4B89-90C9-85EDA1BB0E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83841" y="3375636"/>
              <a:ext cx="994577" cy="956264"/>
            </a:xfrm>
            <a:prstGeom prst="rect">
              <a:avLst/>
            </a:prstGeom>
          </p:spPr>
        </p:pic>
        <p:pic>
          <p:nvPicPr>
            <p:cNvPr id="100" name="그림 99">
              <a:extLst>
                <a:ext uri="{FF2B5EF4-FFF2-40B4-BE49-F238E27FC236}">
                  <a16:creationId xmlns:a16="http://schemas.microsoft.com/office/drawing/2014/main" id="{2C8F795C-EEFF-4883-88B4-64A60E1E9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46480" y="3375287"/>
              <a:ext cx="1565688" cy="956959"/>
            </a:xfrm>
            <a:prstGeom prst="rect">
              <a:avLst/>
            </a:prstGeom>
          </p:spPr>
        </p:pic>
        <p:grpSp>
          <p:nvGrpSpPr>
            <p:cNvPr id="105" name="그룹 104">
              <a:extLst>
                <a:ext uri="{FF2B5EF4-FFF2-40B4-BE49-F238E27FC236}">
                  <a16:creationId xmlns:a16="http://schemas.microsoft.com/office/drawing/2014/main" id="{AE2B18EA-53EA-43F3-ACD3-4AECDC904A3C}"/>
                </a:ext>
              </a:extLst>
            </p:cNvPr>
            <p:cNvGrpSpPr/>
            <p:nvPr/>
          </p:nvGrpSpPr>
          <p:grpSpPr>
            <a:xfrm>
              <a:off x="4395195" y="3066209"/>
              <a:ext cx="5116972" cy="237437"/>
              <a:chOff x="574038" y="1625338"/>
              <a:chExt cx="5116972" cy="237437"/>
            </a:xfrm>
          </p:grpSpPr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814A47E6-764A-46CC-823D-D0004F039E8F}"/>
                  </a:ext>
                </a:extLst>
              </p:cNvPr>
              <p:cNvSpPr txBox="1"/>
              <p:nvPr/>
            </p:nvSpPr>
            <p:spPr>
              <a:xfrm>
                <a:off x="855931" y="1625338"/>
                <a:ext cx="4835079" cy="2374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ko-KR" altLang="en-US" sz="1400" b="1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력내 용입 력 내 용</a:t>
                </a:r>
                <a:r>
                  <a:rPr kumimoji="1" lang="en-US" altLang="ko-KR" sz="1400" b="1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kumimoji="1" lang="ko-KR" altLang="en-US" sz="1400" b="1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내용입력 내</a:t>
                </a:r>
              </a:p>
            </p:txBody>
          </p:sp>
          <p:pic>
            <p:nvPicPr>
              <p:cNvPr id="107" name="그래픽 106">
                <a:extLst>
                  <a:ext uri="{FF2B5EF4-FFF2-40B4-BE49-F238E27FC236}">
                    <a16:creationId xmlns:a16="http://schemas.microsoft.com/office/drawing/2014/main" id="{D846AA2C-9246-4809-85F3-16571646C8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74038" y="1665819"/>
                <a:ext cx="174314" cy="174314"/>
              </a:xfrm>
              <a:prstGeom prst="rect">
                <a:avLst/>
              </a:prstGeom>
            </p:spPr>
          </p:pic>
        </p:grpSp>
      </p:grpSp>
      <p:sp>
        <p:nvSpPr>
          <p:cNvPr id="59" name="사각형: 둥근 위쪽 모서리 58">
            <a:extLst>
              <a:ext uri="{FF2B5EF4-FFF2-40B4-BE49-F238E27FC236}">
                <a16:creationId xmlns:a16="http://schemas.microsoft.com/office/drawing/2014/main" id="{1936D1DB-D4A7-4F3C-849A-71A323DF3EF9}"/>
              </a:ext>
            </a:extLst>
          </p:cNvPr>
          <p:cNvSpPr/>
          <p:nvPr/>
        </p:nvSpPr>
        <p:spPr>
          <a:xfrm rot="5400000">
            <a:off x="7972917" y="-33730"/>
            <a:ext cx="388651" cy="3651488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8A69921-D4D2-4C1F-BE97-23C872991FA1}"/>
              </a:ext>
            </a:extLst>
          </p:cNvPr>
          <p:cNvSpPr txBox="1"/>
          <p:nvPr/>
        </p:nvSpPr>
        <p:spPr>
          <a:xfrm>
            <a:off x="6378372" y="1625782"/>
            <a:ext cx="344633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7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 용입력</a:t>
            </a:r>
          </a:p>
        </p:txBody>
      </p:sp>
      <p:cxnSp>
        <p:nvCxnSpPr>
          <p:cNvPr id="61" name="직선 연결선[R] 5">
            <a:extLst>
              <a:ext uri="{FF2B5EF4-FFF2-40B4-BE49-F238E27FC236}">
                <a16:creationId xmlns:a16="http://schemas.microsoft.com/office/drawing/2014/main" id="{50B75ACB-96FA-4BE0-AAD3-ED14041055DA}"/>
              </a:ext>
            </a:extLst>
          </p:cNvPr>
          <p:cNvCxnSpPr>
            <a:cxnSpLocks/>
          </p:cNvCxnSpPr>
          <p:nvPr/>
        </p:nvCxnSpPr>
        <p:spPr>
          <a:xfrm>
            <a:off x="6357695" y="1469225"/>
            <a:ext cx="0" cy="4941100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2775476B-921E-4608-9B3E-80D18A8ECBB7}"/>
              </a:ext>
            </a:extLst>
          </p:cNvPr>
          <p:cNvSpPr/>
          <p:nvPr/>
        </p:nvSpPr>
        <p:spPr>
          <a:xfrm>
            <a:off x="6424994" y="3480961"/>
            <a:ext cx="5246898" cy="102288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A4A423A5-2200-4648-8B6C-9D17132846F4}"/>
              </a:ext>
            </a:extLst>
          </p:cNvPr>
          <p:cNvGrpSpPr/>
          <p:nvPr/>
        </p:nvGrpSpPr>
        <p:grpSpPr>
          <a:xfrm>
            <a:off x="6477995" y="3556623"/>
            <a:ext cx="3482744" cy="237437"/>
            <a:chOff x="574038" y="1625338"/>
            <a:chExt cx="3482744" cy="237437"/>
          </a:xfrm>
        </p:grpSpPr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464A0198-5FB7-4A9F-BB47-667F654B34C0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입력 내</a:t>
              </a:r>
            </a:p>
          </p:txBody>
        </p:sp>
        <p:pic>
          <p:nvPicPr>
            <p:cNvPr id="108" name="그래픽 107">
              <a:extLst>
                <a:ext uri="{FF2B5EF4-FFF2-40B4-BE49-F238E27FC236}">
                  <a16:creationId xmlns:a16="http://schemas.microsoft.com/office/drawing/2014/main" id="{C17B1B34-7106-46C3-8E19-568FD7BA30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E3ECD0E5-32BB-4E59-8859-6FA273829991}"/>
              </a:ext>
            </a:extLst>
          </p:cNvPr>
          <p:cNvSpPr/>
          <p:nvPr/>
        </p:nvSpPr>
        <p:spPr>
          <a:xfrm>
            <a:off x="6424994" y="4590322"/>
            <a:ext cx="5224796" cy="161362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65F051BC-2990-4E59-B86F-62588DA54C37}"/>
              </a:ext>
            </a:extLst>
          </p:cNvPr>
          <p:cNvGrpSpPr/>
          <p:nvPr/>
        </p:nvGrpSpPr>
        <p:grpSpPr>
          <a:xfrm>
            <a:off x="6477995" y="4674168"/>
            <a:ext cx="3482744" cy="237437"/>
            <a:chOff x="574038" y="1625338"/>
            <a:chExt cx="3482744" cy="237437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951E5261-B67B-4BDB-AB8A-D9D2295874AA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</a:t>
              </a:r>
            </a:p>
          </p:txBody>
        </p:sp>
        <p:pic>
          <p:nvPicPr>
            <p:cNvPr id="124" name="그래픽 123">
              <a:extLst>
                <a:ext uri="{FF2B5EF4-FFF2-40B4-BE49-F238E27FC236}">
                  <a16:creationId xmlns:a16="http://schemas.microsoft.com/office/drawing/2014/main" id="{84C646E8-0049-4F50-BC07-6E1114F98A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2" name="화살표: 위쪽 1">
            <a:extLst>
              <a:ext uri="{FF2B5EF4-FFF2-40B4-BE49-F238E27FC236}">
                <a16:creationId xmlns:a16="http://schemas.microsoft.com/office/drawing/2014/main" id="{2C8538C0-FB77-469D-9E9E-E2DF0F82862A}"/>
              </a:ext>
            </a:extLst>
          </p:cNvPr>
          <p:cNvSpPr/>
          <p:nvPr/>
        </p:nvSpPr>
        <p:spPr>
          <a:xfrm>
            <a:off x="827657" y="5146037"/>
            <a:ext cx="257949" cy="1119124"/>
          </a:xfrm>
          <a:prstGeom prst="upArrow">
            <a:avLst>
              <a:gd name="adj1" fmla="val 50000"/>
              <a:gd name="adj2" fmla="val 108590"/>
            </a:avLst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18000">
                <a:schemeClr val="tx2">
                  <a:lumMod val="90000"/>
                  <a:lumOff val="10000"/>
                </a:schemeClr>
              </a:gs>
              <a:gs pos="0">
                <a:schemeClr val="tx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8183B06B-453C-4D29-80AE-C021F522CB45}"/>
              </a:ext>
            </a:extLst>
          </p:cNvPr>
          <p:cNvSpPr/>
          <p:nvPr/>
        </p:nvSpPr>
        <p:spPr>
          <a:xfrm>
            <a:off x="462165" y="4808650"/>
            <a:ext cx="879232" cy="37087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spc="-30" dirty="0">
                <a:solidFill>
                  <a:schemeClr val="accent6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531내용</a:t>
            </a:r>
            <a:endParaRPr kumimoji="1" lang="ko-KR" altLang="en-US" sz="1200" b="1" spc="-30" dirty="0">
              <a:solidFill>
                <a:schemeClr val="accent6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27CC592-EF3C-4658-8647-D1A1CA7CEE3A}"/>
              </a:ext>
            </a:extLst>
          </p:cNvPr>
          <p:cNvCxnSpPr>
            <a:cxnSpLocks/>
          </p:cNvCxnSpPr>
          <p:nvPr/>
        </p:nvCxnSpPr>
        <p:spPr>
          <a:xfrm>
            <a:off x="646895" y="5612413"/>
            <a:ext cx="5214155" cy="0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1564A6BF-D08B-4496-9E9C-F0AFAED94B83}"/>
              </a:ext>
            </a:extLst>
          </p:cNvPr>
          <p:cNvSpPr txBox="1"/>
          <p:nvPr/>
        </p:nvSpPr>
        <p:spPr>
          <a:xfrm>
            <a:off x="6626903" y="3869722"/>
            <a:ext cx="3449577" cy="4955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431내용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</a:t>
            </a:r>
            <a:r>
              <a:rPr kumimoji="1" lang="ko-KR" altLang="en-US" sz="1300" spc="-40" dirty="0" err="1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내용입 력 </a:t>
            </a:r>
            <a:endParaRPr kumimoji="1" lang="en-US" altLang="ko-KR" sz="13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내용 입</a:t>
            </a:r>
            <a:endParaRPr kumimoji="1" lang="en-US" altLang="ko-KR" sz="13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AutoShape 2" descr="철도 선로 아래 지반의 균열을 투명한 스캐너 프레임으로 시각화한 3D 단면도 이미지입니다.">
            <a:extLst>
              <a:ext uri="{FF2B5EF4-FFF2-40B4-BE49-F238E27FC236}">
                <a16:creationId xmlns:a16="http://schemas.microsoft.com/office/drawing/2014/main" id="{5947F07A-0CDA-471B-ACA4-3BA9C72565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264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7D7CBDD7-85BD-4DEA-A726-F797741CD69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49532" t="10583" r="5260" b="35345"/>
          <a:stretch/>
        </p:blipFill>
        <p:spPr>
          <a:xfrm>
            <a:off x="9596075" y="4837792"/>
            <a:ext cx="1998892" cy="1318092"/>
          </a:xfrm>
          <a:prstGeom prst="rect">
            <a:avLst/>
          </a:prstGeom>
        </p:spPr>
      </p:pic>
      <p:graphicFrame>
        <p:nvGraphicFramePr>
          <p:cNvPr id="64" name="차트 63">
            <a:extLst>
              <a:ext uri="{FF2B5EF4-FFF2-40B4-BE49-F238E27FC236}">
                <a16:creationId xmlns:a16="http://schemas.microsoft.com/office/drawing/2014/main" id="{BE2C8C2F-6C0E-4AEF-B030-C75741C28DE0}"/>
              </a:ext>
            </a:extLst>
          </p:cNvPr>
          <p:cNvGraphicFramePr>
            <a:graphicFrameLocks/>
          </p:cNvGraphicFramePr>
          <p:nvPr/>
        </p:nvGraphicFramePr>
        <p:xfrm>
          <a:off x="8597511" y="2392105"/>
          <a:ext cx="1395476" cy="9295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86" name="TextBox 85">
            <a:extLst>
              <a:ext uri="{FF2B5EF4-FFF2-40B4-BE49-F238E27FC236}">
                <a16:creationId xmlns:a16="http://schemas.microsoft.com/office/drawing/2014/main" id="{3595F65D-2E22-4A1F-AF31-02F4B7039E8A}"/>
              </a:ext>
            </a:extLst>
          </p:cNvPr>
          <p:cNvSpPr txBox="1"/>
          <p:nvPr/>
        </p:nvSpPr>
        <p:spPr>
          <a:xfrm>
            <a:off x="3760570" y="5034293"/>
            <a:ext cx="2037100" cy="53013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ko-KR" sz="12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5169</a:t>
            </a:r>
            <a:r>
              <a:rPr kumimoji="1" lang="ko-KR" altLang="en-US" sz="12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 력내 용입력 내용입 력</a:t>
            </a:r>
            <a:endParaRPr kumimoji="1" lang="en-US" altLang="ko-KR" sz="12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371F235-8973-436B-AB91-E725066AC05D}"/>
              </a:ext>
            </a:extLst>
          </p:cNvPr>
          <p:cNvSpPr txBox="1"/>
          <p:nvPr/>
        </p:nvSpPr>
        <p:spPr>
          <a:xfrm>
            <a:off x="3760570" y="5737504"/>
            <a:ext cx="2037100" cy="53013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ko-KR" altLang="en-US" sz="12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 내 용 입력 내 용입 력내</a:t>
            </a:r>
            <a:endParaRPr kumimoji="1" lang="en-US" altLang="ko-KR" sz="12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0" name="그림 89">
            <a:extLst>
              <a:ext uri="{FF2B5EF4-FFF2-40B4-BE49-F238E27FC236}">
                <a16:creationId xmlns:a16="http://schemas.microsoft.com/office/drawing/2014/main" id="{2C7DDEDC-F922-4427-BC54-86E44A794B09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52146" b="13032"/>
          <a:stretch/>
        </p:blipFill>
        <p:spPr>
          <a:xfrm>
            <a:off x="1275150" y="5674341"/>
            <a:ext cx="2384465" cy="64688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6C94C0E-6A86-4304-8A08-B5B9665A84A3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51093" b="14614"/>
          <a:stretch/>
        </p:blipFill>
        <p:spPr>
          <a:xfrm>
            <a:off x="1275150" y="5023108"/>
            <a:ext cx="2384465" cy="562633"/>
          </a:xfrm>
          <a:prstGeom prst="rect">
            <a:avLst/>
          </a:prstGeom>
        </p:spPr>
      </p:pic>
      <p:pic>
        <p:nvPicPr>
          <p:cNvPr id="92" name="그림 91">
            <a:extLst>
              <a:ext uri="{FF2B5EF4-FFF2-40B4-BE49-F238E27FC236}">
                <a16:creationId xmlns:a16="http://schemas.microsoft.com/office/drawing/2014/main" id="{492E56A9-B2AD-4E1F-9EA0-28DD8EDEACF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9745" y="3198130"/>
            <a:ext cx="5227924" cy="1639662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340DC027-9C95-494B-B5F2-8364CD1A41B5}"/>
              </a:ext>
            </a:extLst>
          </p:cNvPr>
          <p:cNvSpPr txBox="1"/>
          <p:nvPr/>
        </p:nvSpPr>
        <p:spPr>
          <a:xfrm>
            <a:off x="6626903" y="4982796"/>
            <a:ext cx="3044147" cy="1275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531내용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용입력내 용입력 내용 입력 내용 입력내 용입 력 내용입 력</a:t>
            </a:r>
            <a:endParaRPr kumimoji="1" lang="en-US" altLang="ko-KR" sz="13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 내 용 입력내 용</a:t>
            </a:r>
            <a:endParaRPr kumimoji="1" lang="en-US" altLang="ko-KR" sz="13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30000"/>
              </a:lnSpc>
            </a:pPr>
            <a:endParaRPr kumimoji="1" lang="en-US" altLang="ko-KR" sz="13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58577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2A24E6-7B94-9E44-E1C5-FCCAB92DE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27917"/>
            <a:ext cx="10384753" cy="400110"/>
          </a:xfrm>
        </p:spPr>
        <p:txBody>
          <a:bodyPr/>
          <a:lstStyle/>
          <a:p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 입    </a:t>
            </a:r>
            <a:r>
              <a:rPr lang="en-US" altLang="ko-KR" sz="2200" b="0" spc="-40" dirty="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내531용입</a:t>
            </a:r>
            <a:r>
              <a:rPr lang="ko-KR" altLang="en-US" sz="2200" b="0" spc="-40" dirty="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 용입 력내 용 입력 내용입</a:t>
            </a:r>
            <a:r>
              <a:rPr lang="en-US" altLang="ko-KR" sz="2200" b="0" spc="-40" dirty="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</a:t>
            </a:r>
            <a:endParaRPr lang="ko-KR" altLang="en-US" sz="2200" b="0" spc="-40" dirty="0">
              <a:solidFill>
                <a:schemeClr val="tx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4B8C104-51AA-4740-9868-492AB9EE2AB4}"/>
              </a:ext>
            </a:extLst>
          </p:cNvPr>
          <p:cNvSpPr/>
          <p:nvPr/>
        </p:nvSpPr>
        <p:spPr>
          <a:xfrm>
            <a:off x="0" y="1255467"/>
            <a:ext cx="12192000" cy="1464560"/>
          </a:xfrm>
          <a:prstGeom prst="rect">
            <a:avLst/>
          </a:prstGeom>
          <a:pattFill prst="dkUpDiag">
            <a:fgClr>
              <a:sysClr val="window" lastClr="FFFFFF">
                <a:lumMod val="95000"/>
              </a:sysClr>
            </a:fgClr>
            <a:bgClr>
              <a:sysClr val="window" lastClr="FFFFFF"/>
            </a:bgClr>
          </a:patt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959D2D34-447A-470F-8520-F28428C3AA03}"/>
              </a:ext>
            </a:extLst>
          </p:cNvPr>
          <p:cNvSpPr/>
          <p:nvPr/>
        </p:nvSpPr>
        <p:spPr>
          <a:xfrm>
            <a:off x="948726" y="1013234"/>
            <a:ext cx="1221718" cy="348407"/>
          </a:xfrm>
          <a:prstGeom prst="roundRect">
            <a:avLst>
              <a:gd name="adj" fmla="val 50000"/>
            </a:avLst>
          </a:prstGeom>
          <a:solidFill>
            <a:srgbClr val="0054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lvl="0" algn="ctr" latinLnBrk="0">
              <a:defRPr/>
            </a:pPr>
            <a:r>
              <a:rPr kumimoji="0" lang="ko-KR" altLang="en-US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내용</a:t>
            </a: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FAF26923-139F-41FF-8EB4-C3C1494EA12B}"/>
              </a:ext>
            </a:extLst>
          </p:cNvPr>
          <p:cNvGrpSpPr/>
          <p:nvPr/>
        </p:nvGrpSpPr>
        <p:grpSpPr>
          <a:xfrm>
            <a:off x="1859095" y="1475651"/>
            <a:ext cx="8569415" cy="1176420"/>
            <a:chOff x="1568844" y="1598859"/>
            <a:chExt cx="8569415" cy="1176420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D5A45520-882A-4B9B-975F-6B3FF51F273C}"/>
                </a:ext>
              </a:extLst>
            </p:cNvPr>
            <p:cNvSpPr txBox="1"/>
            <p:nvPr/>
          </p:nvSpPr>
          <p:spPr>
            <a:xfrm>
              <a:off x="1706190" y="1615538"/>
              <a:ext cx="8312710" cy="11597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30000"/>
                </a:lnSpc>
              </a:pPr>
              <a:r>
                <a:rPr lang="en-US" altLang="ko-KR" sz="2800" b="1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431내용</a:t>
              </a:r>
              <a:r>
                <a:rPr lang="ko-KR" altLang="en-US" sz="2800" b="1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력내용 입력 내용 입력 </a:t>
              </a:r>
              <a:endParaRPr lang="en-US" altLang="ko-KR" sz="28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lvl="0" algn="ctr">
                <a:lnSpc>
                  <a:spcPct val="130000"/>
                </a:lnSpc>
              </a:pPr>
              <a:r>
                <a:rPr lang="ko-KR" altLang="en-US" sz="2800" b="1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 입</a:t>
              </a:r>
              <a:endParaRPr lang="en-US" altLang="ko-KR" sz="28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61BCEF33-6764-4352-8EBC-6CAB61E4FE64}"/>
                </a:ext>
              </a:extLst>
            </p:cNvPr>
            <p:cNvSpPr/>
            <p:nvPr/>
          </p:nvSpPr>
          <p:spPr>
            <a:xfrm>
              <a:off x="9905308" y="1598859"/>
              <a:ext cx="232951" cy="179778"/>
            </a:xfrm>
            <a:custGeom>
              <a:avLst/>
              <a:gdLst/>
              <a:ahLst/>
              <a:cxnLst/>
              <a:rect l="l" t="t" r="r" b="b"/>
              <a:pathLst>
                <a:path w="308457" h="238049">
                  <a:moveTo>
                    <a:pt x="238048" y="0"/>
                  </a:moveTo>
                  <a:cubicBezTo>
                    <a:pt x="255930" y="0"/>
                    <a:pt x="271018" y="5169"/>
                    <a:pt x="283311" y="15507"/>
                  </a:cubicBezTo>
                  <a:cubicBezTo>
                    <a:pt x="295605" y="25845"/>
                    <a:pt x="302869" y="39116"/>
                    <a:pt x="305104" y="55321"/>
                  </a:cubicBezTo>
                  <a:cubicBezTo>
                    <a:pt x="307340" y="64821"/>
                    <a:pt x="308457" y="74879"/>
                    <a:pt x="308457" y="85497"/>
                  </a:cubicBezTo>
                  <a:cubicBezTo>
                    <a:pt x="308457" y="111201"/>
                    <a:pt x="301752" y="135230"/>
                    <a:pt x="288340" y="157582"/>
                  </a:cubicBezTo>
                  <a:cubicBezTo>
                    <a:pt x="277723" y="176022"/>
                    <a:pt x="264312" y="192507"/>
                    <a:pt x="248107" y="207036"/>
                  </a:cubicBezTo>
                  <a:cubicBezTo>
                    <a:pt x="231902" y="221564"/>
                    <a:pt x="217093" y="231902"/>
                    <a:pt x="203682" y="238049"/>
                  </a:cubicBezTo>
                  <a:lnTo>
                    <a:pt x="177698" y="204521"/>
                  </a:lnTo>
                  <a:cubicBezTo>
                    <a:pt x="190550" y="195021"/>
                    <a:pt x="201447" y="183706"/>
                    <a:pt x="210388" y="170574"/>
                  </a:cubicBezTo>
                  <a:cubicBezTo>
                    <a:pt x="219329" y="157442"/>
                    <a:pt x="225755" y="143612"/>
                    <a:pt x="229666" y="129083"/>
                  </a:cubicBezTo>
                  <a:cubicBezTo>
                    <a:pt x="211226" y="126848"/>
                    <a:pt x="196558" y="119863"/>
                    <a:pt x="185661" y="108128"/>
                  </a:cubicBezTo>
                  <a:cubicBezTo>
                    <a:pt x="174764" y="96393"/>
                    <a:pt x="169316" y="82144"/>
                    <a:pt x="169316" y="65380"/>
                  </a:cubicBezTo>
                  <a:cubicBezTo>
                    <a:pt x="169316" y="46381"/>
                    <a:pt x="175603" y="30734"/>
                    <a:pt x="188176" y="18441"/>
                  </a:cubicBezTo>
                  <a:cubicBezTo>
                    <a:pt x="200749" y="6147"/>
                    <a:pt x="217373" y="0"/>
                    <a:pt x="238048" y="0"/>
                  </a:cubicBezTo>
                  <a:close/>
                  <a:moveTo>
                    <a:pt x="68732" y="0"/>
                  </a:moveTo>
                  <a:cubicBezTo>
                    <a:pt x="86614" y="0"/>
                    <a:pt x="101701" y="5169"/>
                    <a:pt x="113995" y="15507"/>
                  </a:cubicBezTo>
                  <a:cubicBezTo>
                    <a:pt x="126288" y="25845"/>
                    <a:pt x="133553" y="39116"/>
                    <a:pt x="135788" y="55321"/>
                  </a:cubicBezTo>
                  <a:cubicBezTo>
                    <a:pt x="138023" y="64821"/>
                    <a:pt x="139141" y="74879"/>
                    <a:pt x="139141" y="85497"/>
                  </a:cubicBezTo>
                  <a:cubicBezTo>
                    <a:pt x="139141" y="111201"/>
                    <a:pt x="132435" y="135230"/>
                    <a:pt x="119024" y="157582"/>
                  </a:cubicBezTo>
                  <a:cubicBezTo>
                    <a:pt x="108407" y="176022"/>
                    <a:pt x="94996" y="192507"/>
                    <a:pt x="78790" y="207036"/>
                  </a:cubicBezTo>
                  <a:cubicBezTo>
                    <a:pt x="62585" y="221564"/>
                    <a:pt x="47777" y="231902"/>
                    <a:pt x="34366" y="238049"/>
                  </a:cubicBezTo>
                  <a:lnTo>
                    <a:pt x="8382" y="204521"/>
                  </a:lnTo>
                  <a:cubicBezTo>
                    <a:pt x="21234" y="195021"/>
                    <a:pt x="32131" y="183706"/>
                    <a:pt x="41071" y="170574"/>
                  </a:cubicBezTo>
                  <a:cubicBezTo>
                    <a:pt x="50012" y="157442"/>
                    <a:pt x="56438" y="143612"/>
                    <a:pt x="60350" y="129083"/>
                  </a:cubicBezTo>
                  <a:cubicBezTo>
                    <a:pt x="41910" y="126848"/>
                    <a:pt x="27241" y="119863"/>
                    <a:pt x="16345" y="108128"/>
                  </a:cubicBezTo>
                  <a:cubicBezTo>
                    <a:pt x="5448" y="96393"/>
                    <a:pt x="0" y="82144"/>
                    <a:pt x="0" y="65380"/>
                  </a:cubicBezTo>
                  <a:cubicBezTo>
                    <a:pt x="0" y="46381"/>
                    <a:pt x="6286" y="30734"/>
                    <a:pt x="18859" y="18441"/>
                  </a:cubicBezTo>
                  <a:cubicBezTo>
                    <a:pt x="31432" y="6147"/>
                    <a:pt x="48056" y="0"/>
                    <a:pt x="68732" y="0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8DA5E17-91B1-44A3-AF7C-8E1632C309C4}"/>
                </a:ext>
              </a:extLst>
            </p:cNvPr>
            <p:cNvSpPr txBox="1"/>
            <p:nvPr/>
          </p:nvSpPr>
          <p:spPr>
            <a:xfrm>
              <a:off x="1568844" y="1688748"/>
              <a:ext cx="232952" cy="179778"/>
            </a:xfrm>
            <a:custGeom>
              <a:avLst/>
              <a:gdLst/>
              <a:ahLst/>
              <a:cxnLst/>
              <a:rect l="l" t="t" r="r" b="b"/>
              <a:pathLst>
                <a:path w="308458" h="238049">
                  <a:moveTo>
                    <a:pt x="274092" y="0"/>
                  </a:moveTo>
                  <a:lnTo>
                    <a:pt x="300076" y="33528"/>
                  </a:lnTo>
                  <a:cubicBezTo>
                    <a:pt x="287223" y="43028"/>
                    <a:pt x="276327" y="54343"/>
                    <a:pt x="267386" y="67475"/>
                  </a:cubicBezTo>
                  <a:cubicBezTo>
                    <a:pt x="258445" y="80607"/>
                    <a:pt x="252019" y="94437"/>
                    <a:pt x="248107" y="108966"/>
                  </a:cubicBezTo>
                  <a:cubicBezTo>
                    <a:pt x="266548" y="111201"/>
                    <a:pt x="281216" y="118186"/>
                    <a:pt x="292113" y="129921"/>
                  </a:cubicBezTo>
                  <a:cubicBezTo>
                    <a:pt x="303010" y="141656"/>
                    <a:pt x="308458" y="155905"/>
                    <a:pt x="308458" y="172669"/>
                  </a:cubicBezTo>
                  <a:cubicBezTo>
                    <a:pt x="308458" y="191669"/>
                    <a:pt x="302171" y="207315"/>
                    <a:pt x="289598" y="219609"/>
                  </a:cubicBezTo>
                  <a:cubicBezTo>
                    <a:pt x="277025" y="231902"/>
                    <a:pt x="260401" y="238049"/>
                    <a:pt x="239725" y="238049"/>
                  </a:cubicBezTo>
                  <a:cubicBezTo>
                    <a:pt x="221844" y="238049"/>
                    <a:pt x="206756" y="232880"/>
                    <a:pt x="194463" y="222542"/>
                  </a:cubicBezTo>
                  <a:cubicBezTo>
                    <a:pt x="182169" y="212204"/>
                    <a:pt x="174905" y="198933"/>
                    <a:pt x="172669" y="182728"/>
                  </a:cubicBezTo>
                  <a:cubicBezTo>
                    <a:pt x="170434" y="173228"/>
                    <a:pt x="169317" y="163170"/>
                    <a:pt x="169317" y="152553"/>
                  </a:cubicBezTo>
                  <a:cubicBezTo>
                    <a:pt x="169317" y="126848"/>
                    <a:pt x="176022" y="102819"/>
                    <a:pt x="189433" y="80467"/>
                  </a:cubicBezTo>
                  <a:cubicBezTo>
                    <a:pt x="200051" y="62027"/>
                    <a:pt x="213462" y="45542"/>
                    <a:pt x="229667" y="31013"/>
                  </a:cubicBezTo>
                  <a:cubicBezTo>
                    <a:pt x="245872" y="16485"/>
                    <a:pt x="260680" y="6147"/>
                    <a:pt x="274092" y="0"/>
                  </a:cubicBezTo>
                  <a:close/>
                  <a:moveTo>
                    <a:pt x="104775" y="0"/>
                  </a:moveTo>
                  <a:lnTo>
                    <a:pt x="130759" y="33528"/>
                  </a:lnTo>
                  <a:cubicBezTo>
                    <a:pt x="117907" y="43028"/>
                    <a:pt x="107010" y="54343"/>
                    <a:pt x="98070" y="67475"/>
                  </a:cubicBezTo>
                  <a:cubicBezTo>
                    <a:pt x="89129" y="80607"/>
                    <a:pt x="82703" y="94437"/>
                    <a:pt x="78791" y="108966"/>
                  </a:cubicBezTo>
                  <a:cubicBezTo>
                    <a:pt x="97231" y="111201"/>
                    <a:pt x="111900" y="118186"/>
                    <a:pt x="122797" y="129921"/>
                  </a:cubicBezTo>
                  <a:cubicBezTo>
                    <a:pt x="133693" y="141656"/>
                    <a:pt x="139141" y="155905"/>
                    <a:pt x="139141" y="172669"/>
                  </a:cubicBezTo>
                  <a:cubicBezTo>
                    <a:pt x="139141" y="191669"/>
                    <a:pt x="132855" y="207315"/>
                    <a:pt x="120282" y="219609"/>
                  </a:cubicBezTo>
                  <a:cubicBezTo>
                    <a:pt x="107709" y="231902"/>
                    <a:pt x="91085" y="238049"/>
                    <a:pt x="70409" y="238049"/>
                  </a:cubicBezTo>
                  <a:cubicBezTo>
                    <a:pt x="52527" y="238049"/>
                    <a:pt x="37440" y="232880"/>
                    <a:pt x="25146" y="222542"/>
                  </a:cubicBezTo>
                  <a:cubicBezTo>
                    <a:pt x="12853" y="212204"/>
                    <a:pt x="5588" y="198933"/>
                    <a:pt x="3353" y="182728"/>
                  </a:cubicBezTo>
                  <a:cubicBezTo>
                    <a:pt x="1118" y="173228"/>
                    <a:pt x="0" y="163170"/>
                    <a:pt x="0" y="152553"/>
                  </a:cubicBezTo>
                  <a:cubicBezTo>
                    <a:pt x="0" y="126848"/>
                    <a:pt x="6706" y="102819"/>
                    <a:pt x="20117" y="80467"/>
                  </a:cubicBezTo>
                  <a:cubicBezTo>
                    <a:pt x="30734" y="62027"/>
                    <a:pt x="44145" y="45542"/>
                    <a:pt x="60351" y="31013"/>
                  </a:cubicBezTo>
                  <a:cubicBezTo>
                    <a:pt x="76556" y="16485"/>
                    <a:pt x="91364" y="6147"/>
                    <a:pt x="104775" y="0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>
              <a:solidFill>
                <a:sysClr val="window" lastClr="FFFFFF">
                  <a:alpha val="0"/>
                </a:sys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6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</a:endParaRPr>
            </a:p>
          </p:txBody>
        </p:sp>
      </p:grpSp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58932758-54C0-4B30-98DC-5D9CC3EC442F}"/>
              </a:ext>
            </a:extLst>
          </p:cNvPr>
          <p:cNvGraphicFramePr>
            <a:graphicFrameLocks noGrp="1"/>
          </p:cNvGraphicFramePr>
          <p:nvPr/>
        </p:nvGraphicFramePr>
        <p:xfrm>
          <a:off x="725829" y="5186499"/>
          <a:ext cx="10909912" cy="1084994"/>
        </p:xfrm>
        <a:graphic>
          <a:graphicData uri="http://schemas.openxmlformats.org/drawingml/2006/table">
            <a:tbl>
              <a:tblPr/>
              <a:tblGrid>
                <a:gridCol w="2727478">
                  <a:extLst>
                    <a:ext uri="{9D8B030D-6E8A-4147-A177-3AD203B41FA5}">
                      <a16:colId xmlns:a16="http://schemas.microsoft.com/office/drawing/2014/main" val="1100966233"/>
                    </a:ext>
                  </a:extLst>
                </a:gridCol>
                <a:gridCol w="2727478">
                  <a:extLst>
                    <a:ext uri="{9D8B030D-6E8A-4147-A177-3AD203B41FA5}">
                      <a16:colId xmlns:a16="http://schemas.microsoft.com/office/drawing/2014/main" val="2687223288"/>
                    </a:ext>
                  </a:extLst>
                </a:gridCol>
                <a:gridCol w="2727478">
                  <a:extLst>
                    <a:ext uri="{9D8B030D-6E8A-4147-A177-3AD203B41FA5}">
                      <a16:colId xmlns:a16="http://schemas.microsoft.com/office/drawing/2014/main" val="3478950008"/>
                    </a:ext>
                  </a:extLst>
                </a:gridCol>
                <a:gridCol w="2727478">
                  <a:extLst>
                    <a:ext uri="{9D8B030D-6E8A-4147-A177-3AD203B41FA5}">
                      <a16:colId xmlns:a16="http://schemas.microsoft.com/office/drawing/2014/main" val="2773615559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1C3D62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내용입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D1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AF7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내용입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D1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AF7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내 용입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D1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AF7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1C3D62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내용 </a:t>
                      </a:r>
                      <a:r>
                        <a:rPr lang="ko-KR" altLang="en-US" sz="1600" kern="0" spc="0" dirty="0">
                          <a:solidFill>
                            <a:srgbClr val="1C3D62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내용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D1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AF7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24713"/>
                  </a:ext>
                </a:extLst>
              </a:tr>
              <a:tr h="6506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내용입력내용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1590" cap="flat" cmpd="sng" algn="ctr">
                      <a:solidFill>
                        <a:srgbClr val="D1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5166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내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내 5170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내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내3 용 2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1590" cap="flat" cmpd="sng" algn="ctr">
                      <a:solidFill>
                        <a:srgbClr val="D1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331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내용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내40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내용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33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내용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내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1590" cap="flat" cmpd="sng" algn="ctr">
                      <a:solidFill>
                        <a:srgbClr val="D1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내용 3 입 력내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7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D1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739285"/>
                  </a:ext>
                </a:extLst>
              </a:tr>
            </a:tbl>
          </a:graphicData>
        </a:graphic>
      </p:graphicFrame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7230B697-5DF6-4C9F-978B-1DD301934B43}"/>
              </a:ext>
            </a:extLst>
          </p:cNvPr>
          <p:cNvSpPr/>
          <p:nvPr/>
        </p:nvSpPr>
        <p:spPr>
          <a:xfrm>
            <a:off x="948726" y="2939655"/>
            <a:ext cx="1221718" cy="348407"/>
          </a:xfrm>
          <a:prstGeom prst="roundRect">
            <a:avLst>
              <a:gd name="adj" fmla="val 50000"/>
            </a:avLst>
          </a:prstGeom>
          <a:solidFill>
            <a:srgbClr val="0054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lvl="0" algn="ctr" latinLnBrk="0">
              <a:defRPr/>
            </a:pPr>
            <a:r>
              <a:rPr lang="ko-KR" altLang="en-US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내용</a:t>
            </a:r>
            <a:endParaRPr kumimoji="0" lang="ko-KR" altLang="en-US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Pretendard SemiBold" panose="020B0600000101010101" charset="-127"/>
              <a:ea typeface="Pretendard SemiBold" panose="020B0600000101010101" charset="-127"/>
              <a:cs typeface="Pretendard SemiBold" panose="020B0600000101010101" charset="-127"/>
            </a:endParaRP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E9A1DFA5-A0EB-4B60-ABAF-3DBD01C08298}"/>
              </a:ext>
            </a:extLst>
          </p:cNvPr>
          <p:cNvCxnSpPr>
            <a:cxnSpLocks/>
          </p:cNvCxnSpPr>
          <p:nvPr/>
        </p:nvCxnSpPr>
        <p:spPr>
          <a:xfrm>
            <a:off x="720856" y="2814067"/>
            <a:ext cx="11052044" cy="0"/>
          </a:xfrm>
          <a:prstGeom prst="line">
            <a:avLst/>
          </a:prstGeom>
          <a:noFill/>
          <a:ln w="19050" cap="flat" cmpd="sng" algn="ctr">
            <a:solidFill>
              <a:srgbClr val="31A5E2"/>
            </a:solidFill>
            <a:prstDash val="solid"/>
            <a:miter lim="800000"/>
          </a:ln>
          <a:effectLst/>
        </p:spPr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938A6FA-E126-49A5-B6FB-20112C2A9D5C}"/>
              </a:ext>
            </a:extLst>
          </p:cNvPr>
          <p:cNvSpPr txBox="1"/>
          <p:nvPr/>
        </p:nvSpPr>
        <p:spPr>
          <a:xfrm>
            <a:off x="1157943" y="3282411"/>
            <a:ext cx="9989703" cy="1487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ko-KR" altLang="en-US" sz="24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 내 용입 력 내용입</a:t>
            </a:r>
            <a:r>
              <a:rPr lang="en-US" altLang="ko-KR" sz="24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lang="ko-KR" altLang="en-US" sz="24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용 입력 내 용 입력 내용 입력 내용 입력 내용 입 력내용 </a:t>
            </a:r>
            <a:r>
              <a:rPr lang="en-US" altLang="ko-KR" sz="24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431내용</a:t>
            </a:r>
            <a:r>
              <a:rPr lang="ko-KR" altLang="en-US" sz="24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력내용 입력 내용 입력 내용 입 력내 용 입</a:t>
            </a: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8F05D13A-74F6-488B-9905-3EBC5A6CE746}"/>
              </a:ext>
            </a:extLst>
          </p:cNvPr>
          <p:cNvCxnSpPr>
            <a:cxnSpLocks/>
          </p:cNvCxnSpPr>
          <p:nvPr/>
        </p:nvCxnSpPr>
        <p:spPr>
          <a:xfrm>
            <a:off x="720856" y="4886707"/>
            <a:ext cx="11052044" cy="0"/>
          </a:xfrm>
          <a:prstGeom prst="line">
            <a:avLst/>
          </a:prstGeom>
          <a:noFill/>
          <a:ln w="19050" cap="flat" cmpd="sng" algn="ctr">
            <a:solidFill>
              <a:srgbClr val="31A5E2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10010013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71881F76-FB13-57DE-9F1C-83E6A0F59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입력 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70B3EEB-939E-5021-FFD2-8FDA007E173E}"/>
              </a:ext>
            </a:extLst>
          </p:cNvPr>
          <p:cNvGrpSpPr/>
          <p:nvPr/>
        </p:nvGrpSpPr>
        <p:grpSpPr>
          <a:xfrm>
            <a:off x="388700" y="1349373"/>
            <a:ext cx="3651774" cy="4380192"/>
            <a:chOff x="388704" y="1667193"/>
            <a:chExt cx="3651774" cy="4619498"/>
          </a:xfrm>
        </p:grpSpPr>
        <p:sp>
          <p:nvSpPr>
            <p:cNvPr id="8" name="양쪽 모서리가 둥근 사각형 44">
              <a:extLst>
                <a:ext uri="{FF2B5EF4-FFF2-40B4-BE49-F238E27FC236}">
                  <a16:creationId xmlns:a16="http://schemas.microsoft.com/office/drawing/2014/main" id="{003BF100-C439-4A04-C8B5-2EEDFCEFB48A}"/>
                </a:ext>
              </a:extLst>
            </p:cNvPr>
            <p:cNvSpPr/>
            <p:nvPr/>
          </p:nvSpPr>
          <p:spPr>
            <a:xfrm>
              <a:off x="388987" y="1667193"/>
              <a:ext cx="3651487" cy="461609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500" b="1" spc="-10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431내용입 </a:t>
              </a:r>
              <a:r>
                <a:rPr kumimoji="1" lang="ko-KR" altLang="en-US" sz="1500" b="1" spc="-10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용입력 내용입 </a:t>
              </a:r>
              <a:endParaRPr kumimoji="1" lang="ko-KR" altLang="en-US" sz="1300" spc="-10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06B5D3B9-94C9-B23F-1C5B-F37C0CBB8DE9}"/>
                </a:ext>
              </a:extLst>
            </p:cNvPr>
            <p:cNvGrpSpPr/>
            <p:nvPr/>
          </p:nvGrpSpPr>
          <p:grpSpPr>
            <a:xfrm>
              <a:off x="388704" y="2139901"/>
              <a:ext cx="3651774" cy="4146790"/>
              <a:chOff x="388704" y="2139901"/>
              <a:chExt cx="3651774" cy="4146790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7B742E0D-EECD-F081-3E46-406C400CF948}"/>
                  </a:ext>
                </a:extLst>
              </p:cNvPr>
              <p:cNvSpPr/>
              <p:nvPr/>
            </p:nvSpPr>
            <p:spPr>
              <a:xfrm>
                <a:off x="388988" y="2139901"/>
                <a:ext cx="3651490" cy="414679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9" name="직선 연결선[R] 45">
                <a:extLst>
                  <a:ext uri="{FF2B5EF4-FFF2-40B4-BE49-F238E27FC236}">
                    <a16:creationId xmlns:a16="http://schemas.microsoft.com/office/drawing/2014/main" id="{F6DABC36-1DA2-2F48-61D7-F817CAA4AC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04116AD-81F9-F438-FD7B-3633FEAD3DD6}"/>
              </a:ext>
            </a:extLst>
          </p:cNvPr>
          <p:cNvGrpSpPr/>
          <p:nvPr/>
        </p:nvGrpSpPr>
        <p:grpSpPr>
          <a:xfrm>
            <a:off x="4278506" y="1373656"/>
            <a:ext cx="3651774" cy="4355910"/>
            <a:chOff x="4268985" y="1688321"/>
            <a:chExt cx="3651774" cy="4777696"/>
          </a:xfrm>
        </p:grpSpPr>
        <p:sp>
          <p:nvSpPr>
            <p:cNvPr id="6" name="양쪽 모서리가 둥근 사각형 44">
              <a:extLst>
                <a:ext uri="{FF2B5EF4-FFF2-40B4-BE49-F238E27FC236}">
                  <a16:creationId xmlns:a16="http://schemas.microsoft.com/office/drawing/2014/main" id="{7367AE39-4759-C615-3B54-B9F4B14FDFCC}"/>
                </a:ext>
              </a:extLst>
            </p:cNvPr>
            <p:cNvSpPr/>
            <p:nvPr/>
          </p:nvSpPr>
          <p:spPr>
            <a:xfrm>
              <a:off x="4269269" y="1688321"/>
              <a:ext cx="3651486" cy="440482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500" b="1" spc="-1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431내용 </a:t>
              </a:r>
              <a:r>
                <a:rPr kumimoji="1" lang="ko-KR" altLang="en-US" sz="1500" b="1" spc="-1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500" b="1" spc="-140" dirty="0" err="1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500" b="1" spc="-1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 입 력내용 입</a:t>
              </a: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BF53FAEC-B998-3DDB-6A9C-5670E4C24E5D}"/>
                </a:ext>
              </a:extLst>
            </p:cNvPr>
            <p:cNvGrpSpPr/>
            <p:nvPr/>
          </p:nvGrpSpPr>
          <p:grpSpPr>
            <a:xfrm>
              <a:off x="4268985" y="2139901"/>
              <a:ext cx="3651774" cy="4326116"/>
              <a:chOff x="4268985" y="2139901"/>
              <a:chExt cx="3651774" cy="4326116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F7F0801F-0012-D862-412B-B0A7631421BE}"/>
                  </a:ext>
                </a:extLst>
              </p:cNvPr>
              <p:cNvSpPr/>
              <p:nvPr/>
            </p:nvSpPr>
            <p:spPr>
              <a:xfrm>
                <a:off x="4269269" y="2139901"/>
                <a:ext cx="3651490" cy="43261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5" name="직선 연결선[R] 49">
                <a:extLst>
                  <a:ext uri="{FF2B5EF4-FFF2-40B4-BE49-F238E27FC236}">
                    <a16:creationId xmlns:a16="http://schemas.microsoft.com/office/drawing/2014/main" id="{B68BF27F-DC57-DC59-784D-7CC0E741C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8985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919D082-9926-2E61-37BF-3D17190E137D}"/>
              </a:ext>
            </a:extLst>
          </p:cNvPr>
          <p:cNvGrpSpPr/>
          <p:nvPr/>
        </p:nvGrpSpPr>
        <p:grpSpPr>
          <a:xfrm>
            <a:off x="8150390" y="1386445"/>
            <a:ext cx="3651774" cy="4343121"/>
            <a:chOff x="8150394" y="1702349"/>
            <a:chExt cx="3651774" cy="4763668"/>
          </a:xfrm>
        </p:grpSpPr>
        <p:sp>
          <p:nvSpPr>
            <p:cNvPr id="12" name="양쪽 모서리가 둥근 사각형 44">
              <a:extLst>
                <a:ext uri="{FF2B5EF4-FFF2-40B4-BE49-F238E27FC236}">
                  <a16:creationId xmlns:a16="http://schemas.microsoft.com/office/drawing/2014/main" id="{EBE21FEF-8113-4008-46BE-DEBF1E407C93}"/>
                </a:ext>
              </a:extLst>
            </p:cNvPr>
            <p:cNvSpPr/>
            <p:nvPr/>
          </p:nvSpPr>
          <p:spPr>
            <a:xfrm>
              <a:off x="8150678" y="1702349"/>
              <a:ext cx="3651486" cy="426454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500" b="1" spc="-13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500" b="1" spc="-13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500" b="1" spc="-13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 내용 입 력내 용입</a:t>
              </a:r>
              <a:endParaRPr kumimoji="1" lang="ko-KR" altLang="en-US" sz="1300" spc="-13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9E9B3F5C-46F9-CDEC-E72A-6B04E1C340D2}"/>
                </a:ext>
              </a:extLst>
            </p:cNvPr>
            <p:cNvGrpSpPr/>
            <p:nvPr/>
          </p:nvGrpSpPr>
          <p:grpSpPr>
            <a:xfrm>
              <a:off x="8150394" y="2139901"/>
              <a:ext cx="3651774" cy="4326116"/>
              <a:chOff x="8150394" y="2139901"/>
              <a:chExt cx="3651774" cy="4326116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E5E7D1D9-BBF7-01F4-2F73-12843A99218D}"/>
                  </a:ext>
                </a:extLst>
              </p:cNvPr>
              <p:cNvSpPr/>
              <p:nvPr/>
            </p:nvSpPr>
            <p:spPr>
              <a:xfrm>
                <a:off x="8150678" y="2139901"/>
                <a:ext cx="3651490" cy="43261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21" name="직선 연결선[R] 53">
                <a:extLst>
                  <a:ext uri="{FF2B5EF4-FFF2-40B4-BE49-F238E27FC236}">
                    <a16:creationId xmlns:a16="http://schemas.microsoft.com/office/drawing/2014/main" id="{D4847518-256D-9AA0-8E78-F75EA41087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0394" y="2139901"/>
                <a:ext cx="3651774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63EA6ADC-281A-E636-38D2-6C29940D8779}"/>
              </a:ext>
            </a:extLst>
          </p:cNvPr>
          <p:cNvSpPr txBox="1"/>
          <p:nvPr/>
        </p:nvSpPr>
        <p:spPr>
          <a:xfrm>
            <a:off x="844145" y="909007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531내용입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용입력 내 용입 력내 용 입</a:t>
            </a:r>
            <a:endParaRPr kumimoji="1" lang="ko-KR" altLang="en-US" b="1" spc="-40" dirty="0">
              <a:solidFill>
                <a:srgbClr val="129AEF"/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FEFB00AC-BA99-9519-3B2C-9AA2FD7E1F33}"/>
              </a:ext>
            </a:extLst>
          </p:cNvPr>
          <p:cNvGrpSpPr/>
          <p:nvPr/>
        </p:nvGrpSpPr>
        <p:grpSpPr>
          <a:xfrm>
            <a:off x="276687" y="835266"/>
            <a:ext cx="426088" cy="426088"/>
            <a:chOff x="284489" y="903299"/>
            <a:chExt cx="426088" cy="426088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CD69AC4E-1E44-E773-5C48-85CEC2081B3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67" name="그래픽 66">
              <a:extLst>
                <a:ext uri="{FF2B5EF4-FFF2-40B4-BE49-F238E27FC236}">
                  <a16:creationId xmlns:a16="http://schemas.microsoft.com/office/drawing/2014/main" id="{EC588B96-BE31-9E63-4F06-AA4D6475C7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8C3A3FF-3BD9-403A-9E74-BD2D7E3337B4}"/>
              </a:ext>
            </a:extLst>
          </p:cNvPr>
          <p:cNvGrpSpPr/>
          <p:nvPr/>
        </p:nvGrpSpPr>
        <p:grpSpPr>
          <a:xfrm>
            <a:off x="441985" y="1907622"/>
            <a:ext cx="3482744" cy="1631699"/>
            <a:chOff x="1530383" y="-1722264"/>
            <a:chExt cx="3482744" cy="1631699"/>
          </a:xfrm>
        </p:grpSpPr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DD804857-D74F-4E50-9A49-C5D0260A8C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30383" y="-1722264"/>
              <a:ext cx="1064710" cy="82163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FEAA140D-DAF8-454F-9D35-4375D6C7FC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30383" y="-900628"/>
              <a:ext cx="1062364" cy="79667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9A7C8E11-0FF0-4968-85C2-103B72F798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14958" y="-1721762"/>
              <a:ext cx="757208" cy="902196"/>
            </a:xfrm>
            <a:prstGeom prst="rect">
              <a:avLst/>
            </a:pr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F688F96E-CBC1-44C2-89BA-D8CA661B2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92031" y="-1719052"/>
              <a:ext cx="1621096" cy="1628487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85AC9D3-F596-40CE-ACEB-B78E87CD9F40}"/>
                </a:ext>
              </a:extLst>
            </p:cNvPr>
            <p:cNvSpPr txBox="1"/>
            <p:nvPr/>
          </p:nvSpPr>
          <p:spPr>
            <a:xfrm>
              <a:off x="3326140" y="-1097396"/>
              <a:ext cx="1459054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</a:t>
              </a:r>
              <a:r>
                <a:rPr lang="ko-KR" altLang="en-US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내용입 력 내용</a:t>
              </a:r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 내용입력내용입</a:t>
              </a:r>
              <a:endParaRPr lang="ko-KR" altLang="en-US" sz="600" b="1" dirty="0">
                <a:solidFill>
                  <a:srgbClr val="FFFF00"/>
                </a:solidFill>
                <a:highlight>
                  <a:srgbClr val="000000"/>
                </a:highlight>
                <a:latin typeface="+mj-ea"/>
                <a:ea typeface="+mj-ea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5C1A920-CB8E-4288-8C3D-3297FC6A967C}"/>
                </a:ext>
              </a:extLst>
            </p:cNvPr>
            <p:cNvSpPr txBox="1"/>
            <p:nvPr/>
          </p:nvSpPr>
          <p:spPr>
            <a:xfrm>
              <a:off x="3320432" y="-723451"/>
              <a:ext cx="1132041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</a:t>
              </a:r>
              <a:r>
                <a:rPr lang="ko-KR" altLang="en-US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내용입</a:t>
              </a:r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 </a:t>
              </a:r>
              <a:r>
                <a:rPr lang="ko-KR" altLang="en-US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내용</a:t>
              </a:r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 </a:t>
              </a:r>
              <a:r>
                <a:rPr lang="ko-KR" altLang="en-US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내용 입</a:t>
              </a:r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</a:t>
              </a:r>
              <a:endParaRPr lang="ko-KR" altLang="en-US" sz="600" b="1" dirty="0">
                <a:solidFill>
                  <a:srgbClr val="FFFF00"/>
                </a:solidFill>
                <a:highlight>
                  <a:srgbClr val="000000"/>
                </a:highlight>
                <a:latin typeface="+mj-ea"/>
                <a:ea typeface="+mj-ea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9191756-47E4-48B2-B8BC-882A0D11A37A}"/>
                </a:ext>
              </a:extLst>
            </p:cNvPr>
            <p:cNvSpPr txBox="1"/>
            <p:nvPr/>
          </p:nvSpPr>
          <p:spPr>
            <a:xfrm>
              <a:off x="3326141" y="-960079"/>
              <a:ext cx="162109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</a:t>
              </a:r>
              <a:r>
                <a:rPr lang="ko-KR" altLang="en-US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내용입</a:t>
              </a:r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 </a:t>
              </a:r>
              <a:r>
                <a:rPr lang="ko-KR" altLang="en-US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내용입력 내 </a:t>
              </a:r>
              <a:r>
                <a:rPr lang="en-US" altLang="ko-KR" sz="600" b="1" dirty="0">
                  <a:solidFill>
                    <a:srgbClr val="FFFF00"/>
                  </a:solidFill>
                  <a:highlight>
                    <a:srgbClr val="000000"/>
                  </a:highlight>
                  <a:latin typeface="+mj-ea"/>
                  <a:ea typeface="+mj-ea"/>
                </a:rPr>
                <a:t>내용입력내용입</a:t>
              </a:r>
              <a:endParaRPr lang="ko-KR" altLang="en-US" sz="600" b="1" dirty="0">
                <a:solidFill>
                  <a:srgbClr val="FFFF00"/>
                </a:solidFill>
                <a:highlight>
                  <a:srgbClr val="000000"/>
                </a:highlight>
                <a:latin typeface="+mj-ea"/>
                <a:ea typeface="+mj-ea"/>
              </a:endParaRP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AD4F6F4A-4404-489E-9B32-5A06BC699BD8}"/>
              </a:ext>
            </a:extLst>
          </p:cNvPr>
          <p:cNvSpPr txBox="1"/>
          <p:nvPr/>
        </p:nvSpPr>
        <p:spPr>
          <a:xfrm>
            <a:off x="482082" y="3957091"/>
            <a:ext cx="3558391" cy="4255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10000"/>
              </a:lnSpc>
              <a:buFontTx/>
              <a:buChar char="-"/>
            </a:pPr>
            <a:r>
              <a:rPr kumimoji="1" lang="ko-KR" altLang="en-US" sz="1300" spc="-4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 용입력 내용</a:t>
            </a:r>
            <a:r>
              <a:rPr kumimoji="1" lang="en-US" altLang="ko-KR" sz="1300" spc="-4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 </a:t>
            </a:r>
            <a:r>
              <a:rPr kumimoji="1" lang="ko-KR" altLang="en-US" sz="1300" spc="-4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endParaRPr kumimoji="1" lang="en-US" altLang="ko-KR" sz="1300" spc="-4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300" spc="-40" dirty="0"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  내 </a:t>
            </a:r>
            <a:r>
              <a:rPr kumimoji="1" lang="ko-KR" altLang="en-US" sz="1300" spc="-40" dirty="0"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내용입 력내 용입력 내 용입 력</a:t>
            </a:r>
            <a:endParaRPr kumimoji="1" lang="en-US" altLang="ko-KR" sz="800" spc="-40" dirty="0"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AC92D444-1A18-4914-8DED-AC11EB84B7BA}"/>
              </a:ext>
            </a:extLst>
          </p:cNvPr>
          <p:cNvGrpSpPr/>
          <p:nvPr/>
        </p:nvGrpSpPr>
        <p:grpSpPr>
          <a:xfrm>
            <a:off x="441985" y="3649210"/>
            <a:ext cx="3482744" cy="237437"/>
            <a:chOff x="574038" y="1625338"/>
            <a:chExt cx="3482744" cy="237437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FE19C883-5EBD-45AC-A99D-EF582D5A3AAC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입력 내</a:t>
              </a:r>
            </a:p>
          </p:txBody>
        </p:sp>
        <p:pic>
          <p:nvPicPr>
            <p:cNvPr id="92" name="그래픽 91">
              <a:extLst>
                <a:ext uri="{FF2B5EF4-FFF2-40B4-BE49-F238E27FC236}">
                  <a16:creationId xmlns:a16="http://schemas.microsoft.com/office/drawing/2014/main" id="{9C4212C6-3AD2-439D-B779-EE2CF9CBF9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43F219FA-BC86-4C43-9FD7-2ABC080D4C29}"/>
              </a:ext>
            </a:extLst>
          </p:cNvPr>
          <p:cNvSpPr txBox="1"/>
          <p:nvPr/>
        </p:nvSpPr>
        <p:spPr>
          <a:xfrm>
            <a:off x="482079" y="4821189"/>
            <a:ext cx="3558391" cy="2200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10000"/>
              </a:lnSpc>
              <a:buFontTx/>
              <a:buChar char="-"/>
            </a:pP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내용입력내용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300" spc="-40" dirty="0" err="1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spc="-40" dirty="0" err="1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9A631CB-EE27-46F8-86AC-64BA74CFDAA1}"/>
              </a:ext>
            </a:extLst>
          </p:cNvPr>
          <p:cNvSpPr txBox="1"/>
          <p:nvPr/>
        </p:nvSpPr>
        <p:spPr>
          <a:xfrm>
            <a:off x="4364120" y="4187360"/>
            <a:ext cx="3558391" cy="6456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10000"/>
              </a:lnSpc>
              <a:buFontTx/>
              <a:buChar char="-"/>
            </a:pPr>
            <a:r>
              <a:rPr kumimoji="1" lang="en-US" altLang="ko-KR" sz="1300" spc="-7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431내용 </a:t>
            </a:r>
            <a:r>
              <a:rPr kumimoji="1" lang="ko-KR" altLang="en-US" sz="1300" spc="-7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300" spc="-7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spc="-7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용입력 내</a:t>
            </a:r>
          </a:p>
          <a:p>
            <a:pPr marL="228600" indent="-219075">
              <a:lnSpc>
                <a:spcPct val="110000"/>
              </a:lnSpc>
            </a:pP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  내  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내용입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sz="130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입력내 용입력 내용입  력내 용 입 력내 용 입</a:t>
            </a:r>
          </a:p>
        </p:txBody>
      </p: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B5AFA9C2-B400-4BEE-95FD-3AC62BEACF97}"/>
              </a:ext>
            </a:extLst>
          </p:cNvPr>
          <p:cNvGrpSpPr/>
          <p:nvPr/>
        </p:nvGrpSpPr>
        <p:grpSpPr>
          <a:xfrm>
            <a:off x="4315093" y="3649210"/>
            <a:ext cx="3482744" cy="495970"/>
            <a:chOff x="574038" y="1625338"/>
            <a:chExt cx="3482744" cy="495970"/>
          </a:xfrm>
        </p:grpSpPr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E49E62BC-9D6B-424D-8679-B669DA58C9CF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4959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431내용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용입력내 용 </a:t>
              </a:r>
              <a:r>
                <a:rPr kumimoji="1" lang="ko-KR" altLang="en-US" sz="1400" b="1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 력 내 용 입력 내</a:t>
              </a:r>
            </a:p>
          </p:txBody>
        </p:sp>
        <p:pic>
          <p:nvPicPr>
            <p:cNvPr id="123" name="그래픽 122">
              <a:extLst>
                <a:ext uri="{FF2B5EF4-FFF2-40B4-BE49-F238E27FC236}">
                  <a16:creationId xmlns:a16="http://schemas.microsoft.com/office/drawing/2014/main" id="{45965631-A288-4963-B7BA-47809B3582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28" name="TextBox 127">
            <a:extLst>
              <a:ext uri="{FF2B5EF4-FFF2-40B4-BE49-F238E27FC236}">
                <a16:creationId xmlns:a16="http://schemas.microsoft.com/office/drawing/2014/main" id="{94D4B3E7-AB77-4BBA-90D7-E8041368B47E}"/>
              </a:ext>
            </a:extLst>
          </p:cNvPr>
          <p:cNvSpPr txBox="1"/>
          <p:nvPr/>
        </p:nvSpPr>
        <p:spPr>
          <a:xfrm>
            <a:off x="8226059" y="3999983"/>
            <a:ext cx="3558391" cy="6456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1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 내 용입 </a:t>
            </a:r>
            <a:r>
              <a:rPr kumimoji="1" lang="ko-KR" altLang="en-US" sz="1300" spc="-40" dirty="0" err="1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ko-KR" altLang="en-US" sz="1300" spc="-40" dirty="0" err="1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 용입 력 내 용입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000D4E6D-0B9B-4002-A3FE-B9F290FD3B13}"/>
              </a:ext>
            </a:extLst>
          </p:cNvPr>
          <p:cNvGrpSpPr/>
          <p:nvPr/>
        </p:nvGrpSpPr>
        <p:grpSpPr>
          <a:xfrm>
            <a:off x="8185962" y="3649210"/>
            <a:ext cx="3482744" cy="237437"/>
            <a:chOff x="574038" y="1625338"/>
            <a:chExt cx="3482744" cy="237437"/>
          </a:xfrm>
        </p:grpSpPr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3D82144F-3020-4E1F-A970-20F8BFA64857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</a:t>
              </a:r>
            </a:p>
          </p:txBody>
        </p:sp>
        <p:pic>
          <p:nvPicPr>
            <p:cNvPr id="131" name="그래픽 130">
              <a:extLst>
                <a:ext uri="{FF2B5EF4-FFF2-40B4-BE49-F238E27FC236}">
                  <a16:creationId xmlns:a16="http://schemas.microsoft.com/office/drawing/2014/main" id="{A585DB7E-D14D-4D36-BA63-33CAFDC377A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15B6AE91-55B3-4267-B01B-DB430F5FA398}"/>
              </a:ext>
            </a:extLst>
          </p:cNvPr>
          <p:cNvSpPr txBox="1"/>
          <p:nvPr/>
        </p:nvSpPr>
        <p:spPr>
          <a:xfrm>
            <a:off x="8226059" y="4978067"/>
            <a:ext cx="3558391" cy="6456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10000"/>
              </a:lnSpc>
              <a:buFontTx/>
              <a:buChar char="-"/>
            </a:pP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내용 입력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 err="1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</a:t>
            </a:r>
            <a:r>
              <a:rPr kumimoji="1" lang="ko-KR" altLang="en-US" sz="1300" spc="-40" dirty="0" err="1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  입력내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 력내용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내용 입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CA4C3A8-40FC-4BA5-9055-F590592A044C}"/>
              </a:ext>
            </a:extLst>
          </p:cNvPr>
          <p:cNvGrpSpPr/>
          <p:nvPr/>
        </p:nvGrpSpPr>
        <p:grpSpPr>
          <a:xfrm>
            <a:off x="8208533" y="1933109"/>
            <a:ext cx="3535488" cy="1651208"/>
            <a:chOff x="8226063" y="2258057"/>
            <a:chExt cx="6868378" cy="3207795"/>
          </a:xfrm>
        </p:grpSpPr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5DA10D20-7DB0-46B7-A62F-FCE767C06538}"/>
                </a:ext>
              </a:extLst>
            </p:cNvPr>
            <p:cNvGrpSpPr/>
            <p:nvPr/>
          </p:nvGrpSpPr>
          <p:grpSpPr>
            <a:xfrm>
              <a:off x="11757184" y="2258057"/>
              <a:ext cx="3337257" cy="3206695"/>
              <a:chOff x="3997959" y="3349942"/>
              <a:chExt cx="3324861" cy="3771397"/>
            </a:xfrm>
          </p:grpSpPr>
          <p:pic>
            <p:nvPicPr>
              <p:cNvPr id="74" name="Picture 1">
                <a:extLst>
                  <a:ext uri="{FF2B5EF4-FFF2-40B4-BE49-F238E27FC236}">
                    <a16:creationId xmlns:a16="http://schemas.microsoft.com/office/drawing/2014/main" id="{DBAEF5BD-7682-437A-979E-D8700FF559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97960" y="3349942"/>
                <a:ext cx="3324860" cy="18557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  <p:pic>
            <p:nvPicPr>
              <p:cNvPr id="75" name="Picture 3">
                <a:extLst>
                  <a:ext uri="{FF2B5EF4-FFF2-40B4-BE49-F238E27FC236}">
                    <a16:creationId xmlns:a16="http://schemas.microsoft.com/office/drawing/2014/main" id="{8B93E7FD-DEB4-4659-B63C-D50CBF6597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97959" y="5265612"/>
                <a:ext cx="3324857" cy="18557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</p:grp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14721B6A-8102-4526-B6BF-FEA15847A2E1}"/>
                </a:ext>
              </a:extLst>
            </p:cNvPr>
            <p:cNvGrpSpPr/>
            <p:nvPr/>
          </p:nvGrpSpPr>
          <p:grpSpPr>
            <a:xfrm>
              <a:off x="8226063" y="2258057"/>
              <a:ext cx="3337253" cy="3207795"/>
              <a:chOff x="1189277" y="3514863"/>
              <a:chExt cx="2690750" cy="3041774"/>
            </a:xfrm>
          </p:grpSpPr>
          <p:pic>
            <p:nvPicPr>
              <p:cNvPr id="78" name="Picture 6">
                <a:extLst>
                  <a:ext uri="{FF2B5EF4-FFF2-40B4-BE49-F238E27FC236}">
                    <a16:creationId xmlns:a16="http://schemas.microsoft.com/office/drawing/2014/main" id="{F893997A-2226-405B-A7F2-E02D6DB23E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89277" y="3514863"/>
                <a:ext cx="2690749" cy="15019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  <p:pic>
            <p:nvPicPr>
              <p:cNvPr id="79" name="Picture 7">
                <a:extLst>
                  <a:ext uri="{FF2B5EF4-FFF2-40B4-BE49-F238E27FC236}">
                    <a16:creationId xmlns:a16="http://schemas.microsoft.com/office/drawing/2014/main" id="{522E341E-C818-4829-8A11-688986B116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89278" y="5054735"/>
                <a:ext cx="2690749" cy="15019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</p:grp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EF648622-9C8F-486F-AD40-6B4C2311013D}"/>
              </a:ext>
            </a:extLst>
          </p:cNvPr>
          <p:cNvGrpSpPr/>
          <p:nvPr/>
        </p:nvGrpSpPr>
        <p:grpSpPr>
          <a:xfrm>
            <a:off x="8185962" y="4678586"/>
            <a:ext cx="3482744" cy="237437"/>
            <a:chOff x="574038" y="1625338"/>
            <a:chExt cx="3482744" cy="237437"/>
          </a:xfrm>
        </p:grpSpPr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442E95B9-AAC8-4DDD-8DF9-4415EE143AC5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입력내용</a:t>
              </a:r>
            </a:p>
          </p:txBody>
        </p:sp>
        <p:pic>
          <p:nvPicPr>
            <p:cNvPr id="106" name="그래픽 105">
              <a:extLst>
                <a:ext uri="{FF2B5EF4-FFF2-40B4-BE49-F238E27FC236}">
                  <a16:creationId xmlns:a16="http://schemas.microsoft.com/office/drawing/2014/main" id="{ABA7C51D-1F15-4144-9B18-4DC6E2EC98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63A541F5-EE12-43A6-94C5-BD35A9226288}"/>
              </a:ext>
            </a:extLst>
          </p:cNvPr>
          <p:cNvGrpSpPr/>
          <p:nvPr/>
        </p:nvGrpSpPr>
        <p:grpSpPr>
          <a:xfrm>
            <a:off x="4363094" y="1900172"/>
            <a:ext cx="3493122" cy="1681465"/>
            <a:chOff x="4363098" y="2225121"/>
            <a:chExt cx="3910442" cy="1432979"/>
          </a:xfrm>
        </p:grpSpPr>
        <p:pic>
          <p:nvPicPr>
            <p:cNvPr id="107" name="그림 106">
              <a:extLst>
                <a:ext uri="{FF2B5EF4-FFF2-40B4-BE49-F238E27FC236}">
                  <a16:creationId xmlns:a16="http://schemas.microsoft.com/office/drawing/2014/main" id="{F98A0BE7-2852-4F04-8ADE-51B029AA2A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363098" y="2225121"/>
              <a:ext cx="2146803" cy="1431202"/>
            </a:xfrm>
            <a:prstGeom prst="rect">
              <a:avLst/>
            </a:prstGeom>
          </p:spPr>
        </p:pic>
        <p:pic>
          <p:nvPicPr>
            <p:cNvPr id="108" name="그림 107">
              <a:extLst>
                <a:ext uri="{FF2B5EF4-FFF2-40B4-BE49-F238E27FC236}">
                  <a16:creationId xmlns:a16="http://schemas.microsoft.com/office/drawing/2014/main" id="{9ECA4323-0F7A-4404-A628-B7309CE46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551310" y="2226899"/>
              <a:ext cx="1722230" cy="1431201"/>
            </a:xfrm>
            <a:prstGeom prst="rect">
              <a:avLst/>
            </a:prstGeom>
          </p:spPr>
        </p:pic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87F1919A-ACF4-4BA3-856D-F732804F49D5}"/>
              </a:ext>
            </a:extLst>
          </p:cNvPr>
          <p:cNvGrpSpPr/>
          <p:nvPr/>
        </p:nvGrpSpPr>
        <p:grpSpPr>
          <a:xfrm>
            <a:off x="4315093" y="4931219"/>
            <a:ext cx="3482744" cy="495970"/>
            <a:chOff x="574038" y="1625338"/>
            <a:chExt cx="3482744" cy="495970"/>
          </a:xfrm>
        </p:grpSpPr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C61721AC-B825-4DDC-B785-8E0997646016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4959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내용 </a:t>
              </a:r>
              <a:r>
                <a:rPr kumimoji="1" lang="en-US" altLang="ko-KR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431내용 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 입 력</a:t>
              </a:r>
              <a:endParaRPr kumimoji="1" lang="en-US" altLang="ko-KR" sz="14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40" name="그래픽 139">
              <a:extLst>
                <a:ext uri="{FF2B5EF4-FFF2-40B4-BE49-F238E27FC236}">
                  <a16:creationId xmlns:a16="http://schemas.microsoft.com/office/drawing/2014/main" id="{B5FD1A92-4435-4FBB-9095-C363FB750E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A367C9CC-342C-4EDA-865E-65A8429B0510}"/>
              </a:ext>
            </a:extLst>
          </p:cNvPr>
          <p:cNvSpPr txBox="1"/>
          <p:nvPr/>
        </p:nvSpPr>
        <p:spPr>
          <a:xfrm>
            <a:off x="4364120" y="5460262"/>
            <a:ext cx="3558391" cy="205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975" indent="-180975">
              <a:lnSpc>
                <a:spcPct val="110000"/>
              </a:lnSpc>
              <a:buFontTx/>
              <a:buChar char="-"/>
            </a:pP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431내용 </a:t>
            </a:r>
            <a:r>
              <a:rPr kumimoji="1" lang="ko-KR" altLang="en-US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  입력 내용 입</a:t>
            </a:r>
            <a:endParaRPr kumimoji="1" lang="en-US" altLang="ko-KR" sz="1300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3AA2BDC8-2723-48DC-B0EF-183EA423627E}"/>
              </a:ext>
            </a:extLst>
          </p:cNvPr>
          <p:cNvGrpSpPr/>
          <p:nvPr/>
        </p:nvGrpSpPr>
        <p:grpSpPr>
          <a:xfrm>
            <a:off x="441985" y="4471098"/>
            <a:ext cx="3482744" cy="258532"/>
            <a:chOff x="574038" y="1625338"/>
            <a:chExt cx="3482744" cy="258532"/>
          </a:xfrm>
        </p:grpSpPr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A02E4A64-A5FC-434D-8D4F-5200C7B7966C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2585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 용입력내 </a:t>
              </a:r>
              <a:r>
                <a:rPr kumimoji="1" lang="ko-KR" altLang="en-US" sz="1400" b="1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</a:t>
              </a:r>
            </a:p>
          </p:txBody>
        </p:sp>
        <p:pic>
          <p:nvPicPr>
            <p:cNvPr id="171" name="그래픽 170">
              <a:extLst>
                <a:ext uri="{FF2B5EF4-FFF2-40B4-BE49-F238E27FC236}">
                  <a16:creationId xmlns:a16="http://schemas.microsoft.com/office/drawing/2014/main" id="{19D03FF1-EFC2-4730-81E4-2E0450F9D5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584CF3AA-784B-4B5E-BE99-4F5683299D1D}"/>
              </a:ext>
            </a:extLst>
          </p:cNvPr>
          <p:cNvGrpSpPr/>
          <p:nvPr/>
        </p:nvGrpSpPr>
        <p:grpSpPr>
          <a:xfrm>
            <a:off x="507766" y="5166557"/>
            <a:ext cx="3482744" cy="495970"/>
            <a:chOff x="574038" y="1625338"/>
            <a:chExt cx="3482744" cy="495970"/>
          </a:xfrm>
        </p:grpSpPr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E1288029-C62A-4CBC-99B1-23C2328B3BC9}"/>
                </a:ext>
              </a:extLst>
            </p:cNvPr>
            <p:cNvSpPr txBox="1"/>
            <p:nvPr/>
          </p:nvSpPr>
          <p:spPr>
            <a:xfrm>
              <a:off x="855932" y="1625338"/>
              <a:ext cx="3200850" cy="4959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 내용 입력내 용입 력 </a:t>
              </a:r>
              <a:r>
                <a:rPr kumimoji="1" lang="ko-KR" altLang="en-US" sz="1400" b="1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입력내 용</a:t>
              </a:r>
            </a:p>
          </p:txBody>
        </p:sp>
        <p:pic>
          <p:nvPicPr>
            <p:cNvPr id="175" name="그래픽 174">
              <a:extLst>
                <a:ext uri="{FF2B5EF4-FFF2-40B4-BE49-F238E27FC236}">
                  <a16:creationId xmlns:a16="http://schemas.microsoft.com/office/drawing/2014/main" id="{ACA7838B-7E68-4B49-8657-6F1A1A01774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pic>
        <p:nvPicPr>
          <p:cNvPr id="176" name="그림 175">
            <a:extLst>
              <a:ext uri="{FF2B5EF4-FFF2-40B4-BE49-F238E27FC236}">
                <a16:creationId xmlns:a16="http://schemas.microsoft.com/office/drawing/2014/main" id="{496CACFE-7AB7-4272-8F96-3C16B3F9860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4215" y="2820986"/>
            <a:ext cx="757208" cy="713397"/>
          </a:xfrm>
          <a:prstGeom prst="rect">
            <a:avLst/>
          </a:prstGeom>
        </p:spPr>
      </p:pic>
      <p:pic>
        <p:nvPicPr>
          <p:cNvPr id="177" name="그림 176">
            <a:extLst>
              <a:ext uri="{FF2B5EF4-FFF2-40B4-BE49-F238E27FC236}">
                <a16:creationId xmlns:a16="http://schemas.microsoft.com/office/drawing/2014/main" id="{799F6DEB-0127-4CAD-AAF2-6CBFEDE2FA96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l="-1014" r="693"/>
          <a:stretch/>
        </p:blipFill>
        <p:spPr>
          <a:xfrm>
            <a:off x="2301288" y="3131332"/>
            <a:ext cx="511376" cy="406787"/>
          </a:xfrm>
          <a:prstGeom prst="rect">
            <a:avLst/>
          </a:prstGeom>
        </p:spPr>
      </p:pic>
      <p:grpSp>
        <p:nvGrpSpPr>
          <p:cNvPr id="76" name="그룹 75">
            <a:extLst>
              <a:ext uri="{FF2B5EF4-FFF2-40B4-BE49-F238E27FC236}">
                <a16:creationId xmlns:a16="http://schemas.microsoft.com/office/drawing/2014/main" id="{8A10B91F-FDB8-E622-9E4A-1D64DFD3ED54}"/>
              </a:ext>
            </a:extLst>
          </p:cNvPr>
          <p:cNvGrpSpPr/>
          <p:nvPr/>
        </p:nvGrpSpPr>
        <p:grpSpPr>
          <a:xfrm>
            <a:off x="441985" y="5927924"/>
            <a:ext cx="11421790" cy="617997"/>
            <a:chOff x="388704" y="5764250"/>
            <a:chExt cx="11421790" cy="582762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47AE845C-ED50-48D2-EA39-D9CBD33F3533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81" name="직선 연결선[R] 66">
              <a:extLst>
                <a:ext uri="{FF2B5EF4-FFF2-40B4-BE49-F238E27FC236}">
                  <a16:creationId xmlns:a16="http://schemas.microsoft.com/office/drawing/2014/main" id="{843E1290-8472-27CD-4832-6F26DEAEE237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E76D900D-3C45-951E-2C1F-CEE00CD305EE}"/>
              </a:ext>
            </a:extLst>
          </p:cNvPr>
          <p:cNvGrpSpPr/>
          <p:nvPr/>
        </p:nvGrpSpPr>
        <p:grpSpPr>
          <a:xfrm>
            <a:off x="644827" y="6289406"/>
            <a:ext cx="4530579" cy="236988"/>
            <a:chOff x="574038" y="1710483"/>
            <a:chExt cx="4530579" cy="236988"/>
          </a:xfrm>
        </p:grpSpPr>
        <p:pic>
          <p:nvPicPr>
            <p:cNvPr id="83" name="그래픽 22">
              <a:extLst>
                <a:ext uri="{FF2B5EF4-FFF2-40B4-BE49-F238E27FC236}">
                  <a16:creationId xmlns:a16="http://schemas.microsoft.com/office/drawing/2014/main" id="{9304FD42-CD93-B88A-ABDD-44818B1756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D435DD13-D5C7-D4C0-DFEA-7B580CE001FF}"/>
                </a:ext>
              </a:extLst>
            </p:cNvPr>
            <p:cNvSpPr txBox="1"/>
            <p:nvPr/>
          </p:nvSpPr>
          <p:spPr>
            <a:xfrm>
              <a:off x="855932" y="1710483"/>
              <a:ext cx="4248685" cy="2369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AA94F979-6242-2317-CC6C-3A46886B8746}"/>
              </a:ext>
            </a:extLst>
          </p:cNvPr>
          <p:cNvGrpSpPr/>
          <p:nvPr/>
        </p:nvGrpSpPr>
        <p:grpSpPr>
          <a:xfrm>
            <a:off x="644827" y="5989784"/>
            <a:ext cx="4530579" cy="236988"/>
            <a:chOff x="574038" y="1710483"/>
            <a:chExt cx="4530579" cy="236988"/>
          </a:xfrm>
        </p:grpSpPr>
        <p:pic>
          <p:nvPicPr>
            <p:cNvPr id="86" name="그래픽 28">
              <a:extLst>
                <a:ext uri="{FF2B5EF4-FFF2-40B4-BE49-F238E27FC236}">
                  <a16:creationId xmlns:a16="http://schemas.microsoft.com/office/drawing/2014/main" id="{73F2A69D-E9FF-0C7C-DD01-2D03F8A7DE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92DDD4C-8050-AFD4-43D0-25CB168F5142}"/>
                </a:ext>
              </a:extLst>
            </p:cNvPr>
            <p:cNvSpPr txBox="1"/>
            <p:nvPr/>
          </p:nvSpPr>
          <p:spPr>
            <a:xfrm>
              <a:off x="855932" y="1710483"/>
              <a:ext cx="4248685" cy="2369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07C38A00-9E78-A79F-2FB4-EE8EC402FA4F}"/>
              </a:ext>
            </a:extLst>
          </p:cNvPr>
          <p:cNvGrpSpPr/>
          <p:nvPr/>
        </p:nvGrpSpPr>
        <p:grpSpPr>
          <a:xfrm>
            <a:off x="5908809" y="6289406"/>
            <a:ext cx="5903479" cy="236988"/>
            <a:chOff x="574038" y="1710483"/>
            <a:chExt cx="5903479" cy="236988"/>
          </a:xfrm>
        </p:grpSpPr>
        <p:pic>
          <p:nvPicPr>
            <p:cNvPr id="93" name="그래픽 31">
              <a:extLst>
                <a:ext uri="{FF2B5EF4-FFF2-40B4-BE49-F238E27FC236}">
                  <a16:creationId xmlns:a16="http://schemas.microsoft.com/office/drawing/2014/main" id="{CA26ACEC-CEE9-C365-34FE-8C95738E392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44B9D42A-73A8-D6F1-B0F2-ADA0CADC45D0}"/>
                </a:ext>
              </a:extLst>
            </p:cNvPr>
            <p:cNvSpPr txBox="1"/>
            <p:nvPr/>
          </p:nvSpPr>
          <p:spPr>
            <a:xfrm>
              <a:off x="855932" y="1710483"/>
              <a:ext cx="5621585" cy="2369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5BD92007-39DC-6F5A-8DB1-6365126E2D0F}"/>
              </a:ext>
            </a:extLst>
          </p:cNvPr>
          <p:cNvGrpSpPr/>
          <p:nvPr/>
        </p:nvGrpSpPr>
        <p:grpSpPr>
          <a:xfrm>
            <a:off x="5908809" y="5989784"/>
            <a:ext cx="4530579" cy="236988"/>
            <a:chOff x="574038" y="1710483"/>
            <a:chExt cx="4530579" cy="236988"/>
          </a:xfrm>
        </p:grpSpPr>
        <p:pic>
          <p:nvPicPr>
            <p:cNvPr id="96" name="그래픽 37">
              <a:extLst>
                <a:ext uri="{FF2B5EF4-FFF2-40B4-BE49-F238E27FC236}">
                  <a16:creationId xmlns:a16="http://schemas.microsoft.com/office/drawing/2014/main" id="{A466E3BE-6861-7235-178B-8E0F87E1D6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C84B7F8B-3D07-2C97-4D53-E768D5191FEB}"/>
                </a:ext>
              </a:extLst>
            </p:cNvPr>
            <p:cNvSpPr txBox="1"/>
            <p:nvPr/>
          </p:nvSpPr>
          <p:spPr>
            <a:xfrm>
              <a:off x="855932" y="1710483"/>
              <a:ext cx="4248685" cy="2369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48958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2A24E6-7B94-9E44-E1C5-FCCAB92DE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27917"/>
            <a:ext cx="10384753" cy="400110"/>
          </a:xfrm>
        </p:spPr>
        <p:txBody>
          <a:bodyPr/>
          <a:lstStyle/>
          <a:p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내용입  력내용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04E5739-64AC-4AFB-9BC7-69A77A755B15}"/>
              </a:ext>
            </a:extLst>
          </p:cNvPr>
          <p:cNvSpPr txBox="1"/>
          <p:nvPr/>
        </p:nvSpPr>
        <p:spPr>
          <a:xfrm>
            <a:off x="860763" y="882433"/>
            <a:ext cx="5097040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endParaRPr kumimoji="1" lang="ko-KR" altLang="en-US" sz="2000" spc="-40" dirty="0">
              <a:solidFill>
                <a:srgbClr val="129AE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677739E8-7451-4476-B1D2-FD13BAAB0F16}"/>
              </a:ext>
            </a:extLst>
          </p:cNvPr>
          <p:cNvGrpSpPr/>
          <p:nvPr/>
        </p:nvGrpSpPr>
        <p:grpSpPr>
          <a:xfrm>
            <a:off x="327660" y="870649"/>
            <a:ext cx="339746" cy="339746"/>
            <a:chOff x="284489" y="903299"/>
            <a:chExt cx="426088" cy="426088"/>
          </a:xfrm>
        </p:grpSpPr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C1ADF11B-BD09-440A-B929-BA81F5DC9A83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38000">
                  <a:srgbClr val="39BCBD">
                    <a:lumMod val="20000"/>
                    <a:lumOff val="80000"/>
                  </a:srgbClr>
                </a:gs>
                <a:gs pos="61000">
                  <a:srgbClr val="37B7D6"/>
                </a:gs>
                <a:gs pos="100000">
                  <a:srgbClr val="00549A"/>
                </a:gs>
                <a:gs pos="86000">
                  <a:srgbClr val="0F8DDB"/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66" name="그래픽 65">
              <a:extLst>
                <a:ext uri="{FF2B5EF4-FFF2-40B4-BE49-F238E27FC236}">
                  <a16:creationId xmlns:a16="http://schemas.microsoft.com/office/drawing/2014/main" id="{11D72F9B-73A8-4AE6-A544-D256375A406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2A697CE0-468D-4B20-B716-1330FA9EC55F}"/>
              </a:ext>
            </a:extLst>
          </p:cNvPr>
          <p:cNvSpPr txBox="1"/>
          <p:nvPr/>
        </p:nvSpPr>
        <p:spPr>
          <a:xfrm>
            <a:off x="6992787" y="882433"/>
            <a:ext cx="907010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endParaRPr kumimoji="1" lang="ko-KR" altLang="en-US" sz="2000" spc="-40" dirty="0">
              <a:solidFill>
                <a:srgbClr val="129AE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34C5FB4D-2701-4936-BCEB-0E36D617E81F}"/>
              </a:ext>
            </a:extLst>
          </p:cNvPr>
          <p:cNvGrpSpPr/>
          <p:nvPr/>
        </p:nvGrpSpPr>
        <p:grpSpPr>
          <a:xfrm>
            <a:off x="6459684" y="870649"/>
            <a:ext cx="339746" cy="339746"/>
            <a:chOff x="284489" y="903299"/>
            <a:chExt cx="426088" cy="426088"/>
          </a:xfrm>
        </p:grpSpPr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E00E1446-3CCA-4394-B02C-F8633E8AA578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38000">
                  <a:srgbClr val="39BCBD">
                    <a:lumMod val="20000"/>
                    <a:lumOff val="80000"/>
                  </a:srgbClr>
                </a:gs>
                <a:gs pos="61000">
                  <a:srgbClr val="37B7D6"/>
                </a:gs>
                <a:gs pos="100000">
                  <a:srgbClr val="00549A"/>
                </a:gs>
                <a:gs pos="86000">
                  <a:srgbClr val="0F8DDB"/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7" name="그래픽 106">
              <a:extLst>
                <a:ext uri="{FF2B5EF4-FFF2-40B4-BE49-F238E27FC236}">
                  <a16:creationId xmlns:a16="http://schemas.microsoft.com/office/drawing/2014/main" id="{87406157-DD41-47E1-8AD0-15956760B20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290211A1-7C9A-4DDF-87A1-3D1857DE07AE}"/>
              </a:ext>
            </a:extLst>
          </p:cNvPr>
          <p:cNvSpPr/>
          <p:nvPr/>
        </p:nvSpPr>
        <p:spPr>
          <a:xfrm>
            <a:off x="389474" y="1335905"/>
            <a:ext cx="5568329" cy="366996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3C01B6A6-038E-456C-B707-A517738B58EB}"/>
              </a:ext>
            </a:extLst>
          </p:cNvPr>
          <p:cNvGrpSpPr/>
          <p:nvPr/>
        </p:nvGrpSpPr>
        <p:grpSpPr>
          <a:xfrm>
            <a:off x="597223" y="2070135"/>
            <a:ext cx="5343613" cy="495970"/>
            <a:chOff x="574038" y="1625338"/>
            <a:chExt cx="5174925" cy="495970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E145EA24-F005-41A2-A104-35B02E977335}"/>
                </a:ext>
              </a:extLst>
            </p:cNvPr>
            <p:cNvSpPr txBox="1"/>
            <p:nvPr/>
          </p:nvSpPr>
          <p:spPr>
            <a:xfrm>
              <a:off x="855932" y="1625338"/>
              <a:ext cx="4893031" cy="4959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5168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용입력내 용 입 력 내 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431내용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 입력 내</a:t>
              </a:r>
            </a:p>
          </p:txBody>
        </p:sp>
        <p:pic>
          <p:nvPicPr>
            <p:cNvPr id="129" name="그래픽 128">
              <a:extLst>
                <a:ext uri="{FF2B5EF4-FFF2-40B4-BE49-F238E27FC236}">
                  <a16:creationId xmlns:a16="http://schemas.microsoft.com/office/drawing/2014/main" id="{F3A5E421-44AF-4201-A404-D73D8D0718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33" name="사각형: 둥근 위쪽 모서리 132">
            <a:extLst>
              <a:ext uri="{FF2B5EF4-FFF2-40B4-BE49-F238E27FC236}">
                <a16:creationId xmlns:a16="http://schemas.microsoft.com/office/drawing/2014/main" id="{2C54BA37-8C70-4F80-8ED0-95057954DABD}"/>
              </a:ext>
            </a:extLst>
          </p:cNvPr>
          <p:cNvSpPr/>
          <p:nvPr/>
        </p:nvSpPr>
        <p:spPr>
          <a:xfrm rot="5400000">
            <a:off x="2902330" y="-1099978"/>
            <a:ext cx="451803" cy="5511448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DD4D5D6-D02A-498E-84C0-748064A0CD45}"/>
              </a:ext>
            </a:extLst>
          </p:cNvPr>
          <p:cNvSpPr txBox="1"/>
          <p:nvPr/>
        </p:nvSpPr>
        <p:spPr>
          <a:xfrm>
            <a:off x="388703" y="1464766"/>
            <a:ext cx="538344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en-US" altLang="ko-KR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1</a:t>
            </a:r>
            <a:r>
              <a:rPr kumimoji="1" lang="ko-KR" altLang="en-US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내용40입42 </a:t>
            </a:r>
            <a:r>
              <a:rPr kumimoji="1" lang="ko-KR" altLang="en-US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력내 용  입력 내 용  </a:t>
            </a:r>
            <a:endParaRPr kumimoji="1" lang="ko-KR" altLang="en-US" sz="1700" b="1" i="0" u="none" strike="noStrike" kern="1200" cap="none" spc="-4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cxnSp>
        <p:nvCxnSpPr>
          <p:cNvPr id="135" name="직선 연결선[R] 5">
            <a:extLst>
              <a:ext uri="{FF2B5EF4-FFF2-40B4-BE49-F238E27FC236}">
                <a16:creationId xmlns:a16="http://schemas.microsoft.com/office/drawing/2014/main" id="{FAF50BD7-F99E-4A9E-B69F-47CEFDE08F7C}"/>
              </a:ext>
            </a:extLst>
          </p:cNvPr>
          <p:cNvCxnSpPr>
            <a:cxnSpLocks/>
          </p:cNvCxnSpPr>
          <p:nvPr/>
        </p:nvCxnSpPr>
        <p:spPr>
          <a:xfrm>
            <a:off x="388704" y="1334937"/>
            <a:ext cx="0" cy="3670931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E6EC65F8-1423-4F1F-B0CB-475714EAE362}"/>
              </a:ext>
            </a:extLst>
          </p:cNvPr>
          <p:cNvSpPr/>
          <p:nvPr/>
        </p:nvSpPr>
        <p:spPr>
          <a:xfrm>
            <a:off x="6251165" y="1335906"/>
            <a:ext cx="5568329" cy="171115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910CFE26-4055-415D-94F2-93267A00F25D}"/>
              </a:ext>
            </a:extLst>
          </p:cNvPr>
          <p:cNvGrpSpPr/>
          <p:nvPr/>
        </p:nvGrpSpPr>
        <p:grpSpPr>
          <a:xfrm>
            <a:off x="6458914" y="2070135"/>
            <a:ext cx="5174925" cy="813749"/>
            <a:chOff x="574038" y="1625338"/>
            <a:chExt cx="5174925" cy="813749"/>
          </a:xfrm>
        </p:grpSpPr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791AFC14-CF47-422A-B1D5-C7254C629D66}"/>
                </a:ext>
              </a:extLst>
            </p:cNvPr>
            <p:cNvSpPr txBox="1"/>
            <p:nvPr/>
          </p:nvSpPr>
          <p:spPr>
            <a:xfrm>
              <a:off x="855932" y="1625338"/>
              <a:ext cx="4893031" cy="8137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입력 내 용입력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  입력 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내용 입력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451내용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 용입 력 내 용 입</a:t>
              </a:r>
            </a:p>
          </p:txBody>
        </p:sp>
        <p:pic>
          <p:nvPicPr>
            <p:cNvPr id="150" name="그래픽 149">
              <a:extLst>
                <a:ext uri="{FF2B5EF4-FFF2-40B4-BE49-F238E27FC236}">
                  <a16:creationId xmlns:a16="http://schemas.microsoft.com/office/drawing/2014/main" id="{819F162F-247A-4A2C-A9BB-2FCBD8F61D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51" name="사각형: 둥근 위쪽 모서리 150">
            <a:extLst>
              <a:ext uri="{FF2B5EF4-FFF2-40B4-BE49-F238E27FC236}">
                <a16:creationId xmlns:a16="http://schemas.microsoft.com/office/drawing/2014/main" id="{4FED8A9F-C2CE-4CE0-B617-077003489394}"/>
              </a:ext>
            </a:extLst>
          </p:cNvPr>
          <p:cNvSpPr/>
          <p:nvPr/>
        </p:nvSpPr>
        <p:spPr>
          <a:xfrm rot="5400000">
            <a:off x="8764021" y="-1066422"/>
            <a:ext cx="451803" cy="5511448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A1F5E17-B753-477D-A666-E28D233F20C8}"/>
              </a:ext>
            </a:extLst>
          </p:cNvPr>
          <p:cNvSpPr txBox="1"/>
          <p:nvPr/>
        </p:nvSpPr>
        <p:spPr>
          <a:xfrm>
            <a:off x="6250394" y="1498322"/>
            <a:ext cx="538344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ko-KR" altLang="en-US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 력내용</a:t>
            </a:r>
            <a:endParaRPr kumimoji="1" lang="ko-KR" altLang="en-US" sz="1700" b="1" i="0" u="none" strike="noStrike" kern="1200" cap="none" spc="-4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cxnSp>
        <p:nvCxnSpPr>
          <p:cNvPr id="153" name="직선 연결선[R] 5">
            <a:extLst>
              <a:ext uri="{FF2B5EF4-FFF2-40B4-BE49-F238E27FC236}">
                <a16:creationId xmlns:a16="http://schemas.microsoft.com/office/drawing/2014/main" id="{50AAB491-4A97-4285-91C5-545FDFC95E7A}"/>
              </a:ext>
            </a:extLst>
          </p:cNvPr>
          <p:cNvCxnSpPr>
            <a:cxnSpLocks/>
          </p:cNvCxnSpPr>
          <p:nvPr/>
        </p:nvCxnSpPr>
        <p:spPr>
          <a:xfrm>
            <a:off x="6250395" y="1334937"/>
            <a:ext cx="0" cy="1712125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B648D3F8-47E1-4D4C-82A8-37DE3F3A4885}"/>
              </a:ext>
            </a:extLst>
          </p:cNvPr>
          <p:cNvSpPr/>
          <p:nvPr/>
        </p:nvSpPr>
        <p:spPr>
          <a:xfrm>
            <a:off x="6251165" y="3294712"/>
            <a:ext cx="5568329" cy="171115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7CF4419C-0582-46C4-B319-FCE40D40A32F}"/>
              </a:ext>
            </a:extLst>
          </p:cNvPr>
          <p:cNvGrpSpPr/>
          <p:nvPr/>
        </p:nvGrpSpPr>
        <p:grpSpPr>
          <a:xfrm>
            <a:off x="6458914" y="4028941"/>
            <a:ext cx="5174925" cy="813749"/>
            <a:chOff x="574038" y="1625338"/>
            <a:chExt cx="5174925" cy="813749"/>
          </a:xfrm>
        </p:grpSpPr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2E75FC47-7CF0-4595-BC40-CCFB355BE1D8}"/>
                </a:ext>
              </a:extLst>
            </p:cNvPr>
            <p:cNvSpPr txBox="1"/>
            <p:nvPr/>
          </p:nvSpPr>
          <p:spPr>
            <a:xfrm>
              <a:off x="855932" y="1625338"/>
              <a:ext cx="4893031" cy="8137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431내용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용입 력 내용입 력 내용 입 력내 용 입력 내용입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용입력 내 용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</a:t>
              </a:r>
            </a:p>
          </p:txBody>
        </p:sp>
        <p:pic>
          <p:nvPicPr>
            <p:cNvPr id="157" name="그래픽 156">
              <a:extLst>
                <a:ext uri="{FF2B5EF4-FFF2-40B4-BE49-F238E27FC236}">
                  <a16:creationId xmlns:a16="http://schemas.microsoft.com/office/drawing/2014/main" id="{7ECC89BE-27E4-41EC-B263-A857A4554B1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58" name="사각형: 둥근 위쪽 모서리 157">
            <a:extLst>
              <a:ext uri="{FF2B5EF4-FFF2-40B4-BE49-F238E27FC236}">
                <a16:creationId xmlns:a16="http://schemas.microsoft.com/office/drawing/2014/main" id="{F3A6A019-2DAE-42D7-917E-D717B1F792F9}"/>
              </a:ext>
            </a:extLst>
          </p:cNvPr>
          <p:cNvSpPr/>
          <p:nvPr/>
        </p:nvSpPr>
        <p:spPr>
          <a:xfrm rot="5400000">
            <a:off x="8764021" y="892384"/>
            <a:ext cx="451803" cy="5511448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31BD2134-7583-4490-8107-F86E6AE308C2}"/>
              </a:ext>
            </a:extLst>
          </p:cNvPr>
          <p:cNvSpPr txBox="1"/>
          <p:nvPr/>
        </p:nvSpPr>
        <p:spPr>
          <a:xfrm>
            <a:off x="6250394" y="3457128"/>
            <a:ext cx="538344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ko-KR" altLang="en-US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내용입 </a:t>
            </a:r>
            <a:r>
              <a:rPr kumimoji="1" lang="ko-KR" altLang="en-US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</a:t>
            </a:r>
            <a:endParaRPr kumimoji="1" lang="ko-KR" altLang="en-US" sz="1700" b="1" i="0" u="none" strike="noStrike" kern="1200" cap="none" spc="-4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cxnSp>
        <p:nvCxnSpPr>
          <p:cNvPr id="160" name="직선 연결선[R] 5">
            <a:extLst>
              <a:ext uri="{FF2B5EF4-FFF2-40B4-BE49-F238E27FC236}">
                <a16:creationId xmlns:a16="http://schemas.microsoft.com/office/drawing/2014/main" id="{DF27D147-8529-49D7-8777-25582E75149A}"/>
              </a:ext>
            </a:extLst>
          </p:cNvPr>
          <p:cNvCxnSpPr>
            <a:cxnSpLocks/>
          </p:cNvCxnSpPr>
          <p:nvPr/>
        </p:nvCxnSpPr>
        <p:spPr>
          <a:xfrm>
            <a:off x="6250395" y="3293743"/>
            <a:ext cx="0" cy="1712125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8FF51E94-7FD6-4F16-96F5-3357BB9159D6}"/>
              </a:ext>
            </a:extLst>
          </p:cNvPr>
          <p:cNvGrpSpPr/>
          <p:nvPr/>
        </p:nvGrpSpPr>
        <p:grpSpPr>
          <a:xfrm>
            <a:off x="597223" y="2670534"/>
            <a:ext cx="5286733" cy="495970"/>
            <a:chOff x="574038" y="1625338"/>
            <a:chExt cx="5286733" cy="495970"/>
          </a:xfrm>
        </p:grpSpPr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60E5F08E-CF36-4473-8236-66D3E7F31FD2}"/>
                </a:ext>
              </a:extLst>
            </p:cNvPr>
            <p:cNvSpPr txBox="1"/>
            <p:nvPr/>
          </p:nvSpPr>
          <p:spPr>
            <a:xfrm>
              <a:off x="855932" y="1625338"/>
              <a:ext cx="5004839" cy="4959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 력내 용입 력내용입 력내용입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용 입력 내 용</a:t>
              </a:r>
            </a:p>
          </p:txBody>
        </p:sp>
        <p:pic>
          <p:nvPicPr>
            <p:cNvPr id="170" name="그래픽 169">
              <a:extLst>
                <a:ext uri="{FF2B5EF4-FFF2-40B4-BE49-F238E27FC236}">
                  <a16:creationId xmlns:a16="http://schemas.microsoft.com/office/drawing/2014/main" id="{E67C66D5-D7EB-4C4D-8933-6163DA7BCD4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DE1670F8-B158-45D8-A6BC-C3F1F3059C28}"/>
              </a:ext>
            </a:extLst>
          </p:cNvPr>
          <p:cNvGrpSpPr/>
          <p:nvPr/>
        </p:nvGrpSpPr>
        <p:grpSpPr>
          <a:xfrm>
            <a:off x="597223" y="4097152"/>
            <a:ext cx="5295921" cy="495970"/>
            <a:chOff x="574038" y="1625338"/>
            <a:chExt cx="5128739" cy="495970"/>
          </a:xfrm>
        </p:grpSpPr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3C1A6006-AC3C-4636-B3FD-CDF26F81FDD5}"/>
                </a:ext>
              </a:extLst>
            </p:cNvPr>
            <p:cNvSpPr txBox="1"/>
            <p:nvPr/>
          </p:nvSpPr>
          <p:spPr>
            <a:xfrm>
              <a:off x="855931" y="1625338"/>
              <a:ext cx="4846846" cy="4959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 력내용 입력 내 용입 력</a:t>
              </a:r>
              <a:r>
                <a:rPr kumimoji="1" lang="en-US" altLang="ko-KR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용입력</a:t>
              </a:r>
              <a:r>
                <a:rPr kumimoji="1" lang="en-US" altLang="ko-KR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1</a:t>
              </a:r>
              <a:r>
                <a:rPr kumimoji="1" lang="ko-KR" altLang="en-US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용입력 내 용입 력</a:t>
              </a:r>
              <a:r>
                <a:rPr kumimoji="1" lang="en-US" altLang="ko-KR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spc="-6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endParaRPr kumimoji="1" lang="ko-KR" altLang="en-US" sz="1400" spc="-6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73" name="그래픽 172">
              <a:extLst>
                <a:ext uri="{FF2B5EF4-FFF2-40B4-BE49-F238E27FC236}">
                  <a16:creationId xmlns:a16="http://schemas.microsoft.com/office/drawing/2014/main" id="{C7E90CC8-6EAA-4750-BF6E-20E16DAA22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174" name="사각형: 둥근 위쪽 모서리 173">
            <a:extLst>
              <a:ext uri="{FF2B5EF4-FFF2-40B4-BE49-F238E27FC236}">
                <a16:creationId xmlns:a16="http://schemas.microsoft.com/office/drawing/2014/main" id="{9BF58D5C-5ED6-44D4-A4F0-DF9C2F64E8FB}"/>
              </a:ext>
            </a:extLst>
          </p:cNvPr>
          <p:cNvSpPr/>
          <p:nvPr/>
        </p:nvSpPr>
        <p:spPr>
          <a:xfrm rot="5400000">
            <a:off x="2902331" y="985779"/>
            <a:ext cx="451803" cy="5511448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B54BF22B-E6D6-47BE-8A9D-AC283E8382AE}"/>
              </a:ext>
            </a:extLst>
          </p:cNvPr>
          <p:cNvSpPr txBox="1"/>
          <p:nvPr/>
        </p:nvSpPr>
        <p:spPr>
          <a:xfrm>
            <a:off x="388704" y="3550523"/>
            <a:ext cx="538344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en-US" altLang="ko-KR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2</a:t>
            </a:r>
            <a:r>
              <a:rPr kumimoji="1" lang="ko-KR" altLang="en-US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내용43입44 </a:t>
            </a:r>
            <a:r>
              <a:rPr kumimoji="1" lang="ko-KR" altLang="en-US" sz="1700" b="1" spc="-40" dirty="0">
                <a:solidFill>
                  <a:schemeClr val="bg1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 내 용입 력</a:t>
            </a:r>
            <a:endParaRPr kumimoji="1" lang="ko-KR" altLang="en-US" sz="1700" b="1" i="0" u="none" strike="noStrike" kern="1200" cap="none" spc="-4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3B9B1D5-DB54-4185-A272-DADE19D57D9F}"/>
              </a:ext>
            </a:extLst>
          </p:cNvPr>
          <p:cNvSpPr/>
          <p:nvPr/>
        </p:nvSpPr>
        <p:spPr>
          <a:xfrm>
            <a:off x="397843" y="5671375"/>
            <a:ext cx="11421020" cy="111618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A4F4957-78A5-45C0-A846-065F564599E7}"/>
              </a:ext>
            </a:extLst>
          </p:cNvPr>
          <p:cNvSpPr txBox="1"/>
          <p:nvPr/>
        </p:nvSpPr>
        <p:spPr>
          <a:xfrm>
            <a:off x="2351758" y="6070843"/>
            <a:ext cx="9352326" cy="205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3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5DACE7A-8AE7-4B1B-BE14-1C525E6C184E}"/>
              </a:ext>
            </a:extLst>
          </p:cNvPr>
          <p:cNvGrpSpPr/>
          <p:nvPr/>
        </p:nvGrpSpPr>
        <p:grpSpPr>
          <a:xfrm>
            <a:off x="2079402" y="5810617"/>
            <a:ext cx="9571132" cy="237437"/>
            <a:chOff x="574038" y="1625338"/>
            <a:chExt cx="9571132" cy="23743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0F04A44-5BEC-4F9E-A55B-3021671BE934}"/>
                </a:ext>
              </a:extLst>
            </p:cNvPr>
            <p:cNvSpPr txBox="1"/>
            <p:nvPr/>
          </p:nvSpPr>
          <p:spPr>
            <a:xfrm>
              <a:off x="855932" y="1625338"/>
              <a:ext cx="9289238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44" name="그래픽 78">
              <a:extLst>
                <a:ext uri="{FF2B5EF4-FFF2-40B4-BE49-F238E27FC236}">
                  <a16:creationId xmlns:a16="http://schemas.microsoft.com/office/drawing/2014/main" id="{8B2D6B37-662A-4BA5-A3EE-4C10217EAC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F810952C-9E9E-4E7A-9AAD-6ECFBDB652EE}"/>
              </a:ext>
            </a:extLst>
          </p:cNvPr>
          <p:cNvGrpSpPr/>
          <p:nvPr/>
        </p:nvGrpSpPr>
        <p:grpSpPr>
          <a:xfrm>
            <a:off x="2079402" y="6362821"/>
            <a:ext cx="9451602" cy="237437"/>
            <a:chOff x="574038" y="1625338"/>
            <a:chExt cx="9451602" cy="237437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6A3BC9C-9681-4723-8363-951C003C52A6}"/>
                </a:ext>
              </a:extLst>
            </p:cNvPr>
            <p:cNvSpPr txBox="1"/>
            <p:nvPr/>
          </p:nvSpPr>
          <p:spPr>
            <a:xfrm>
              <a:off x="855932" y="1625338"/>
              <a:ext cx="9169708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47" name="그래픽 81">
              <a:extLst>
                <a:ext uri="{FF2B5EF4-FFF2-40B4-BE49-F238E27FC236}">
                  <a16:creationId xmlns:a16="http://schemas.microsoft.com/office/drawing/2014/main" id="{0245881A-64F3-42CD-8085-2849515381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sp>
        <p:nvSpPr>
          <p:cNvPr id="48" name="사각형: 둥근 위쪽 모서리 85">
            <a:extLst>
              <a:ext uri="{FF2B5EF4-FFF2-40B4-BE49-F238E27FC236}">
                <a16:creationId xmlns:a16="http://schemas.microsoft.com/office/drawing/2014/main" id="{F6A57B76-CA68-4D77-8937-91E1165C7CA9}"/>
              </a:ext>
            </a:extLst>
          </p:cNvPr>
          <p:cNvSpPr/>
          <p:nvPr/>
        </p:nvSpPr>
        <p:spPr>
          <a:xfrm rot="5400000">
            <a:off x="659035" y="5520711"/>
            <a:ext cx="861192" cy="1417507"/>
          </a:xfrm>
          <a:prstGeom prst="round2SameRect">
            <a:avLst>
              <a:gd name="adj1" fmla="val 50000"/>
              <a:gd name="adj2" fmla="val 0"/>
            </a:avLst>
          </a:prstGeom>
          <a:pattFill prst="wdUpDiag">
            <a:fgClr>
              <a:srgbClr val="274893"/>
            </a:fgClr>
            <a:bgClr>
              <a:srgbClr val="00549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6FFEA5A-2E9D-48A4-8E28-29D1DDA3E6DF}"/>
              </a:ext>
            </a:extLst>
          </p:cNvPr>
          <p:cNvSpPr txBox="1"/>
          <p:nvPr/>
        </p:nvSpPr>
        <p:spPr>
          <a:xfrm>
            <a:off x="393456" y="6041101"/>
            <a:ext cx="1278538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700" b="1" i="0" u="none" strike="noStrike" kern="1200" cap="none" spc="-4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</a:t>
            </a:r>
          </a:p>
        </p:txBody>
      </p:sp>
      <p:cxnSp>
        <p:nvCxnSpPr>
          <p:cNvPr id="50" name="직선 연결선[R] 5">
            <a:extLst>
              <a:ext uri="{FF2B5EF4-FFF2-40B4-BE49-F238E27FC236}">
                <a16:creationId xmlns:a16="http://schemas.microsoft.com/office/drawing/2014/main" id="{15E5EBF4-EA82-4A11-93F5-B34242EDA7AC}"/>
              </a:ext>
            </a:extLst>
          </p:cNvPr>
          <p:cNvCxnSpPr>
            <a:cxnSpLocks/>
          </p:cNvCxnSpPr>
          <p:nvPr/>
        </p:nvCxnSpPr>
        <p:spPr>
          <a:xfrm>
            <a:off x="397073" y="5670406"/>
            <a:ext cx="0" cy="1128832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504E5739-64AC-4AFB-9BC7-69A77A755B15}"/>
              </a:ext>
            </a:extLst>
          </p:cNvPr>
          <p:cNvSpPr txBox="1"/>
          <p:nvPr/>
        </p:nvSpPr>
        <p:spPr>
          <a:xfrm>
            <a:off x="933618" y="5196876"/>
            <a:ext cx="5097040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kumimoji="1" lang="ko-KR" altLang="en-US" sz="20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endParaRPr kumimoji="1" lang="ko-KR" altLang="en-US" sz="2000" spc="-40" dirty="0">
              <a:solidFill>
                <a:srgbClr val="129AE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677739E8-7451-4476-B1D2-FD13BAAB0F16}"/>
              </a:ext>
            </a:extLst>
          </p:cNvPr>
          <p:cNvGrpSpPr/>
          <p:nvPr/>
        </p:nvGrpSpPr>
        <p:grpSpPr>
          <a:xfrm>
            <a:off x="400515" y="5185092"/>
            <a:ext cx="339746" cy="339746"/>
            <a:chOff x="284489" y="903299"/>
            <a:chExt cx="426088" cy="426088"/>
          </a:xfrm>
        </p:grpSpPr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C1ADF11B-BD09-440A-B929-BA81F5DC9A83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38000">
                  <a:srgbClr val="39BCBD">
                    <a:lumMod val="20000"/>
                    <a:lumOff val="80000"/>
                  </a:srgbClr>
                </a:gs>
                <a:gs pos="61000">
                  <a:srgbClr val="37B7D6"/>
                </a:gs>
                <a:gs pos="100000">
                  <a:srgbClr val="00549A"/>
                </a:gs>
                <a:gs pos="86000">
                  <a:srgbClr val="0F8DDB"/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4" name="그래픽 65">
              <a:extLst>
                <a:ext uri="{FF2B5EF4-FFF2-40B4-BE49-F238E27FC236}">
                  <a16:creationId xmlns:a16="http://schemas.microsoft.com/office/drawing/2014/main" id="{11D72F9B-73A8-4AE6-A544-D256375A406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733647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CD2A6-A951-F3C8-E7F7-DE0909099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362348-5A6A-988E-2970-D144DFFB3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00110"/>
          </a:xfrm>
        </p:spPr>
        <p:txBody>
          <a:bodyPr/>
          <a:lstStyle/>
          <a:p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</a:t>
            </a:r>
            <a:r>
              <a:rPr lang="en-US" altLang="ko-KR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</a:t>
            </a:r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입 력 내용 입력 내 용 입 력내용</a:t>
            </a:r>
            <a:endParaRPr lang="ko-KR" altLang="en-US" b="0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5" name="모서리가 둥근 직사각형 14">
            <a:extLst>
              <a:ext uri="{FF2B5EF4-FFF2-40B4-BE49-F238E27FC236}">
                <a16:creationId xmlns:a16="http://schemas.microsoft.com/office/drawing/2014/main" id="{77CC562F-66E6-EA4D-CDAC-DEDB086C9748}"/>
              </a:ext>
            </a:extLst>
          </p:cNvPr>
          <p:cNvSpPr/>
          <p:nvPr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4D183D-B446-39D7-6FB2-BF8D10AD1FEA}"/>
              </a:ext>
            </a:extLst>
          </p:cNvPr>
          <p:cNvSpPr txBox="1"/>
          <p:nvPr/>
        </p:nvSpPr>
        <p:spPr>
          <a:xfrm>
            <a:off x="11701872" y="656749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pPr algn="ctr"/>
              <a:t>36</a:t>
            </a:fld>
            <a:endParaRPr lang="ko-KR" altLang="en-US" sz="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8367AE1F-D861-413F-BFE9-1F73402F8564}"/>
              </a:ext>
            </a:extLst>
          </p:cNvPr>
          <p:cNvSpPr/>
          <p:nvPr/>
        </p:nvSpPr>
        <p:spPr>
          <a:xfrm>
            <a:off x="457200" y="3069934"/>
            <a:ext cx="5394960" cy="1536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1E61F9EF-EC62-4B58-9950-FDAD4C8C4AAA}"/>
              </a:ext>
            </a:extLst>
          </p:cNvPr>
          <p:cNvSpPr/>
          <p:nvPr/>
        </p:nvSpPr>
        <p:spPr>
          <a:xfrm>
            <a:off x="457200" y="3063249"/>
            <a:ext cx="45719" cy="1543678"/>
          </a:xfrm>
          <a:prstGeom prst="rect">
            <a:avLst/>
          </a:prstGeom>
          <a:solidFill>
            <a:srgbClr val="00549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1FCCBDCD-A903-4774-9F89-8CB5AEA37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228712"/>
            <a:ext cx="292608" cy="282272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A85770F1-F977-4421-9911-8E9F84371DED}"/>
              </a:ext>
            </a:extLst>
          </p:cNvPr>
          <p:cNvSpPr/>
          <p:nvPr/>
        </p:nvSpPr>
        <p:spPr>
          <a:xfrm>
            <a:off x="1005840" y="3202249"/>
            <a:ext cx="4572000" cy="308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kern="0" dirty="0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내용1 입 </a:t>
            </a:r>
            <a:r>
              <a:rPr lang="en-US" kern="0" dirty="0" err="1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r>
              <a:rPr lang="en-US" kern="0" dirty="0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kern="0" dirty="0" err="1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endParaRPr lang="en-US" kern="0" dirty="0">
              <a:solidFill>
                <a:srgbClr val="1C3D62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2D2E82F6-7EEC-4618-82DC-00BF29B8AAF0}"/>
              </a:ext>
            </a:extLst>
          </p:cNvPr>
          <p:cNvSpPr/>
          <p:nvPr/>
        </p:nvSpPr>
        <p:spPr>
          <a:xfrm>
            <a:off x="685800" y="3629882"/>
            <a:ext cx="4937760" cy="94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용입 력내 용  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63내 용 입 48력내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 5입 력 내용 입 53력 내 용입 력 내용</a:t>
            </a:r>
            <a:endParaRPr lang="en-US" sz="1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 내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내용 입 력 내용 입</a:t>
            </a:r>
            <a:endParaRPr lang="en-US" sz="1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FDFB6ABF-FD85-45B9-A0A3-A6CA48814277}"/>
              </a:ext>
            </a:extLst>
          </p:cNvPr>
          <p:cNvSpPr/>
          <p:nvPr/>
        </p:nvSpPr>
        <p:spPr>
          <a:xfrm>
            <a:off x="6263640" y="3069934"/>
            <a:ext cx="5394960" cy="1536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05380B17-080E-4DA8-A84E-3860E378C0C5}"/>
              </a:ext>
            </a:extLst>
          </p:cNvPr>
          <p:cNvSpPr/>
          <p:nvPr/>
        </p:nvSpPr>
        <p:spPr>
          <a:xfrm>
            <a:off x="6263640" y="3063249"/>
            <a:ext cx="45719" cy="1543678"/>
          </a:xfrm>
          <a:prstGeom prst="rect">
            <a:avLst/>
          </a:prstGeom>
          <a:solidFill>
            <a:srgbClr val="00999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1" descr="preencoded.png">
            <a:extLst>
              <a:ext uri="{FF2B5EF4-FFF2-40B4-BE49-F238E27FC236}">
                <a16:creationId xmlns:a16="http://schemas.microsoft.com/office/drawing/2014/main" id="{1E9BE15A-CF34-4C08-8161-6A39044FDBB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446520" y="3228712"/>
            <a:ext cx="292608" cy="282272"/>
          </a:xfrm>
          <a:prstGeom prst="rect">
            <a:avLst/>
          </a:prstGeom>
        </p:spPr>
      </p:pic>
      <p:sp>
        <p:nvSpPr>
          <p:cNvPr id="24" name="Text 16">
            <a:extLst>
              <a:ext uri="{FF2B5EF4-FFF2-40B4-BE49-F238E27FC236}">
                <a16:creationId xmlns:a16="http://schemas.microsoft.com/office/drawing/2014/main" id="{1C5608CF-B843-4802-AA84-86DF0DC7CBFC}"/>
              </a:ext>
            </a:extLst>
          </p:cNvPr>
          <p:cNvSpPr/>
          <p:nvPr/>
        </p:nvSpPr>
        <p:spPr>
          <a:xfrm>
            <a:off x="6812280" y="3202249"/>
            <a:ext cx="4572000" cy="308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kern="0" dirty="0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내용2 </a:t>
            </a:r>
            <a:r>
              <a:rPr lang="en-US" kern="0" dirty="0" err="1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r>
              <a:rPr lang="en-US" kern="0" dirty="0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kern="0" dirty="0" err="1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endParaRPr lang="en-US" kern="0" dirty="0">
              <a:solidFill>
                <a:srgbClr val="1C3D62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5C7FC53F-4D42-489C-B3E8-591EB2AF0BCD}"/>
              </a:ext>
            </a:extLst>
          </p:cNvPr>
          <p:cNvSpPr/>
          <p:nvPr/>
        </p:nvSpPr>
        <p:spPr>
          <a:xfrm>
            <a:off x="6492240" y="3629882"/>
            <a:ext cx="5106636" cy="94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 5입 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25</a:t>
            </a: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 8입 력내 28 용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 입 력내 용 입력  내용입력내용35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 입력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431내용 입 력내용입력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ED4E5AEF-730B-4CDC-B527-5F42C9272794}"/>
              </a:ext>
            </a:extLst>
          </p:cNvPr>
          <p:cNvSpPr/>
          <p:nvPr/>
        </p:nvSpPr>
        <p:spPr>
          <a:xfrm>
            <a:off x="457200" y="5171023"/>
            <a:ext cx="5394960" cy="1536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1FD0F313-8645-44F4-8AA4-7ABB4E1EB9C7}"/>
              </a:ext>
            </a:extLst>
          </p:cNvPr>
          <p:cNvSpPr/>
          <p:nvPr/>
        </p:nvSpPr>
        <p:spPr>
          <a:xfrm>
            <a:off x="457200" y="5164337"/>
            <a:ext cx="45719" cy="1543678"/>
          </a:xfrm>
          <a:prstGeom prst="rect">
            <a:avLst/>
          </a:prstGeom>
          <a:solidFill>
            <a:srgbClr val="00ACB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47A2E8C7-C08B-4382-ACCE-EB27DDD4FD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329801"/>
            <a:ext cx="292608" cy="282272"/>
          </a:xfrm>
          <a:prstGeom prst="rect">
            <a:avLst/>
          </a:prstGeom>
        </p:spPr>
      </p:pic>
      <p:sp>
        <p:nvSpPr>
          <p:cNvPr id="30" name="Text 20">
            <a:extLst>
              <a:ext uri="{FF2B5EF4-FFF2-40B4-BE49-F238E27FC236}">
                <a16:creationId xmlns:a16="http://schemas.microsoft.com/office/drawing/2014/main" id="{D6F8D312-558C-4334-A898-88646739A7B2}"/>
              </a:ext>
            </a:extLst>
          </p:cNvPr>
          <p:cNvSpPr/>
          <p:nvPr/>
        </p:nvSpPr>
        <p:spPr>
          <a:xfrm>
            <a:off x="1005840" y="5303338"/>
            <a:ext cx="4572000" cy="308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kern="0" dirty="0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내용3 입력내 용입 </a:t>
            </a:r>
            <a:r>
              <a:rPr lang="en-US" kern="0" dirty="0" err="1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endParaRPr lang="en-US" kern="0" dirty="0">
              <a:solidFill>
                <a:srgbClr val="1C3D62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1F9DD485-3630-4D1E-8E8C-0177023E5571}"/>
              </a:ext>
            </a:extLst>
          </p:cNvPr>
          <p:cNvSpPr/>
          <p:nvPr/>
        </p:nvSpPr>
        <p:spPr>
          <a:xfrm>
            <a:off x="685800" y="5730970"/>
            <a:ext cx="4937760" cy="94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 입력내 73 용 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0내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용입력 내용 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  력내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용입 력내용입력내용입력내용 입 력내 28</a:t>
            </a:r>
          </a:p>
        </p:txBody>
      </p:sp>
      <p:sp>
        <p:nvSpPr>
          <p:cNvPr id="33" name="Shape 22">
            <a:extLst>
              <a:ext uri="{FF2B5EF4-FFF2-40B4-BE49-F238E27FC236}">
                <a16:creationId xmlns:a16="http://schemas.microsoft.com/office/drawing/2014/main" id="{1718C7DE-0380-4C89-8356-F70B5E61E36B}"/>
              </a:ext>
            </a:extLst>
          </p:cNvPr>
          <p:cNvSpPr/>
          <p:nvPr/>
        </p:nvSpPr>
        <p:spPr>
          <a:xfrm>
            <a:off x="6263640" y="5171023"/>
            <a:ext cx="5394960" cy="1536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23">
            <a:extLst>
              <a:ext uri="{FF2B5EF4-FFF2-40B4-BE49-F238E27FC236}">
                <a16:creationId xmlns:a16="http://schemas.microsoft.com/office/drawing/2014/main" id="{62AEF730-2069-4E00-AFFB-395A51C035CD}"/>
              </a:ext>
            </a:extLst>
          </p:cNvPr>
          <p:cNvSpPr/>
          <p:nvPr/>
        </p:nvSpPr>
        <p:spPr>
          <a:xfrm>
            <a:off x="6263640" y="5164337"/>
            <a:ext cx="45719" cy="1543678"/>
          </a:xfrm>
          <a:prstGeom prst="rect">
            <a:avLst/>
          </a:prstGeom>
          <a:solidFill>
            <a:srgbClr val="197FB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5" name="Image 3" descr="preencoded.png">
            <a:extLst>
              <a:ext uri="{FF2B5EF4-FFF2-40B4-BE49-F238E27FC236}">
                <a16:creationId xmlns:a16="http://schemas.microsoft.com/office/drawing/2014/main" id="{177B0B04-E829-495F-A0A1-978CB4D888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5329801"/>
            <a:ext cx="292608" cy="282272"/>
          </a:xfrm>
          <a:prstGeom prst="rect">
            <a:avLst/>
          </a:prstGeom>
        </p:spPr>
      </p:pic>
      <p:sp>
        <p:nvSpPr>
          <p:cNvPr id="36" name="Text 24">
            <a:extLst>
              <a:ext uri="{FF2B5EF4-FFF2-40B4-BE49-F238E27FC236}">
                <a16:creationId xmlns:a16="http://schemas.microsoft.com/office/drawing/2014/main" id="{9A3AC408-B42E-42DD-8660-CF82B78D6B7E}"/>
              </a:ext>
            </a:extLst>
          </p:cNvPr>
          <p:cNvSpPr/>
          <p:nvPr/>
        </p:nvSpPr>
        <p:spPr>
          <a:xfrm>
            <a:off x="6812280" y="5303338"/>
            <a:ext cx="4572000" cy="308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kern="0" dirty="0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내용4 입력내 </a:t>
            </a:r>
            <a:r>
              <a:rPr lang="en-US" kern="0" dirty="0" err="1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r>
              <a:rPr lang="en-US" kern="0" dirty="0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kern="0" dirty="0" err="1">
                <a:solidFill>
                  <a:srgbClr val="1C3D6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endParaRPr lang="en-US" kern="0" dirty="0">
              <a:solidFill>
                <a:srgbClr val="1C3D62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7" name="Text 25">
            <a:extLst>
              <a:ext uri="{FF2B5EF4-FFF2-40B4-BE49-F238E27FC236}">
                <a16:creationId xmlns:a16="http://schemas.microsoft.com/office/drawing/2014/main" id="{433DB144-8569-495F-9D12-091432DA0908}"/>
              </a:ext>
            </a:extLst>
          </p:cNvPr>
          <p:cNvSpPr/>
          <p:nvPr/>
        </p:nvSpPr>
        <p:spPr>
          <a:xfrm>
            <a:off x="6492240" y="5730970"/>
            <a:ext cx="5106636" cy="94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 입 력내 용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endParaRPr lang="en-US" sz="1400" b="1" dirty="0">
              <a:solidFill>
                <a:srgbClr val="00999F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 입 력내 용입 력 내 용입 력내 용 입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용입 45 력내  용입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b="1" dirty="0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b="1" dirty="0" err="1">
                <a:solidFill>
                  <a:srgbClr val="00999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40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06DD3CC-B036-43BF-A938-ED0EEAD56022}"/>
              </a:ext>
            </a:extLst>
          </p:cNvPr>
          <p:cNvSpPr txBox="1"/>
          <p:nvPr/>
        </p:nvSpPr>
        <p:spPr>
          <a:xfrm>
            <a:off x="732036" y="2673497"/>
            <a:ext cx="11352766" cy="283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 </a:t>
            </a:r>
            <a:r>
              <a:rPr lang="ko-KR" altLang="en-US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내용입 력내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 </a:t>
            </a:r>
            <a:r>
              <a:rPr lang="ko-KR" altLang="en-US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내용 입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입력 내 용 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Wingdings" panose="05000000000000000000" pitchFamily="2" charset="2"/>
              </a:rPr>
              <a:t>내 </a:t>
            </a:r>
            <a:r>
              <a:rPr lang="ko-KR" altLang="en-US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  <a:sym typeface="Wingdings" panose="05000000000000000000" pitchFamily="2" charset="2"/>
              </a:rPr>
              <a:t>내용 입 력내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Wingdings" panose="05000000000000000000" pitchFamily="2" charset="2"/>
              </a:rPr>
              <a:t>내용</a:t>
            </a:r>
            <a:endParaRPr kumimoji="1" lang="ko-KR" altLang="en-US" spc="-40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FB456C-4701-40A0-A074-F3BB8811A088}"/>
              </a:ext>
            </a:extLst>
          </p:cNvPr>
          <p:cNvSpPr txBox="1"/>
          <p:nvPr/>
        </p:nvSpPr>
        <p:spPr>
          <a:xfrm>
            <a:off x="740759" y="4779465"/>
            <a:ext cx="11361582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 력내 용입 </a:t>
            </a:r>
            <a:r>
              <a:rPr lang="ko-KR" altLang="en-US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내용 입력 내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 </a:t>
            </a:r>
            <a:r>
              <a:rPr lang="ko-KR" altLang="en-US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내용 입 력내 용 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Wingdings" panose="05000000000000000000" pitchFamily="2" charset="2"/>
              </a:rPr>
              <a:t>내 </a:t>
            </a:r>
            <a:r>
              <a:rPr lang="ko-KR" altLang="en-US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  <a:sym typeface="Wingdings" panose="05000000000000000000" pitchFamily="2" charset="2"/>
              </a:rPr>
              <a:t>내용 </a:t>
            </a:r>
            <a:r>
              <a:rPr lang="en-US" altLang="ko-KR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  <a:sym typeface="Wingdings" panose="05000000000000000000" pitchFamily="2" charset="2"/>
              </a:rPr>
              <a:t>내용 </a:t>
            </a:r>
            <a:r>
              <a:rPr lang="ko-KR" altLang="en-US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  <a:sym typeface="Wingdings" panose="05000000000000000000" pitchFamily="2" charset="2"/>
              </a:rPr>
              <a:t>내용</a:t>
            </a:r>
            <a:r>
              <a:rPr lang="en-US" altLang="ko-KR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  <a:sym typeface="Wingdings" panose="05000000000000000000" pitchFamily="2" charset="2"/>
              </a:rPr>
              <a:t>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Wingdings" panose="05000000000000000000" pitchFamily="2" charset="2"/>
              </a:rPr>
              <a:t>내 </a:t>
            </a:r>
            <a:r>
              <a:rPr lang="ko-KR" altLang="en-US" kern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  <a:sym typeface="Wingdings" panose="05000000000000000000" pitchFamily="2" charset="2"/>
              </a:rPr>
              <a:t>내용입</a:t>
            </a:r>
            <a:r>
              <a:rPr lang="ko-KR" altLang="en-US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  <a:sym typeface="Wingdings" panose="05000000000000000000" pitchFamily="2" charset="2"/>
              </a:rPr>
              <a:t>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Wingdings" panose="05000000000000000000" pitchFamily="2" charset="2"/>
              </a:rPr>
              <a:t>내용입 력</a:t>
            </a:r>
            <a:endParaRPr kumimoji="1" lang="ko-KR" altLang="en-US" spc="-40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76B30F6F-495B-4CFF-BCFE-A8C151CE2BDC}"/>
              </a:ext>
            </a:extLst>
          </p:cNvPr>
          <p:cNvSpPr/>
          <p:nvPr/>
        </p:nvSpPr>
        <p:spPr>
          <a:xfrm>
            <a:off x="15240" y="1137381"/>
            <a:ext cx="12192000" cy="914757"/>
          </a:xfrm>
          <a:prstGeom prst="rect">
            <a:avLst/>
          </a:prstGeom>
          <a:pattFill prst="dkUpDiag">
            <a:fgClr>
              <a:sysClr val="window" lastClr="FFFFFF">
                <a:lumMod val="95000"/>
              </a:sysClr>
            </a:fgClr>
            <a:bgClr>
              <a:sysClr val="window" lastClr="FFFFFF"/>
            </a:bgClr>
          </a:patt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9CAB2085-CA01-4C5F-B601-596F0B2250FC}"/>
              </a:ext>
            </a:extLst>
          </p:cNvPr>
          <p:cNvGrpSpPr/>
          <p:nvPr/>
        </p:nvGrpSpPr>
        <p:grpSpPr>
          <a:xfrm>
            <a:off x="636778" y="1104635"/>
            <a:ext cx="10831321" cy="739405"/>
            <a:chOff x="833317" y="1985631"/>
            <a:chExt cx="10831321" cy="739405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84AD7DA-170F-4B50-8712-C9A3E0E58771}"/>
                </a:ext>
              </a:extLst>
            </p:cNvPr>
            <p:cNvSpPr txBox="1"/>
            <p:nvPr/>
          </p:nvSpPr>
          <p:spPr>
            <a:xfrm>
              <a:off x="833317" y="2259802"/>
              <a:ext cx="209721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0" i="0" u="none" strike="noStrike" kern="0" cap="none" spc="0" normalizeH="0" baseline="0" noProof="0" dirty="0"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내용입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77D5E21-BB81-40F6-88EC-C825C98E7D04}"/>
                </a:ext>
              </a:extLst>
            </p:cNvPr>
            <p:cNvSpPr txBox="1"/>
            <p:nvPr/>
          </p:nvSpPr>
          <p:spPr>
            <a:xfrm>
              <a:off x="2930298" y="1985631"/>
              <a:ext cx="8734340" cy="5007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latinLnBrk="0">
                <a:lnSpc>
                  <a:spcPct val="150000"/>
                </a:lnSpc>
                <a:defRPr/>
              </a:pPr>
              <a:r>
                <a:rPr lang="ko-KR" altLang="en-US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내용</a:t>
              </a:r>
              <a:r>
                <a:rPr lang="en-US" altLang="ko-KR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</a:t>
              </a:r>
              <a:r>
                <a:rPr lang="en-US" altLang="ko-KR" sz="2000" kern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  </a:t>
              </a:r>
              <a:r>
                <a:rPr lang="ko-KR" altLang="en-US" sz="2000" kern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내용 </a:t>
              </a:r>
              <a:r>
                <a:rPr lang="en-US" altLang="ko-KR" sz="2000" kern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내용 </a:t>
              </a:r>
              <a:r>
                <a:rPr lang="ko-KR" altLang="en-US" sz="2000" kern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내용 </a:t>
              </a:r>
              <a:r>
                <a:rPr lang="ko-KR" altLang="en-US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내용 입 력내 용입 </a:t>
              </a:r>
              <a:r>
                <a:rPr lang="ko-KR" altLang="en-US" sz="2000" kern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내용</a:t>
              </a:r>
              <a:r>
                <a:rPr lang="ko-KR" altLang="en-US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 내 </a:t>
              </a:r>
              <a:r>
                <a:rPr lang="ko-KR" altLang="en-US" sz="2000" kern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내용</a:t>
              </a:r>
              <a:r>
                <a:rPr lang="ko-KR" altLang="en-US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 내용입</a:t>
              </a:r>
              <a:endParaRPr lang="en-US" altLang="ko-KR" sz="2000" kern="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endParaRPr>
            </a:p>
          </p:txBody>
        </p: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DB2D21AB-A59B-46BC-A4BD-E72AB56980B9}"/>
                </a:ext>
              </a:extLst>
            </p:cNvPr>
            <p:cNvCxnSpPr>
              <a:cxnSpLocks/>
            </p:cNvCxnSpPr>
            <p:nvPr/>
          </p:nvCxnSpPr>
          <p:spPr>
            <a:xfrm>
              <a:off x="2860447" y="2243963"/>
              <a:ext cx="0" cy="481073"/>
            </a:xfrm>
            <a:prstGeom prst="line">
              <a:avLst/>
            </a:prstGeom>
            <a:noFill/>
            <a:ln w="15875" cap="flat" cmpd="sng" algn="ctr">
              <a:solidFill>
                <a:srgbClr val="39BCBD"/>
              </a:solidFill>
              <a:prstDash val="solid"/>
              <a:miter lim="800000"/>
            </a:ln>
            <a:effectLst/>
          </p:spPr>
        </p:cxnSp>
      </p:grpSp>
      <p:sp>
        <p:nvSpPr>
          <p:cNvPr id="81" name="Text 28">
            <a:extLst>
              <a:ext uri="{FF2B5EF4-FFF2-40B4-BE49-F238E27FC236}">
                <a16:creationId xmlns:a16="http://schemas.microsoft.com/office/drawing/2014/main" id="{B3B44474-CAB6-48AF-B4EF-83CF42CCCCED}"/>
              </a:ext>
            </a:extLst>
          </p:cNvPr>
          <p:cNvSpPr/>
          <p:nvPr/>
        </p:nvSpPr>
        <p:spPr>
          <a:xfrm>
            <a:off x="3023359" y="1612098"/>
            <a:ext cx="83609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 err="1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</a:t>
            </a:r>
            <a:r>
              <a:rPr lang="en-US" dirty="0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</a:t>
            </a:r>
            <a:r>
              <a:rPr lang="en-US" dirty="0">
                <a:solidFill>
                  <a:srgbClr val="00206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내40용44 입32력내</a:t>
            </a:r>
            <a:r>
              <a:rPr lang="en-US" dirty="0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    내 용입  </a:t>
            </a:r>
            <a:r>
              <a:rPr lang="en-US" dirty="0">
                <a:solidFill>
                  <a:srgbClr val="00206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581내용 </a:t>
            </a:r>
            <a:r>
              <a:rPr lang="en-US" dirty="0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   </a:t>
            </a:r>
            <a:r>
              <a:rPr lang="en-US" dirty="0" err="1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dirty="0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</a:t>
            </a:r>
            <a:r>
              <a:rPr lang="en-US" dirty="0" err="1">
                <a:solidFill>
                  <a:srgbClr val="00206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내용입력내용</a:t>
            </a:r>
            <a:r>
              <a:rPr 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내 8용 </a:t>
            </a:r>
            <a:r>
              <a:rPr lang="en-US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84" name="그래픽 83">
            <a:extLst>
              <a:ext uri="{FF2B5EF4-FFF2-40B4-BE49-F238E27FC236}">
                <a16:creationId xmlns:a16="http://schemas.microsoft.com/office/drawing/2014/main" id="{89335CEC-D4EB-4AC8-8DA6-2BBBC4ED96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9383" y="2717813"/>
            <a:ext cx="180697" cy="174314"/>
          </a:xfrm>
          <a:prstGeom prst="rect">
            <a:avLst/>
          </a:prstGeom>
        </p:spPr>
      </p:pic>
      <p:pic>
        <p:nvPicPr>
          <p:cNvPr id="85" name="그래픽 84">
            <a:extLst>
              <a:ext uri="{FF2B5EF4-FFF2-40B4-BE49-F238E27FC236}">
                <a16:creationId xmlns:a16="http://schemas.microsoft.com/office/drawing/2014/main" id="{7D7B43F5-D2B2-4E5D-A0B1-B7F4DD40DE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9383" y="4836312"/>
            <a:ext cx="180697" cy="17431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F701AB8-99CA-4B7F-913B-BDD41F124006}"/>
              </a:ext>
            </a:extLst>
          </p:cNvPr>
          <p:cNvSpPr txBox="1"/>
          <p:nvPr/>
        </p:nvSpPr>
        <p:spPr>
          <a:xfrm>
            <a:off x="813873" y="2198428"/>
            <a:ext cx="5097040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 입력</a:t>
            </a:r>
            <a:endParaRPr kumimoji="1" lang="ko-KR" altLang="en-US" sz="2000" spc="-40" dirty="0">
              <a:solidFill>
                <a:srgbClr val="129AE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F86605F-E1C8-48EA-9C0C-5F4AAF00D52F}"/>
              </a:ext>
            </a:extLst>
          </p:cNvPr>
          <p:cNvGrpSpPr/>
          <p:nvPr/>
        </p:nvGrpSpPr>
        <p:grpSpPr>
          <a:xfrm>
            <a:off x="280770" y="2186644"/>
            <a:ext cx="339746" cy="339746"/>
            <a:chOff x="284489" y="903299"/>
            <a:chExt cx="426088" cy="426088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0BB71090-24B5-4130-A4A8-D6967088C6BF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38000">
                  <a:srgbClr val="39BCBD">
                    <a:lumMod val="20000"/>
                    <a:lumOff val="80000"/>
                  </a:srgbClr>
                </a:gs>
                <a:gs pos="61000">
                  <a:srgbClr val="37B7D6"/>
                </a:gs>
                <a:gs pos="100000">
                  <a:srgbClr val="00549A"/>
                </a:gs>
                <a:gs pos="86000">
                  <a:srgbClr val="0F8DDB"/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42" name="그래픽 65">
              <a:extLst>
                <a:ext uri="{FF2B5EF4-FFF2-40B4-BE49-F238E27FC236}">
                  <a16:creationId xmlns:a16="http://schemas.microsoft.com/office/drawing/2014/main" id="{13DE6413-FEA3-41FE-B8E7-2EE4BEE9F64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259355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CD2A6-A951-F3C8-E7F7-DE0909099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직사각형 64">
            <a:extLst>
              <a:ext uri="{FF2B5EF4-FFF2-40B4-BE49-F238E27FC236}">
                <a16:creationId xmlns:a16="http://schemas.microsoft.com/office/drawing/2014/main" id="{40A5B32B-4BF0-4EC7-AFC1-66140A24AFAF}"/>
              </a:ext>
            </a:extLst>
          </p:cNvPr>
          <p:cNvSpPr/>
          <p:nvPr/>
        </p:nvSpPr>
        <p:spPr>
          <a:xfrm>
            <a:off x="-7620" y="1189965"/>
            <a:ext cx="12192000" cy="869083"/>
          </a:xfrm>
          <a:prstGeom prst="rect">
            <a:avLst/>
          </a:prstGeom>
          <a:pattFill prst="dkUpDiag">
            <a:fgClr>
              <a:sysClr val="window" lastClr="FFFFFF">
                <a:lumMod val="95000"/>
              </a:sysClr>
            </a:fgClr>
            <a:bgClr>
              <a:sysClr val="window" lastClr="FFFFFF"/>
            </a:bgClr>
          </a:patt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kern="0" dirty="0">
              <a:solidFill>
                <a:prstClr val="white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4362348-5A6A-988E-2970-D144DFFB3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00110"/>
          </a:xfrm>
        </p:spPr>
        <p:txBody>
          <a:bodyPr/>
          <a:lstStyle/>
          <a:p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</a:t>
            </a:r>
            <a:r>
              <a:rPr lang="en-US" altLang="ko-KR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</a:t>
            </a:r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입 력 내용 입력 내 용 입 력내용</a:t>
            </a:r>
            <a:endParaRPr lang="ko-KR" altLang="en-US" b="0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5" name="모서리가 둥근 직사각형 14">
            <a:extLst>
              <a:ext uri="{FF2B5EF4-FFF2-40B4-BE49-F238E27FC236}">
                <a16:creationId xmlns:a16="http://schemas.microsoft.com/office/drawing/2014/main" id="{77CC562F-66E6-EA4D-CDAC-DEDB086C9748}"/>
              </a:ext>
            </a:extLst>
          </p:cNvPr>
          <p:cNvSpPr/>
          <p:nvPr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4D183D-B446-39D7-6FB2-BF8D10AD1FEA}"/>
              </a:ext>
            </a:extLst>
          </p:cNvPr>
          <p:cNvSpPr txBox="1"/>
          <p:nvPr/>
        </p:nvSpPr>
        <p:spPr>
          <a:xfrm>
            <a:off x="11701872" y="656749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pPr algn="ctr"/>
              <a:t>37</a:t>
            </a:fld>
            <a:endParaRPr lang="ko-KR" altLang="en-US" sz="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95D1CAED-149C-4BA9-9C24-81AA98D866DE}"/>
              </a:ext>
            </a:extLst>
          </p:cNvPr>
          <p:cNvSpPr/>
          <p:nvPr/>
        </p:nvSpPr>
        <p:spPr>
          <a:xfrm>
            <a:off x="334527" y="1057148"/>
            <a:ext cx="1268096" cy="348407"/>
          </a:xfrm>
          <a:prstGeom prst="roundRect">
            <a:avLst>
              <a:gd name="adj" fmla="val 50000"/>
            </a:avLst>
          </a:prstGeom>
          <a:solidFill>
            <a:srgbClr val="0054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lvl="0" algn="ctr" latinLnBrk="0">
              <a:defRPr/>
            </a:pPr>
            <a:r>
              <a:rPr lang="ko-KR" altLang="en-US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내용</a:t>
            </a:r>
            <a:endParaRPr kumimoji="0" lang="ko-KR" altLang="en-US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Pretendard SemiBold" panose="020B0600000101010101" charset="-127"/>
              <a:ea typeface="Pretendard SemiBold" panose="020B0600000101010101" charset="-127"/>
              <a:cs typeface="Pretendard SemiBold" panose="020B0600000101010101" charset="-127"/>
            </a:endParaRPr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9EDE7676-3583-4442-A255-BCDFB21CC8E7}"/>
              </a:ext>
            </a:extLst>
          </p:cNvPr>
          <p:cNvSpPr/>
          <p:nvPr/>
        </p:nvSpPr>
        <p:spPr>
          <a:xfrm>
            <a:off x="1329176" y="1322173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</a:t>
            </a:r>
            <a:r>
              <a:rPr lang="en-US" sz="2800" spc="-5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</a:t>
            </a:r>
            <a:r>
              <a:rPr lang="en-US" sz="28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내용 </a:t>
            </a:r>
            <a:r>
              <a:rPr lang="ko-KR" altLang="en-US" sz="28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입 력내</a:t>
            </a:r>
            <a:r>
              <a:rPr lang="en-US" sz="28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     </a:t>
            </a:r>
            <a:r>
              <a:rPr lang="en-US" sz="30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내용 </a:t>
            </a:r>
            <a:r>
              <a:rPr lang="en-US" sz="3000" spc="-50" dirty="0" err="1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내용입</a:t>
            </a:r>
            <a:r>
              <a:rPr lang="en-US" sz="30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내용입 </a:t>
            </a:r>
            <a:r>
              <a:rPr lang="en-US" sz="3000" spc="-50" dirty="0" err="1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내용</a:t>
            </a:r>
            <a:endParaRPr lang="en-US" sz="3000" spc="-50" dirty="0">
              <a:ln>
                <a:solidFill>
                  <a:srgbClr val="39BCBD">
                    <a:alpha val="0"/>
                  </a:srgbClr>
                </a:solidFill>
              </a:ln>
              <a:gradFill>
                <a:gsLst>
                  <a:gs pos="0">
                    <a:srgbClr val="39BCBD"/>
                  </a:gs>
                  <a:gs pos="100000">
                    <a:srgbClr val="31A5E2"/>
                  </a:gs>
                </a:gsLst>
                <a:lin ang="3000000" scaled="0"/>
              </a:gra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7D3BD13C-A406-4DA4-A74F-EC3737D19C7D}"/>
              </a:ext>
            </a:extLst>
          </p:cNvPr>
          <p:cNvSpPr/>
          <p:nvPr/>
        </p:nvSpPr>
        <p:spPr>
          <a:xfrm>
            <a:off x="640080" y="206460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 용입 력 내용 입력 내용입 력</a:t>
            </a:r>
            <a:endParaRPr lang="en-US" sz="1200" b="1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DB0BE451-0EA6-43BA-8B60-280075CCA480}"/>
              </a:ext>
            </a:extLst>
          </p:cNvPr>
          <p:cNvSpPr/>
          <p:nvPr/>
        </p:nvSpPr>
        <p:spPr>
          <a:xfrm>
            <a:off x="4257312" y="206460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 용입 력 내 용 입력내 용입 력 내</a:t>
            </a:r>
            <a:endParaRPr lang="en-US" sz="1200" b="1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C1444996-6D11-459A-8B63-ABE6867A04B5}"/>
              </a:ext>
            </a:extLst>
          </p:cNvPr>
          <p:cNvSpPr/>
          <p:nvPr/>
        </p:nvSpPr>
        <p:spPr>
          <a:xfrm>
            <a:off x="8199120" y="206460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49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 용입 력내용 입력 내용 입력 내</a:t>
            </a:r>
            <a:endParaRPr lang="en-US" sz="1200" b="1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8D58A0B9-B4FE-4DAA-860D-CD7A14750747}"/>
              </a:ext>
            </a:extLst>
          </p:cNvPr>
          <p:cNvSpPr/>
          <p:nvPr/>
        </p:nvSpPr>
        <p:spPr>
          <a:xfrm>
            <a:off x="449580" y="3499414"/>
            <a:ext cx="3611880" cy="3045216"/>
          </a:xfrm>
          <a:prstGeom prst="rect">
            <a:avLst/>
          </a:prstGeom>
          <a:solidFill>
            <a:srgbClr val="00549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5" name="Image 1" descr="preencoded.png">
            <a:extLst>
              <a:ext uri="{FF2B5EF4-FFF2-40B4-BE49-F238E27FC236}">
                <a16:creationId xmlns:a16="http://schemas.microsoft.com/office/drawing/2014/main" id="{FF3ACCDE-DD15-4111-8622-F23E82AB0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" y="3631239"/>
            <a:ext cx="365760" cy="365760"/>
          </a:xfrm>
          <a:prstGeom prst="rect">
            <a:avLst/>
          </a:prstGeom>
        </p:spPr>
      </p:pic>
      <p:sp>
        <p:nvSpPr>
          <p:cNvPr id="46" name="Text 16">
            <a:extLst>
              <a:ext uri="{FF2B5EF4-FFF2-40B4-BE49-F238E27FC236}">
                <a16:creationId xmlns:a16="http://schemas.microsoft.com/office/drawing/2014/main" id="{84093BD5-A39C-46A9-8B67-A57FA3A44622}"/>
              </a:ext>
            </a:extLst>
          </p:cNvPr>
          <p:cNvSpPr/>
          <p:nvPr/>
        </p:nvSpPr>
        <p:spPr>
          <a:xfrm>
            <a:off x="1201284" y="3647715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 력내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48" name="Text 18">
            <a:extLst>
              <a:ext uri="{FF2B5EF4-FFF2-40B4-BE49-F238E27FC236}">
                <a16:creationId xmlns:a16="http://schemas.microsoft.com/office/drawing/2014/main" id="{F296252F-4459-4D8D-9061-6E0869025D5C}"/>
              </a:ext>
            </a:extLst>
          </p:cNvPr>
          <p:cNvSpPr/>
          <p:nvPr/>
        </p:nvSpPr>
        <p:spPr>
          <a:xfrm>
            <a:off x="670560" y="5635178"/>
            <a:ext cx="3200400" cy="834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 력내용 입력 내 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en-US" altLang="ko-K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en-US" altLang="ko-K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5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 </a:t>
            </a: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49" name="Shape 19">
            <a:extLst>
              <a:ext uri="{FF2B5EF4-FFF2-40B4-BE49-F238E27FC236}">
                <a16:creationId xmlns:a16="http://schemas.microsoft.com/office/drawing/2014/main" id="{D0ED3FFA-2912-4EC7-9461-C9490CA950B7}"/>
              </a:ext>
            </a:extLst>
          </p:cNvPr>
          <p:cNvSpPr/>
          <p:nvPr/>
        </p:nvSpPr>
        <p:spPr>
          <a:xfrm>
            <a:off x="4218804" y="3499414"/>
            <a:ext cx="3764280" cy="3045216"/>
          </a:xfrm>
          <a:prstGeom prst="rect">
            <a:avLst/>
          </a:prstGeom>
          <a:solidFill>
            <a:srgbClr val="00ACB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0" name="Image 2" descr="preencoded.png">
            <a:extLst>
              <a:ext uri="{FF2B5EF4-FFF2-40B4-BE49-F238E27FC236}">
                <a16:creationId xmlns:a16="http://schemas.microsoft.com/office/drawing/2014/main" id="{AD82D664-85DD-47BC-AFE4-ECA6BB569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760" y="3631239"/>
            <a:ext cx="365760" cy="365760"/>
          </a:xfrm>
          <a:prstGeom prst="rect">
            <a:avLst/>
          </a:prstGeom>
        </p:spPr>
      </p:pic>
      <p:sp>
        <p:nvSpPr>
          <p:cNvPr id="51" name="Text 20">
            <a:extLst>
              <a:ext uri="{FF2B5EF4-FFF2-40B4-BE49-F238E27FC236}">
                <a16:creationId xmlns:a16="http://schemas.microsoft.com/office/drawing/2014/main" id="{ED012D9C-6CE2-4F75-A309-ED057E811F5E}"/>
              </a:ext>
            </a:extLst>
          </p:cNvPr>
          <p:cNvSpPr/>
          <p:nvPr/>
        </p:nvSpPr>
        <p:spPr>
          <a:xfrm>
            <a:off x="5079864" y="3685815"/>
            <a:ext cx="2448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</a:t>
            </a:r>
            <a:r>
              <a:rPr lang="en-US" altLang="ko-KR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</a:t>
            </a:r>
            <a:r>
              <a:rPr lang="ko-KR" altLang="en-US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</a:t>
            </a:r>
            <a:endParaRPr lang="en-US" altLang="ko-KR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0" indent="0" algn="ctr">
              <a:buNone/>
            </a:pPr>
            <a:r>
              <a:rPr lang="en-US" altLang="ko-KR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</a:t>
            </a:r>
            <a:r>
              <a:rPr lang="ko-KR" altLang="en-US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en-US" altLang="ko-KR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ko-KR" altLang="en-US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</a:t>
            </a:r>
            <a:r>
              <a:rPr lang="en-US" altLang="ko-KR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 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FEC67A9E-193B-49BA-98EF-471B03F568B6}"/>
              </a:ext>
            </a:extLst>
          </p:cNvPr>
          <p:cNvSpPr/>
          <p:nvPr/>
        </p:nvSpPr>
        <p:spPr>
          <a:xfrm>
            <a:off x="4328160" y="5598317"/>
            <a:ext cx="3705768" cy="871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내용입 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입력 내용 </a:t>
            </a:r>
            <a:r>
              <a:rPr lang="en-US" altLang="ko-K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103내 </a:t>
            </a: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입력 내</a:t>
            </a:r>
            <a:r>
              <a:rPr lang="en-US" altLang="ko-K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</a:t>
            </a: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입력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4" name="Shape 23">
            <a:extLst>
              <a:ext uri="{FF2B5EF4-FFF2-40B4-BE49-F238E27FC236}">
                <a16:creationId xmlns:a16="http://schemas.microsoft.com/office/drawing/2014/main" id="{C6056C98-6C97-4FC3-9147-DF2568EA7543}"/>
              </a:ext>
            </a:extLst>
          </p:cNvPr>
          <p:cNvSpPr/>
          <p:nvPr/>
        </p:nvSpPr>
        <p:spPr>
          <a:xfrm>
            <a:off x="8122920" y="3499414"/>
            <a:ext cx="3611880" cy="3045216"/>
          </a:xfrm>
          <a:prstGeom prst="rect">
            <a:avLst/>
          </a:prstGeom>
          <a:solidFill>
            <a:srgbClr val="31A5E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5" name="Image 3" descr="preencoded.png">
            <a:extLst>
              <a:ext uri="{FF2B5EF4-FFF2-40B4-BE49-F238E27FC236}">
                <a16:creationId xmlns:a16="http://schemas.microsoft.com/office/drawing/2014/main" id="{3877F077-860E-45B3-A8AD-F5EFEC6C0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1520" y="3631239"/>
            <a:ext cx="365760" cy="365760"/>
          </a:xfrm>
          <a:prstGeom prst="rect">
            <a:avLst/>
          </a:prstGeom>
        </p:spPr>
      </p:pic>
      <p:sp>
        <p:nvSpPr>
          <p:cNvPr id="56" name="Text 24">
            <a:extLst>
              <a:ext uri="{FF2B5EF4-FFF2-40B4-BE49-F238E27FC236}">
                <a16:creationId xmlns:a16="http://schemas.microsoft.com/office/drawing/2014/main" id="{E0A34E63-98A8-4739-988A-12888B1E3903}"/>
              </a:ext>
            </a:extLst>
          </p:cNvPr>
          <p:cNvSpPr/>
          <p:nvPr/>
        </p:nvSpPr>
        <p:spPr>
          <a:xfrm>
            <a:off x="8874624" y="3647715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 력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8" name="Text 26">
            <a:extLst>
              <a:ext uri="{FF2B5EF4-FFF2-40B4-BE49-F238E27FC236}">
                <a16:creationId xmlns:a16="http://schemas.microsoft.com/office/drawing/2014/main" id="{F0C11ED3-0B57-492D-8389-D4FD2E37862A}"/>
              </a:ext>
            </a:extLst>
          </p:cNvPr>
          <p:cNvSpPr/>
          <p:nvPr/>
        </p:nvSpPr>
        <p:spPr>
          <a:xfrm>
            <a:off x="8351520" y="5614695"/>
            <a:ext cx="3200400" cy="824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R="0" fontAlgn="base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en-US" altLang="ko-K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 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 </a:t>
            </a:r>
            <a:r>
              <a:rPr lang="en-US" altLang="ko-K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3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 </a:t>
            </a: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</a:p>
        </p:txBody>
      </p:sp>
      <p:sp>
        <p:nvSpPr>
          <p:cNvPr id="66" name="자유형: 도형 65">
            <a:extLst>
              <a:ext uri="{FF2B5EF4-FFF2-40B4-BE49-F238E27FC236}">
                <a16:creationId xmlns:a16="http://schemas.microsoft.com/office/drawing/2014/main" id="{D98A94B1-1AB3-4FB8-AC62-943006654FAE}"/>
              </a:ext>
            </a:extLst>
          </p:cNvPr>
          <p:cNvSpPr/>
          <p:nvPr/>
        </p:nvSpPr>
        <p:spPr>
          <a:xfrm>
            <a:off x="10234780" y="1424692"/>
            <a:ext cx="232951" cy="179778"/>
          </a:xfrm>
          <a:custGeom>
            <a:avLst/>
            <a:gdLst/>
            <a:ahLst/>
            <a:cxnLst/>
            <a:rect l="l" t="t" r="r" b="b"/>
            <a:pathLst>
              <a:path w="308457" h="238049">
                <a:moveTo>
                  <a:pt x="238048" y="0"/>
                </a:moveTo>
                <a:cubicBezTo>
                  <a:pt x="255930" y="0"/>
                  <a:pt x="271018" y="5169"/>
                  <a:pt x="283311" y="15507"/>
                </a:cubicBezTo>
                <a:cubicBezTo>
                  <a:pt x="295605" y="25845"/>
                  <a:pt x="302869" y="39116"/>
                  <a:pt x="305104" y="55321"/>
                </a:cubicBezTo>
                <a:cubicBezTo>
                  <a:pt x="307340" y="64821"/>
                  <a:pt x="308457" y="74879"/>
                  <a:pt x="308457" y="85497"/>
                </a:cubicBezTo>
                <a:cubicBezTo>
                  <a:pt x="308457" y="111201"/>
                  <a:pt x="301752" y="135230"/>
                  <a:pt x="288340" y="157582"/>
                </a:cubicBezTo>
                <a:cubicBezTo>
                  <a:pt x="277723" y="176022"/>
                  <a:pt x="264312" y="192507"/>
                  <a:pt x="248107" y="207036"/>
                </a:cubicBezTo>
                <a:cubicBezTo>
                  <a:pt x="231902" y="221564"/>
                  <a:pt x="217093" y="231902"/>
                  <a:pt x="203682" y="238049"/>
                </a:cubicBezTo>
                <a:lnTo>
                  <a:pt x="177698" y="204521"/>
                </a:lnTo>
                <a:cubicBezTo>
                  <a:pt x="190550" y="195021"/>
                  <a:pt x="201447" y="183706"/>
                  <a:pt x="210388" y="170574"/>
                </a:cubicBezTo>
                <a:cubicBezTo>
                  <a:pt x="219329" y="157442"/>
                  <a:pt x="225755" y="143612"/>
                  <a:pt x="229666" y="129083"/>
                </a:cubicBezTo>
                <a:cubicBezTo>
                  <a:pt x="211226" y="126848"/>
                  <a:pt x="196558" y="119863"/>
                  <a:pt x="185661" y="108128"/>
                </a:cubicBezTo>
                <a:cubicBezTo>
                  <a:pt x="174764" y="96393"/>
                  <a:pt x="169316" y="82144"/>
                  <a:pt x="169316" y="65380"/>
                </a:cubicBezTo>
                <a:cubicBezTo>
                  <a:pt x="169316" y="46381"/>
                  <a:pt x="175603" y="30734"/>
                  <a:pt x="188176" y="18441"/>
                </a:cubicBezTo>
                <a:cubicBezTo>
                  <a:pt x="200749" y="6147"/>
                  <a:pt x="217373" y="0"/>
                  <a:pt x="238048" y="0"/>
                </a:cubicBezTo>
                <a:close/>
                <a:moveTo>
                  <a:pt x="68732" y="0"/>
                </a:moveTo>
                <a:cubicBezTo>
                  <a:pt x="86614" y="0"/>
                  <a:pt x="101701" y="5169"/>
                  <a:pt x="113995" y="15507"/>
                </a:cubicBezTo>
                <a:cubicBezTo>
                  <a:pt x="126288" y="25845"/>
                  <a:pt x="133553" y="39116"/>
                  <a:pt x="135788" y="55321"/>
                </a:cubicBezTo>
                <a:cubicBezTo>
                  <a:pt x="138023" y="64821"/>
                  <a:pt x="139141" y="74879"/>
                  <a:pt x="139141" y="85497"/>
                </a:cubicBezTo>
                <a:cubicBezTo>
                  <a:pt x="139141" y="111201"/>
                  <a:pt x="132435" y="135230"/>
                  <a:pt x="119024" y="157582"/>
                </a:cubicBezTo>
                <a:cubicBezTo>
                  <a:pt x="108407" y="176022"/>
                  <a:pt x="94996" y="192507"/>
                  <a:pt x="78790" y="207036"/>
                </a:cubicBezTo>
                <a:cubicBezTo>
                  <a:pt x="62585" y="221564"/>
                  <a:pt x="47777" y="231902"/>
                  <a:pt x="34366" y="238049"/>
                </a:cubicBezTo>
                <a:lnTo>
                  <a:pt x="8382" y="204521"/>
                </a:lnTo>
                <a:cubicBezTo>
                  <a:pt x="21234" y="195021"/>
                  <a:pt x="32131" y="183706"/>
                  <a:pt x="41071" y="170574"/>
                </a:cubicBezTo>
                <a:cubicBezTo>
                  <a:pt x="50012" y="157442"/>
                  <a:pt x="56438" y="143612"/>
                  <a:pt x="60350" y="129083"/>
                </a:cubicBezTo>
                <a:cubicBezTo>
                  <a:pt x="41910" y="126848"/>
                  <a:pt x="27241" y="119863"/>
                  <a:pt x="16345" y="108128"/>
                </a:cubicBezTo>
                <a:cubicBezTo>
                  <a:pt x="5448" y="96393"/>
                  <a:pt x="0" y="82144"/>
                  <a:pt x="0" y="65380"/>
                </a:cubicBezTo>
                <a:cubicBezTo>
                  <a:pt x="0" y="46381"/>
                  <a:pt x="6286" y="30734"/>
                  <a:pt x="18859" y="18441"/>
                </a:cubicBezTo>
                <a:cubicBezTo>
                  <a:pt x="31432" y="6147"/>
                  <a:pt x="48056" y="0"/>
                  <a:pt x="68732" y="0"/>
                </a:cubicBez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C55B171-BEB1-4A31-BD90-B7A1134DE2C6}"/>
              </a:ext>
            </a:extLst>
          </p:cNvPr>
          <p:cNvSpPr txBox="1"/>
          <p:nvPr/>
        </p:nvSpPr>
        <p:spPr>
          <a:xfrm>
            <a:off x="6167848" y="1389936"/>
            <a:ext cx="232952" cy="179778"/>
          </a:xfrm>
          <a:custGeom>
            <a:avLst/>
            <a:gdLst/>
            <a:ahLst/>
            <a:cxnLst/>
            <a:rect l="l" t="t" r="r" b="b"/>
            <a:pathLst>
              <a:path w="308458" h="238049">
                <a:moveTo>
                  <a:pt x="274092" y="0"/>
                </a:moveTo>
                <a:lnTo>
                  <a:pt x="300076" y="33528"/>
                </a:lnTo>
                <a:cubicBezTo>
                  <a:pt x="287223" y="43028"/>
                  <a:pt x="276327" y="54343"/>
                  <a:pt x="267386" y="67475"/>
                </a:cubicBezTo>
                <a:cubicBezTo>
                  <a:pt x="258445" y="80607"/>
                  <a:pt x="252019" y="94437"/>
                  <a:pt x="248107" y="108966"/>
                </a:cubicBezTo>
                <a:cubicBezTo>
                  <a:pt x="266548" y="111201"/>
                  <a:pt x="281216" y="118186"/>
                  <a:pt x="292113" y="129921"/>
                </a:cubicBezTo>
                <a:cubicBezTo>
                  <a:pt x="303010" y="141656"/>
                  <a:pt x="308458" y="155905"/>
                  <a:pt x="308458" y="172669"/>
                </a:cubicBezTo>
                <a:cubicBezTo>
                  <a:pt x="308458" y="191669"/>
                  <a:pt x="302171" y="207315"/>
                  <a:pt x="289598" y="219609"/>
                </a:cubicBezTo>
                <a:cubicBezTo>
                  <a:pt x="277025" y="231902"/>
                  <a:pt x="260401" y="238049"/>
                  <a:pt x="239725" y="238049"/>
                </a:cubicBezTo>
                <a:cubicBezTo>
                  <a:pt x="221844" y="238049"/>
                  <a:pt x="206756" y="232880"/>
                  <a:pt x="194463" y="222542"/>
                </a:cubicBezTo>
                <a:cubicBezTo>
                  <a:pt x="182169" y="212204"/>
                  <a:pt x="174905" y="198933"/>
                  <a:pt x="172669" y="182728"/>
                </a:cubicBezTo>
                <a:cubicBezTo>
                  <a:pt x="170434" y="173228"/>
                  <a:pt x="169317" y="163170"/>
                  <a:pt x="169317" y="152553"/>
                </a:cubicBezTo>
                <a:cubicBezTo>
                  <a:pt x="169317" y="126848"/>
                  <a:pt x="176022" y="102819"/>
                  <a:pt x="189433" y="80467"/>
                </a:cubicBezTo>
                <a:cubicBezTo>
                  <a:pt x="200051" y="62027"/>
                  <a:pt x="213462" y="45542"/>
                  <a:pt x="229667" y="31013"/>
                </a:cubicBezTo>
                <a:cubicBezTo>
                  <a:pt x="245872" y="16485"/>
                  <a:pt x="260680" y="6147"/>
                  <a:pt x="274092" y="0"/>
                </a:cubicBezTo>
                <a:close/>
                <a:moveTo>
                  <a:pt x="104775" y="0"/>
                </a:moveTo>
                <a:lnTo>
                  <a:pt x="130759" y="33528"/>
                </a:lnTo>
                <a:cubicBezTo>
                  <a:pt x="117907" y="43028"/>
                  <a:pt x="107010" y="54343"/>
                  <a:pt x="98070" y="67475"/>
                </a:cubicBezTo>
                <a:cubicBezTo>
                  <a:pt x="89129" y="80607"/>
                  <a:pt x="82703" y="94437"/>
                  <a:pt x="78791" y="108966"/>
                </a:cubicBezTo>
                <a:cubicBezTo>
                  <a:pt x="97231" y="111201"/>
                  <a:pt x="111900" y="118186"/>
                  <a:pt x="122797" y="129921"/>
                </a:cubicBezTo>
                <a:cubicBezTo>
                  <a:pt x="133693" y="141656"/>
                  <a:pt x="139141" y="155905"/>
                  <a:pt x="139141" y="172669"/>
                </a:cubicBezTo>
                <a:cubicBezTo>
                  <a:pt x="139141" y="191669"/>
                  <a:pt x="132855" y="207315"/>
                  <a:pt x="120282" y="219609"/>
                </a:cubicBezTo>
                <a:cubicBezTo>
                  <a:pt x="107709" y="231902"/>
                  <a:pt x="91085" y="238049"/>
                  <a:pt x="70409" y="238049"/>
                </a:cubicBezTo>
                <a:cubicBezTo>
                  <a:pt x="52527" y="238049"/>
                  <a:pt x="37440" y="232880"/>
                  <a:pt x="25146" y="222542"/>
                </a:cubicBezTo>
                <a:cubicBezTo>
                  <a:pt x="12853" y="212204"/>
                  <a:pt x="5588" y="198933"/>
                  <a:pt x="3353" y="182728"/>
                </a:cubicBezTo>
                <a:cubicBezTo>
                  <a:pt x="1118" y="173228"/>
                  <a:pt x="0" y="163170"/>
                  <a:pt x="0" y="152553"/>
                </a:cubicBezTo>
                <a:cubicBezTo>
                  <a:pt x="0" y="126848"/>
                  <a:pt x="6706" y="102819"/>
                  <a:pt x="20117" y="80467"/>
                </a:cubicBezTo>
                <a:cubicBezTo>
                  <a:pt x="30734" y="62027"/>
                  <a:pt x="44145" y="45542"/>
                  <a:pt x="60351" y="31013"/>
                </a:cubicBezTo>
                <a:cubicBezTo>
                  <a:pt x="76556" y="16485"/>
                  <a:pt x="91364" y="6147"/>
                  <a:pt x="104775" y="0"/>
                </a:cubicBez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solidFill>
              <a:sysClr val="window" lastClr="FFFFFF">
                <a:alpha val="0"/>
              </a:sysClr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60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Pretendard ExtraBold" panose="02000903000000020004" pitchFamily="50" charset="-127"/>
              <a:ea typeface="Pretendard ExtraBold" panose="02000903000000020004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C556DBA-61FC-4670-9584-CD75198478FB}"/>
              </a:ext>
            </a:extLst>
          </p:cNvPr>
          <p:cNvSpPr txBox="1"/>
          <p:nvPr/>
        </p:nvSpPr>
        <p:spPr>
          <a:xfrm>
            <a:off x="743853" y="3080656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1내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2내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 력내 용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 3용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입력 내</a:t>
            </a:r>
          </a:p>
        </p:txBody>
      </p:sp>
      <p:pic>
        <p:nvPicPr>
          <p:cNvPr id="73" name="그래픽 72">
            <a:extLst>
              <a:ext uri="{FF2B5EF4-FFF2-40B4-BE49-F238E27FC236}">
                <a16:creationId xmlns:a16="http://schemas.microsoft.com/office/drawing/2014/main" id="{E77B7C27-2E04-40D3-BB56-27D642B059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383" y="3152153"/>
            <a:ext cx="180697" cy="174314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7170E6B0-A892-4637-991D-C28A1C5642CB}"/>
              </a:ext>
            </a:extLst>
          </p:cNvPr>
          <p:cNvSpPr txBox="1"/>
          <p:nvPr/>
        </p:nvSpPr>
        <p:spPr>
          <a:xfrm>
            <a:off x="449580" y="6579219"/>
            <a:ext cx="85164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" indent="-92075"/>
            <a:r>
              <a:rPr lang="en-US" altLang="ko-KR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 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en-US" altLang="ko-KR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</a:t>
            </a:r>
            <a:r>
              <a:rPr lang="en-US" altLang="ko-KR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5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 </a:t>
            </a:r>
            <a:r>
              <a:rPr lang="en-US" altLang="ko-KR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 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 입 력내 </a:t>
            </a:r>
            <a:r>
              <a:rPr lang="ko-KR" altLang="en-US" sz="1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내용입 력내 용 입력 내용 입력 </a:t>
            </a:r>
            <a:r>
              <a:rPr lang="ko-KR" altLang="en-US" sz="1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내용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내용 입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7C1C690-E161-426C-8ADE-94A58F1EFC0C}"/>
              </a:ext>
            </a:extLst>
          </p:cNvPr>
          <p:cNvGrpSpPr/>
          <p:nvPr/>
        </p:nvGrpSpPr>
        <p:grpSpPr>
          <a:xfrm>
            <a:off x="579120" y="4162326"/>
            <a:ext cx="3329001" cy="1465555"/>
            <a:chOff x="409106" y="4166772"/>
            <a:chExt cx="4038575" cy="1992883"/>
          </a:xfrm>
        </p:grpSpPr>
        <p:pic>
          <p:nvPicPr>
            <p:cNvPr id="1025" name="_x266592288">
              <a:extLst>
                <a:ext uri="{FF2B5EF4-FFF2-40B4-BE49-F238E27FC236}">
                  <a16:creationId xmlns:a16="http://schemas.microsoft.com/office/drawing/2014/main" id="{A8488C2D-9ED2-4782-A7C8-42589858B7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9106" y="4166772"/>
              <a:ext cx="1302757" cy="9535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5" name="Picture 1">
              <a:extLst>
                <a:ext uri="{FF2B5EF4-FFF2-40B4-BE49-F238E27FC236}">
                  <a16:creationId xmlns:a16="http://schemas.microsoft.com/office/drawing/2014/main" id="{C28A834E-5C83-4950-9D8D-6F453DDB3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57918" y="5206119"/>
              <a:ext cx="1424749" cy="953536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1027" name="_x413246216">
              <a:extLst>
                <a:ext uri="{FF2B5EF4-FFF2-40B4-BE49-F238E27FC236}">
                  <a16:creationId xmlns:a16="http://schemas.microsoft.com/office/drawing/2014/main" id="{4AB7D199-8D9D-47E1-B953-9F4F7AF60A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1096" y="4177349"/>
              <a:ext cx="1229251" cy="9520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6" name="Picture 3">
              <a:extLst>
                <a:ext uri="{FF2B5EF4-FFF2-40B4-BE49-F238E27FC236}">
                  <a16:creationId xmlns:a16="http://schemas.microsoft.com/office/drawing/2014/main" id="{3B5D4C9B-5C40-4489-AEE6-596B4C81B16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111763" y="4175831"/>
              <a:ext cx="1335918" cy="953535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1029" name="_x409810744">
              <a:extLst>
                <a:ext uri="{FF2B5EF4-FFF2-40B4-BE49-F238E27FC236}">
                  <a16:creationId xmlns:a16="http://schemas.microsoft.com/office/drawing/2014/main" id="{39CB2463-40AB-4F5D-8844-43E50379F3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4078" y="5206119"/>
              <a:ext cx="1335917" cy="9399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9" name="그림 78">
            <a:extLst>
              <a:ext uri="{FF2B5EF4-FFF2-40B4-BE49-F238E27FC236}">
                <a16:creationId xmlns:a16="http://schemas.microsoft.com/office/drawing/2014/main" id="{D82548DC-D5E2-4D4E-A8D1-C608DCDB37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5005" y="4260597"/>
            <a:ext cx="3307041" cy="1352065"/>
          </a:xfrm>
          <a:prstGeom prst="rect">
            <a:avLst/>
          </a:prstGeom>
        </p:spPr>
      </p:pic>
      <p:pic>
        <p:nvPicPr>
          <p:cNvPr id="80" name="그림 79">
            <a:extLst>
              <a:ext uri="{FF2B5EF4-FFF2-40B4-BE49-F238E27FC236}">
                <a16:creationId xmlns:a16="http://schemas.microsoft.com/office/drawing/2014/main" id="{A34E3D3A-97A3-4D84-819F-DE27A04710A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18365" y="4307897"/>
            <a:ext cx="1028670" cy="1256031"/>
          </a:xfrm>
          <a:prstGeom prst="rect">
            <a:avLst/>
          </a:prstGeom>
        </p:spPr>
      </p:pic>
      <p:pic>
        <p:nvPicPr>
          <p:cNvPr id="81" name="그림 80">
            <a:extLst>
              <a:ext uri="{FF2B5EF4-FFF2-40B4-BE49-F238E27FC236}">
                <a16:creationId xmlns:a16="http://schemas.microsoft.com/office/drawing/2014/main" id="{E9A2E762-9A5F-4792-8CF4-A1517D2AD31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71078" y="4307897"/>
            <a:ext cx="1636345" cy="1246666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11E05201-CD28-40CC-986A-D311B24A8907}"/>
              </a:ext>
            </a:extLst>
          </p:cNvPr>
          <p:cNvSpPr txBox="1"/>
          <p:nvPr/>
        </p:nvSpPr>
        <p:spPr>
          <a:xfrm>
            <a:off x="882729" y="2672586"/>
            <a:ext cx="5097040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endParaRPr kumimoji="1" lang="ko-KR" altLang="en-US" sz="2000" spc="-40" dirty="0">
              <a:solidFill>
                <a:srgbClr val="129AE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45020A97-E69D-483F-9193-3FB2C0527127}"/>
              </a:ext>
            </a:extLst>
          </p:cNvPr>
          <p:cNvGrpSpPr/>
          <p:nvPr/>
        </p:nvGrpSpPr>
        <p:grpSpPr>
          <a:xfrm>
            <a:off x="349626" y="2660802"/>
            <a:ext cx="339746" cy="339746"/>
            <a:chOff x="284489" y="903299"/>
            <a:chExt cx="426088" cy="426088"/>
          </a:xfrm>
        </p:grpSpPr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5560F8BA-AD34-4651-B016-3C5CB8C284AD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38000">
                  <a:srgbClr val="39BCBD">
                    <a:lumMod val="20000"/>
                    <a:lumOff val="80000"/>
                  </a:srgbClr>
                </a:gs>
                <a:gs pos="61000">
                  <a:srgbClr val="37B7D6"/>
                </a:gs>
                <a:gs pos="100000">
                  <a:srgbClr val="00549A"/>
                </a:gs>
                <a:gs pos="86000">
                  <a:srgbClr val="0F8DDB"/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78" name="그래픽 65">
              <a:extLst>
                <a:ext uri="{FF2B5EF4-FFF2-40B4-BE49-F238E27FC236}">
                  <a16:creationId xmlns:a16="http://schemas.microsoft.com/office/drawing/2014/main" id="{4E66155C-7092-4835-BCA3-C2D3077231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308775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CD2A6-A951-F3C8-E7F7-DE0909099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362348-5A6A-988E-2970-D144DFFB3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00110"/>
          </a:xfrm>
        </p:spPr>
        <p:txBody>
          <a:bodyPr/>
          <a:lstStyle/>
          <a:p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</a:t>
            </a:r>
            <a:r>
              <a:rPr lang="en-US" altLang="ko-KR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</a:t>
            </a:r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입 력 내용 입력 내 용 입 력내용</a:t>
            </a:r>
            <a:endParaRPr lang="ko-KR" altLang="en-US" b="0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5" name="모서리가 둥근 직사각형 14">
            <a:extLst>
              <a:ext uri="{FF2B5EF4-FFF2-40B4-BE49-F238E27FC236}">
                <a16:creationId xmlns:a16="http://schemas.microsoft.com/office/drawing/2014/main" id="{77CC562F-66E6-EA4D-CDAC-DEDB086C9748}"/>
              </a:ext>
            </a:extLst>
          </p:cNvPr>
          <p:cNvSpPr/>
          <p:nvPr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4D183D-B446-39D7-6FB2-BF8D10AD1FEA}"/>
              </a:ext>
            </a:extLst>
          </p:cNvPr>
          <p:cNvSpPr txBox="1"/>
          <p:nvPr/>
        </p:nvSpPr>
        <p:spPr>
          <a:xfrm>
            <a:off x="10869477" y="596032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pPr algn="ctr"/>
              <a:t>38</a:t>
            </a:fld>
            <a:endParaRPr lang="ko-KR" altLang="en-US" sz="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7D94E6FD-1A54-4B6E-8866-290F41EF40F8}"/>
              </a:ext>
            </a:extLst>
          </p:cNvPr>
          <p:cNvSpPr/>
          <p:nvPr/>
        </p:nvSpPr>
        <p:spPr>
          <a:xfrm>
            <a:off x="320040" y="1483636"/>
            <a:ext cx="11650980" cy="2531931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85000"/>
                <a:lumOff val="1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12">
            <a:extLst>
              <a:ext uri="{FF2B5EF4-FFF2-40B4-BE49-F238E27FC236}">
                <a16:creationId xmlns:a16="http://schemas.microsoft.com/office/drawing/2014/main" id="{3E7971D3-D6EC-41A2-B636-CE3CCF5CB540}"/>
              </a:ext>
            </a:extLst>
          </p:cNvPr>
          <p:cNvSpPr/>
          <p:nvPr/>
        </p:nvSpPr>
        <p:spPr>
          <a:xfrm>
            <a:off x="297180" y="1467229"/>
            <a:ext cx="3324860" cy="431218"/>
          </a:xfrm>
          <a:prstGeom prst="rect">
            <a:avLst/>
          </a:prstGeom>
          <a:solidFill>
            <a:srgbClr val="0054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13">
            <a:extLst>
              <a:ext uri="{FF2B5EF4-FFF2-40B4-BE49-F238E27FC236}">
                <a16:creationId xmlns:a16="http://schemas.microsoft.com/office/drawing/2014/main" id="{A7DF16F3-926D-431D-8DBC-5DED5D19D0B9}"/>
              </a:ext>
            </a:extLst>
          </p:cNvPr>
          <p:cNvSpPr/>
          <p:nvPr/>
        </p:nvSpPr>
        <p:spPr>
          <a:xfrm>
            <a:off x="480060" y="15801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0D8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1내용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0" name="Text 14">
            <a:extLst>
              <a:ext uri="{FF2B5EF4-FFF2-40B4-BE49-F238E27FC236}">
                <a16:creationId xmlns:a16="http://schemas.microsoft.com/office/drawing/2014/main" id="{A87CF024-EC64-444C-97E3-2A3364A2089F}"/>
              </a:ext>
            </a:extLst>
          </p:cNvPr>
          <p:cNvSpPr/>
          <p:nvPr/>
        </p:nvSpPr>
        <p:spPr>
          <a:xfrm>
            <a:off x="1143000" y="15344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 력내 용입</a:t>
            </a:r>
            <a:endParaRPr 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C5FA95EF-FC84-44B5-B633-1373BDE113B7}"/>
              </a:ext>
            </a:extLst>
          </p:cNvPr>
          <p:cNvSpPr/>
          <p:nvPr/>
        </p:nvSpPr>
        <p:spPr>
          <a:xfrm>
            <a:off x="756990" y="2299458"/>
            <a:ext cx="6060370" cy="990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en-US" altLang="ko-KR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내용입력내용입력내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력내 용 입 력내 </a:t>
            </a:r>
            <a:endParaRPr lang="en-US" altLang="ko-KR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력 내 </a:t>
            </a:r>
            <a:r>
              <a:rPr lang="ko-KR" altLang="en-US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내용입력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력내용 입력 내 용입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altLang="ko-KR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6131F5DE-8F46-428E-B4E1-D2E6F9F41E83}"/>
              </a:ext>
            </a:extLst>
          </p:cNvPr>
          <p:cNvSpPr/>
          <p:nvPr/>
        </p:nvSpPr>
        <p:spPr>
          <a:xfrm>
            <a:off x="6766560" y="1246999"/>
            <a:ext cx="5204460" cy="23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입력내  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용입력 </a:t>
            </a:r>
            <a:r>
              <a:rPr lang="ko-KR" alt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altLang="ko-KR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</a:t>
            </a:r>
            <a:r>
              <a:rPr lang="ko-KR" alt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내용입력</a:t>
            </a:r>
            <a:r>
              <a:rPr lang="en-US" altLang="ko-KR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</a:t>
            </a:r>
            <a:r>
              <a:rPr lang="ko-KR" alt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spc="-15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31D79C9-45E5-4A2A-85FA-C1E878C50492}"/>
              </a:ext>
            </a:extLst>
          </p:cNvPr>
          <p:cNvSpPr txBox="1"/>
          <p:nvPr/>
        </p:nvSpPr>
        <p:spPr>
          <a:xfrm>
            <a:off x="891081" y="1942187"/>
            <a:ext cx="59669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 력내용 입력 내 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입력</a:t>
            </a:r>
          </a:p>
        </p:txBody>
      </p:sp>
      <p:pic>
        <p:nvPicPr>
          <p:cNvPr id="56" name="그래픽 55">
            <a:extLst>
              <a:ext uri="{FF2B5EF4-FFF2-40B4-BE49-F238E27FC236}">
                <a16:creationId xmlns:a16="http://schemas.microsoft.com/office/drawing/2014/main" id="{CC82218D-E97B-457F-A384-9B5BE0B059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6611" y="2013684"/>
            <a:ext cx="180697" cy="174314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1B2EBDF8-73A9-43E4-91B9-F8157E053D36}"/>
              </a:ext>
            </a:extLst>
          </p:cNvPr>
          <p:cNvSpPr txBox="1"/>
          <p:nvPr/>
        </p:nvSpPr>
        <p:spPr>
          <a:xfrm>
            <a:off x="891081" y="3593547"/>
            <a:ext cx="5067597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r>
              <a:rPr kumimoji="1" lang="en-US" altLang="ko-KR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</a:t>
            </a:r>
            <a:r>
              <a:rPr kumimoji="1" lang="ko-KR" altLang="en-US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 력내용입 력내</a:t>
            </a:r>
          </a:p>
        </p:txBody>
      </p:sp>
      <p:pic>
        <p:nvPicPr>
          <p:cNvPr id="60" name="그래픽 59">
            <a:extLst>
              <a:ext uri="{FF2B5EF4-FFF2-40B4-BE49-F238E27FC236}">
                <a16:creationId xmlns:a16="http://schemas.microsoft.com/office/drawing/2014/main" id="{325B5672-592E-4637-95BB-2E5F5DA030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6611" y="3665044"/>
            <a:ext cx="180697" cy="17431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632BBA0-8741-482F-98BE-A77166F510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58"/>
          <a:stretch/>
        </p:blipFill>
        <p:spPr>
          <a:xfrm>
            <a:off x="6992354" y="1889521"/>
            <a:ext cx="2489995" cy="1750765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C64CCC65-45E4-41C1-A90F-DA831652021B}"/>
              </a:ext>
            </a:extLst>
          </p:cNvPr>
          <p:cNvSpPr txBox="1"/>
          <p:nvPr/>
        </p:nvSpPr>
        <p:spPr>
          <a:xfrm>
            <a:off x="7183478" y="3634141"/>
            <a:ext cx="4597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15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ko-KR" altLang="en-US" sz="1400" spc="-15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력내 용입  력 내 용 입력 내용 입</a:t>
            </a:r>
            <a:r>
              <a:rPr lang="en-US" altLang="ko-KR" sz="1400" spc="-15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endParaRPr lang="ko-KR" altLang="en-US" sz="1400" spc="-150" dirty="0"/>
          </a:p>
        </p:txBody>
      </p:sp>
      <p:pic>
        <p:nvPicPr>
          <p:cNvPr id="26" name="_x266592288">
            <a:extLst>
              <a:ext uri="{FF2B5EF4-FFF2-40B4-BE49-F238E27FC236}">
                <a16:creationId xmlns:a16="http://schemas.microsoft.com/office/drawing/2014/main" id="{FC217C87-70F2-4947-A523-E5E434D6E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0939" y="1881676"/>
            <a:ext cx="2433881" cy="1736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Shape 19">
            <a:extLst>
              <a:ext uri="{FF2B5EF4-FFF2-40B4-BE49-F238E27FC236}">
                <a16:creationId xmlns:a16="http://schemas.microsoft.com/office/drawing/2014/main" id="{F60A54D0-63A1-4207-820B-3383B23D5C89}"/>
              </a:ext>
            </a:extLst>
          </p:cNvPr>
          <p:cNvSpPr/>
          <p:nvPr/>
        </p:nvSpPr>
        <p:spPr>
          <a:xfrm>
            <a:off x="366984" y="4414774"/>
            <a:ext cx="6662646" cy="202896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85000"/>
                <a:lumOff val="1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0">
            <a:extLst>
              <a:ext uri="{FF2B5EF4-FFF2-40B4-BE49-F238E27FC236}">
                <a16:creationId xmlns:a16="http://schemas.microsoft.com/office/drawing/2014/main" id="{750367CE-603D-4C93-AE3F-4B51CCA03A9F}"/>
              </a:ext>
            </a:extLst>
          </p:cNvPr>
          <p:cNvSpPr/>
          <p:nvPr/>
        </p:nvSpPr>
        <p:spPr>
          <a:xfrm>
            <a:off x="366984" y="4417558"/>
            <a:ext cx="3702096" cy="447779"/>
          </a:xfrm>
          <a:prstGeom prst="rect">
            <a:avLst/>
          </a:prstGeom>
          <a:solidFill>
            <a:srgbClr val="00ACB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D6ED67E0-C8F2-415F-9BB8-8389EEA0D4F5}"/>
              </a:ext>
            </a:extLst>
          </p:cNvPr>
          <p:cNvSpPr/>
          <p:nvPr/>
        </p:nvSpPr>
        <p:spPr>
          <a:xfrm>
            <a:off x="549863" y="4508097"/>
            <a:ext cx="933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0D8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2내용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CE0449CA-2595-440D-94E0-DC48C9433773}"/>
              </a:ext>
            </a:extLst>
          </p:cNvPr>
          <p:cNvSpPr/>
          <p:nvPr/>
        </p:nvSpPr>
        <p:spPr>
          <a:xfrm>
            <a:off x="1212803" y="4462377"/>
            <a:ext cx="32679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 내용 입력내</a:t>
            </a:r>
            <a:endParaRPr 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AF5566AF-8B02-440C-84E8-2F45B8CE1BD4}"/>
              </a:ext>
            </a:extLst>
          </p:cNvPr>
          <p:cNvSpPr/>
          <p:nvPr/>
        </p:nvSpPr>
        <p:spPr>
          <a:xfrm>
            <a:off x="4476003" y="4195131"/>
            <a:ext cx="2553628" cy="20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입력내 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용입력내 </a:t>
            </a:r>
            <a:r>
              <a:rPr lang="ko-KR" alt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</a:t>
            </a:r>
            <a:endParaRPr lang="en-US" sz="1400" spc="-15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9" name="Shape 27">
            <a:extLst>
              <a:ext uri="{FF2B5EF4-FFF2-40B4-BE49-F238E27FC236}">
                <a16:creationId xmlns:a16="http://schemas.microsoft.com/office/drawing/2014/main" id="{4898A961-97F1-419D-8CE6-F1671F1DAA37}"/>
              </a:ext>
            </a:extLst>
          </p:cNvPr>
          <p:cNvSpPr/>
          <p:nvPr/>
        </p:nvSpPr>
        <p:spPr>
          <a:xfrm>
            <a:off x="7161710" y="4414774"/>
            <a:ext cx="4809310" cy="2031746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85000"/>
                <a:lumOff val="1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28">
            <a:extLst>
              <a:ext uri="{FF2B5EF4-FFF2-40B4-BE49-F238E27FC236}">
                <a16:creationId xmlns:a16="http://schemas.microsoft.com/office/drawing/2014/main" id="{6DB45583-C958-46D0-B2C1-ABB5535A430C}"/>
              </a:ext>
            </a:extLst>
          </p:cNvPr>
          <p:cNvSpPr/>
          <p:nvPr/>
        </p:nvSpPr>
        <p:spPr>
          <a:xfrm>
            <a:off x="7161710" y="4414775"/>
            <a:ext cx="3520440" cy="470667"/>
          </a:xfrm>
          <a:prstGeom prst="rect">
            <a:avLst/>
          </a:prstGeom>
          <a:solidFill>
            <a:srgbClr val="31A5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29">
            <a:extLst>
              <a:ext uri="{FF2B5EF4-FFF2-40B4-BE49-F238E27FC236}">
                <a16:creationId xmlns:a16="http://schemas.microsoft.com/office/drawing/2014/main" id="{5B7AA09D-7635-4C06-9897-5057199DEDE5}"/>
              </a:ext>
            </a:extLst>
          </p:cNvPr>
          <p:cNvSpPr/>
          <p:nvPr/>
        </p:nvSpPr>
        <p:spPr>
          <a:xfrm>
            <a:off x="7344590" y="45346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0D8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3내용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2" name="Text 30">
            <a:extLst>
              <a:ext uri="{FF2B5EF4-FFF2-40B4-BE49-F238E27FC236}">
                <a16:creationId xmlns:a16="http://schemas.microsoft.com/office/drawing/2014/main" id="{07EB25D3-6F5D-458A-A4C8-C20C850473CE}"/>
              </a:ext>
            </a:extLst>
          </p:cNvPr>
          <p:cNvSpPr/>
          <p:nvPr/>
        </p:nvSpPr>
        <p:spPr>
          <a:xfrm>
            <a:off x="8098970" y="4472743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입력내용 입력</a:t>
            </a:r>
            <a:endParaRPr 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3" name="Text 31">
            <a:extLst>
              <a:ext uri="{FF2B5EF4-FFF2-40B4-BE49-F238E27FC236}">
                <a16:creationId xmlns:a16="http://schemas.microsoft.com/office/drawing/2014/main" id="{513D3CEC-0016-43A4-A3DA-5E2A3DBB6151}"/>
              </a:ext>
            </a:extLst>
          </p:cNvPr>
          <p:cNvSpPr/>
          <p:nvPr/>
        </p:nvSpPr>
        <p:spPr>
          <a:xfrm>
            <a:off x="7029630" y="4846123"/>
            <a:ext cx="3520440" cy="1326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endParaRPr lang="en-US" sz="16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136A72C8-8B2F-4B16-8B04-7FC86F99E442}"/>
              </a:ext>
            </a:extLst>
          </p:cNvPr>
          <p:cNvSpPr/>
          <p:nvPr/>
        </p:nvSpPr>
        <p:spPr>
          <a:xfrm>
            <a:off x="7344590" y="5014180"/>
            <a:ext cx="4435982" cy="1212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</a:t>
            </a:r>
            <a:r>
              <a:rPr lang="ko-KR" altLang="en-US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내용 입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 력</a:t>
            </a:r>
            <a:endParaRPr lang="en-US" altLang="ko-KR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입력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 력</a:t>
            </a:r>
            <a:endParaRPr lang="en-US" altLang="ko-KR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내용입력내용입 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력 내</a:t>
            </a:r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FF8E55AA-7B07-42ED-BAA6-4AE7A55E9995}"/>
              </a:ext>
            </a:extLst>
          </p:cNvPr>
          <p:cNvSpPr/>
          <p:nvPr/>
        </p:nvSpPr>
        <p:spPr>
          <a:xfrm>
            <a:off x="529452" y="5038938"/>
            <a:ext cx="4184788" cy="1212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</a:t>
            </a:r>
            <a:r>
              <a:rPr lang="ko-KR" altLang="en-US" dirty="0" err="1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내용입력</a:t>
            </a:r>
            <a:r>
              <a:rPr lang="en-US" altLang="ko-KR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력내 용 입력 내 용 입 </a:t>
            </a:r>
            <a:endParaRPr lang="en-US" altLang="ko-KR" dirty="0">
              <a:solidFill>
                <a:srgbClr val="333333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  력내 용 입력 내용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  력내 용 입력</a:t>
            </a:r>
          </a:p>
        </p:txBody>
      </p:sp>
      <p:sp>
        <p:nvSpPr>
          <p:cNvPr id="48" name="Text 34">
            <a:extLst>
              <a:ext uri="{FF2B5EF4-FFF2-40B4-BE49-F238E27FC236}">
                <a16:creationId xmlns:a16="http://schemas.microsoft.com/office/drawing/2014/main" id="{153849ED-7BCC-436C-972F-032FC70FDC82}"/>
              </a:ext>
            </a:extLst>
          </p:cNvPr>
          <p:cNvSpPr/>
          <p:nvPr/>
        </p:nvSpPr>
        <p:spPr>
          <a:xfrm>
            <a:off x="8712595" y="4152250"/>
            <a:ext cx="3258426" cy="256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입력내 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용입력내 </a:t>
            </a:r>
            <a:r>
              <a:rPr lang="ko-KR" alt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spc="-150" dirty="0">
              <a:solidFill>
                <a:srgbClr val="666666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DF7DB380-E518-4048-81B7-52632E71A6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266" y="4570370"/>
            <a:ext cx="2376342" cy="1578792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A2FBBE3E-4BF9-4C20-ADE3-3F2201F9B890}"/>
              </a:ext>
            </a:extLst>
          </p:cNvPr>
          <p:cNvSpPr txBox="1"/>
          <p:nvPr/>
        </p:nvSpPr>
        <p:spPr>
          <a:xfrm>
            <a:off x="4277177" y="6127314"/>
            <a:ext cx="29249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15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r>
              <a:rPr lang="ko-KR" altLang="en-US" sz="1400" spc="-15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 력내 용 입력 내 용</a:t>
            </a:r>
            <a:r>
              <a:rPr lang="en-US" altLang="ko-KR" sz="1400" spc="-150" dirty="0">
                <a:solidFill>
                  <a:srgbClr val="333333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</a:t>
            </a:r>
            <a:endParaRPr lang="ko-KR" altLang="en-US" sz="1400" spc="-15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CEBA272-6D54-4F0B-9A01-F14E4B534A81}"/>
              </a:ext>
            </a:extLst>
          </p:cNvPr>
          <p:cNvSpPr txBox="1"/>
          <p:nvPr/>
        </p:nvSpPr>
        <p:spPr>
          <a:xfrm>
            <a:off x="818056" y="1025892"/>
            <a:ext cx="5097040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endParaRPr kumimoji="1" lang="ko-KR" altLang="en-US" sz="2000" spc="-40" dirty="0">
              <a:solidFill>
                <a:srgbClr val="129AE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D6D16F86-2BE3-4523-ADF9-043B7C6CCEC2}"/>
              </a:ext>
            </a:extLst>
          </p:cNvPr>
          <p:cNvGrpSpPr/>
          <p:nvPr/>
        </p:nvGrpSpPr>
        <p:grpSpPr>
          <a:xfrm>
            <a:off x="284953" y="1014108"/>
            <a:ext cx="339746" cy="339746"/>
            <a:chOff x="284489" y="903299"/>
            <a:chExt cx="426088" cy="426088"/>
          </a:xfrm>
        </p:grpSpPr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CD42DA94-78B8-4414-9CA8-07A363C56123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38000">
                  <a:srgbClr val="39BCBD">
                    <a:lumMod val="20000"/>
                    <a:lumOff val="80000"/>
                  </a:srgbClr>
                </a:gs>
                <a:gs pos="61000">
                  <a:srgbClr val="37B7D6"/>
                </a:gs>
                <a:gs pos="100000">
                  <a:srgbClr val="00549A"/>
                </a:gs>
                <a:gs pos="86000">
                  <a:srgbClr val="0F8DDB"/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54" name="그래픽 65">
              <a:extLst>
                <a:ext uri="{FF2B5EF4-FFF2-40B4-BE49-F238E27FC236}">
                  <a16:creationId xmlns:a16="http://schemas.microsoft.com/office/drawing/2014/main" id="{D11FAE45-8D84-4683-9115-8E15A4625D1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735251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CD2A6-A951-F3C8-E7F7-DE0909099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33">
            <a:extLst>
              <a:ext uri="{FF2B5EF4-FFF2-40B4-BE49-F238E27FC236}">
                <a16:creationId xmlns:a16="http://schemas.microsoft.com/office/drawing/2014/main" id="{314FCC7D-74E3-4743-B429-B95793C44014}"/>
              </a:ext>
            </a:extLst>
          </p:cNvPr>
          <p:cNvSpPr/>
          <p:nvPr/>
        </p:nvSpPr>
        <p:spPr>
          <a:xfrm>
            <a:off x="8841474" y="1442720"/>
            <a:ext cx="3224642" cy="304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4362348-5A6A-988E-2970-D144DFFB3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00110"/>
          </a:xfrm>
        </p:spPr>
        <p:txBody>
          <a:bodyPr/>
          <a:lstStyle/>
          <a:p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</a:t>
            </a:r>
            <a:r>
              <a:rPr lang="en-US" altLang="ko-KR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</a:t>
            </a:r>
            <a:r>
              <a:rPr lang="ko-KR" altLang="en-US" sz="2600" b="0" spc="-4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 입 력 내용 입력 내 용 입 력내용</a:t>
            </a:r>
            <a:endParaRPr lang="ko-KR" altLang="en-US" b="0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2E302EE-B55E-4868-A04E-314EE7DC3D7B}"/>
              </a:ext>
            </a:extLst>
          </p:cNvPr>
          <p:cNvGrpSpPr/>
          <p:nvPr/>
        </p:nvGrpSpPr>
        <p:grpSpPr>
          <a:xfrm>
            <a:off x="284953" y="1542838"/>
            <a:ext cx="8163560" cy="2942802"/>
            <a:chOff x="457200" y="1554480"/>
            <a:chExt cx="11201400" cy="2239044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39D16007-31E7-4CD5-A1F9-BD3C3CF1212C}"/>
                </a:ext>
              </a:extLst>
            </p:cNvPr>
            <p:cNvGrpSpPr/>
            <p:nvPr/>
          </p:nvGrpSpPr>
          <p:grpSpPr>
            <a:xfrm>
              <a:off x="457200" y="1723360"/>
              <a:ext cx="11201400" cy="2070164"/>
              <a:chOff x="457200" y="1554480"/>
              <a:chExt cx="11201400" cy="2906309"/>
            </a:xfrm>
          </p:grpSpPr>
          <p:sp>
            <p:nvSpPr>
              <p:cNvPr id="8" name="Shape 11">
                <a:extLst>
                  <a:ext uri="{FF2B5EF4-FFF2-40B4-BE49-F238E27FC236}">
                    <a16:creationId xmlns:a16="http://schemas.microsoft.com/office/drawing/2014/main" id="{00B0160B-674F-42D4-97A7-2C082B7C0D8E}"/>
                  </a:ext>
                </a:extLst>
              </p:cNvPr>
              <p:cNvSpPr/>
              <p:nvPr/>
            </p:nvSpPr>
            <p:spPr>
              <a:xfrm>
                <a:off x="457200" y="1554480"/>
                <a:ext cx="3611880" cy="2906309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D0D9E3"/>
                </a:solidFill>
                <a:prstDash val="soli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" name="Text 14">
                <a:extLst>
                  <a:ext uri="{FF2B5EF4-FFF2-40B4-BE49-F238E27FC236}">
                    <a16:creationId xmlns:a16="http://schemas.microsoft.com/office/drawing/2014/main" id="{48803A83-B2CC-4CEA-BDD3-4A6BA81EA570}"/>
                  </a:ext>
                </a:extLst>
              </p:cNvPr>
              <p:cNvSpPr/>
              <p:nvPr/>
            </p:nvSpPr>
            <p:spPr>
              <a:xfrm>
                <a:off x="685800" y="2082900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549A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9입 력내 28용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12" name="Text 15">
                <a:extLst>
                  <a:ext uri="{FF2B5EF4-FFF2-40B4-BE49-F238E27FC236}">
                    <a16:creationId xmlns:a16="http://schemas.microsoft.com/office/drawing/2014/main" id="{DE34B76A-84DE-4A73-B0FF-9753A447DC1F}"/>
                  </a:ext>
                </a:extLst>
              </p:cNvPr>
              <p:cNvSpPr/>
              <p:nvPr/>
            </p:nvSpPr>
            <p:spPr>
              <a:xfrm>
                <a:off x="522267" y="2384854"/>
                <a:ext cx="3555656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spc="-15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내용2입력내 용입 력 내 용입 력</a:t>
                </a:r>
                <a:endParaRPr lang="en-US" sz="1400" spc="-15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13" name="Shape 16">
                <a:extLst>
                  <a:ext uri="{FF2B5EF4-FFF2-40B4-BE49-F238E27FC236}">
                    <a16:creationId xmlns:a16="http://schemas.microsoft.com/office/drawing/2014/main" id="{CD90044C-67BE-4423-8574-D0DCB2DF18F6}"/>
                  </a:ext>
                </a:extLst>
              </p:cNvPr>
              <p:cNvSpPr/>
              <p:nvPr/>
            </p:nvSpPr>
            <p:spPr>
              <a:xfrm>
                <a:off x="685800" y="2724552"/>
                <a:ext cx="3200400" cy="7549"/>
              </a:xfrm>
              <a:prstGeom prst="rect">
                <a:avLst/>
              </a:prstGeom>
              <a:solidFill>
                <a:srgbClr val="D0D9E3"/>
              </a:solidFill>
              <a:ln/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" name="Text 17">
                <a:extLst>
                  <a:ext uri="{FF2B5EF4-FFF2-40B4-BE49-F238E27FC236}">
                    <a16:creationId xmlns:a16="http://schemas.microsoft.com/office/drawing/2014/main" id="{06413243-A1CD-4617-8DEB-EBBBD45AA6FC}"/>
                  </a:ext>
                </a:extLst>
              </p:cNvPr>
              <p:cNvSpPr/>
              <p:nvPr/>
            </p:nvSpPr>
            <p:spPr>
              <a:xfrm>
                <a:off x="685800" y="2875530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549A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26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15" name="Text 18">
                <a:extLst>
                  <a:ext uri="{FF2B5EF4-FFF2-40B4-BE49-F238E27FC236}">
                    <a16:creationId xmlns:a16="http://schemas.microsoft.com/office/drawing/2014/main" id="{DC99C4D2-C29B-4E6E-A677-AF7517B1A2B6}"/>
                  </a:ext>
                </a:extLst>
              </p:cNvPr>
              <p:cNvSpPr/>
              <p:nvPr/>
            </p:nvSpPr>
            <p:spPr>
              <a:xfrm>
                <a:off x="682586" y="3177484"/>
                <a:ext cx="3386494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23 입 력 3내 용입력</a:t>
                </a:r>
                <a:endParaRPr lang="en-US" sz="14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16" name="Shape 19">
                <a:extLst>
                  <a:ext uri="{FF2B5EF4-FFF2-40B4-BE49-F238E27FC236}">
                    <a16:creationId xmlns:a16="http://schemas.microsoft.com/office/drawing/2014/main" id="{4BEB8258-F815-4D20-AC80-188ED4E9400A}"/>
                  </a:ext>
                </a:extLst>
              </p:cNvPr>
              <p:cNvSpPr/>
              <p:nvPr/>
            </p:nvSpPr>
            <p:spPr>
              <a:xfrm>
                <a:off x="685800" y="3517182"/>
                <a:ext cx="3200400" cy="7549"/>
              </a:xfrm>
              <a:prstGeom prst="rect">
                <a:avLst/>
              </a:prstGeom>
              <a:solidFill>
                <a:srgbClr val="D0D9E3"/>
              </a:solidFill>
              <a:ln/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" name="Text 20">
                <a:extLst>
                  <a:ext uri="{FF2B5EF4-FFF2-40B4-BE49-F238E27FC236}">
                    <a16:creationId xmlns:a16="http://schemas.microsoft.com/office/drawing/2014/main" id="{0055AE33-8AA1-4FE1-A758-7EFDDF19F603}"/>
                  </a:ext>
                </a:extLst>
              </p:cNvPr>
              <p:cNvSpPr/>
              <p:nvPr/>
            </p:nvSpPr>
            <p:spPr>
              <a:xfrm>
                <a:off x="685800" y="3668159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549A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입 3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19" name="Text 21">
                <a:extLst>
                  <a:ext uri="{FF2B5EF4-FFF2-40B4-BE49-F238E27FC236}">
                    <a16:creationId xmlns:a16="http://schemas.microsoft.com/office/drawing/2014/main" id="{C681F609-EEFC-43F1-B16B-6592AAB640FD}"/>
                  </a:ext>
                </a:extLst>
              </p:cNvPr>
              <p:cNvSpPr/>
              <p:nvPr/>
            </p:nvSpPr>
            <p:spPr>
              <a:xfrm>
                <a:off x="682586" y="3985353"/>
                <a:ext cx="3386494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spc="-15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내용입력내용입 력 내 용입력 내</a:t>
                </a:r>
                <a:endParaRPr lang="en-US" sz="1400" spc="-15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20" name="Shape 22">
                <a:extLst>
                  <a:ext uri="{FF2B5EF4-FFF2-40B4-BE49-F238E27FC236}">
                    <a16:creationId xmlns:a16="http://schemas.microsoft.com/office/drawing/2014/main" id="{787D90F1-A106-4F99-ACDA-235407512069}"/>
                  </a:ext>
                </a:extLst>
              </p:cNvPr>
              <p:cNvSpPr/>
              <p:nvPr/>
            </p:nvSpPr>
            <p:spPr>
              <a:xfrm>
                <a:off x="4251960" y="1554480"/>
                <a:ext cx="3611880" cy="2906309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D0D9E3"/>
                </a:solidFill>
                <a:prstDash val="soli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" name="Text 25">
                <a:extLst>
                  <a:ext uri="{FF2B5EF4-FFF2-40B4-BE49-F238E27FC236}">
                    <a16:creationId xmlns:a16="http://schemas.microsoft.com/office/drawing/2014/main" id="{E59084CF-1EBD-47D3-A48A-D7D7492B0784}"/>
                  </a:ext>
                </a:extLst>
              </p:cNvPr>
              <p:cNvSpPr/>
              <p:nvPr/>
            </p:nvSpPr>
            <p:spPr>
              <a:xfrm>
                <a:off x="4480560" y="2082900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ACB0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 4,404용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24" name="Text 26">
                <a:extLst>
                  <a:ext uri="{FF2B5EF4-FFF2-40B4-BE49-F238E27FC236}">
                    <a16:creationId xmlns:a16="http://schemas.microsoft.com/office/drawing/2014/main" id="{8EC8CA79-CF21-4EDD-869B-2EFA133462A3}"/>
                  </a:ext>
                </a:extLst>
              </p:cNvPr>
              <p:cNvSpPr/>
              <p:nvPr/>
            </p:nvSpPr>
            <p:spPr>
              <a:xfrm>
                <a:off x="4466844" y="2384854"/>
                <a:ext cx="3374136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spc="-15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입  력내용입 력 내용</a:t>
                </a:r>
                <a:endParaRPr lang="en-US" sz="1400" spc="-15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25" name="Shape 27">
                <a:extLst>
                  <a:ext uri="{FF2B5EF4-FFF2-40B4-BE49-F238E27FC236}">
                    <a16:creationId xmlns:a16="http://schemas.microsoft.com/office/drawing/2014/main" id="{AB906B5D-3C54-4230-905D-2412EF359085}"/>
                  </a:ext>
                </a:extLst>
              </p:cNvPr>
              <p:cNvSpPr/>
              <p:nvPr/>
            </p:nvSpPr>
            <p:spPr>
              <a:xfrm>
                <a:off x="4480560" y="2724552"/>
                <a:ext cx="3200400" cy="7549"/>
              </a:xfrm>
              <a:prstGeom prst="rect">
                <a:avLst/>
              </a:prstGeom>
              <a:solidFill>
                <a:srgbClr val="D0D9E3"/>
              </a:solidFill>
              <a:ln/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" name="Text 28">
                <a:extLst>
                  <a:ext uri="{FF2B5EF4-FFF2-40B4-BE49-F238E27FC236}">
                    <a16:creationId xmlns:a16="http://schemas.microsoft.com/office/drawing/2014/main" id="{15325BAF-B136-494F-8834-25B37DC50F96}"/>
                  </a:ext>
                </a:extLst>
              </p:cNvPr>
              <p:cNvSpPr/>
              <p:nvPr/>
            </p:nvSpPr>
            <p:spPr>
              <a:xfrm>
                <a:off x="4480560" y="2875530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ACB0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내용입 231력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27" name="Text 29">
                <a:extLst>
                  <a:ext uri="{FF2B5EF4-FFF2-40B4-BE49-F238E27FC236}">
                    <a16:creationId xmlns:a16="http://schemas.microsoft.com/office/drawing/2014/main" id="{FC5A88DD-A38C-47EE-AC96-8BFF3253B6A7}"/>
                  </a:ext>
                </a:extLst>
              </p:cNvPr>
              <p:cNvSpPr/>
              <p:nvPr/>
            </p:nvSpPr>
            <p:spPr>
              <a:xfrm>
                <a:off x="4480560" y="3177484"/>
                <a:ext cx="3360420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입력내 용 입</a:t>
                </a:r>
                <a:endParaRPr lang="en-US" sz="14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29" name="Shape 30">
                <a:extLst>
                  <a:ext uri="{FF2B5EF4-FFF2-40B4-BE49-F238E27FC236}">
                    <a16:creationId xmlns:a16="http://schemas.microsoft.com/office/drawing/2014/main" id="{16B6B42E-0BCA-4A28-8706-1FF95BFE14BE}"/>
                  </a:ext>
                </a:extLst>
              </p:cNvPr>
              <p:cNvSpPr/>
              <p:nvPr/>
            </p:nvSpPr>
            <p:spPr>
              <a:xfrm>
                <a:off x="4480560" y="3517182"/>
                <a:ext cx="3200400" cy="7549"/>
              </a:xfrm>
              <a:prstGeom prst="rect">
                <a:avLst/>
              </a:prstGeom>
              <a:solidFill>
                <a:srgbClr val="D0D9E3"/>
              </a:solidFill>
              <a:ln/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" name="Text 31">
                <a:extLst>
                  <a:ext uri="{FF2B5EF4-FFF2-40B4-BE49-F238E27FC236}">
                    <a16:creationId xmlns:a16="http://schemas.microsoft.com/office/drawing/2014/main" id="{D1382BEB-95B8-4EE6-968D-FF5A6354DF72}"/>
                  </a:ext>
                </a:extLst>
              </p:cNvPr>
              <p:cNvSpPr/>
              <p:nvPr/>
            </p:nvSpPr>
            <p:spPr>
              <a:xfrm>
                <a:off x="4480560" y="3668159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ACB0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63입력내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31" name="Text 32">
                <a:extLst>
                  <a:ext uri="{FF2B5EF4-FFF2-40B4-BE49-F238E27FC236}">
                    <a16:creationId xmlns:a16="http://schemas.microsoft.com/office/drawing/2014/main" id="{0A2E8802-8276-44B9-A1C5-ABD1020A3B92}"/>
                  </a:ext>
                </a:extLst>
              </p:cNvPr>
              <p:cNvSpPr/>
              <p:nvPr/>
            </p:nvSpPr>
            <p:spPr>
              <a:xfrm>
                <a:off x="4480560" y="3970113"/>
                <a:ext cx="3360420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입 력 내 용</a:t>
                </a:r>
                <a:endParaRPr lang="en-US" sz="14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32" name="Shape 33">
                <a:extLst>
                  <a:ext uri="{FF2B5EF4-FFF2-40B4-BE49-F238E27FC236}">
                    <a16:creationId xmlns:a16="http://schemas.microsoft.com/office/drawing/2014/main" id="{F73EDD19-3E54-4EFB-8C59-AE353DAD22C5}"/>
                  </a:ext>
                </a:extLst>
              </p:cNvPr>
              <p:cNvSpPr/>
              <p:nvPr/>
            </p:nvSpPr>
            <p:spPr>
              <a:xfrm>
                <a:off x="8046720" y="1554480"/>
                <a:ext cx="3611880" cy="2906309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D0D9E3"/>
                </a:solidFill>
                <a:prstDash val="soli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" name="Text 36">
                <a:extLst>
                  <a:ext uri="{FF2B5EF4-FFF2-40B4-BE49-F238E27FC236}">
                    <a16:creationId xmlns:a16="http://schemas.microsoft.com/office/drawing/2014/main" id="{F45ED2C6-42CA-4938-BEB5-8AD2C113C649}"/>
                  </a:ext>
                </a:extLst>
              </p:cNvPr>
              <p:cNvSpPr/>
              <p:nvPr/>
            </p:nvSpPr>
            <p:spPr>
              <a:xfrm>
                <a:off x="8275320" y="2082900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31A5E2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내용입 력내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36" name="Text 37">
                <a:extLst>
                  <a:ext uri="{FF2B5EF4-FFF2-40B4-BE49-F238E27FC236}">
                    <a16:creationId xmlns:a16="http://schemas.microsoft.com/office/drawing/2014/main" id="{D3F409D8-7F1F-457F-A57A-5A85BA8C2C54}"/>
                  </a:ext>
                </a:extLst>
              </p:cNvPr>
              <p:cNvSpPr/>
              <p:nvPr/>
            </p:nvSpPr>
            <p:spPr>
              <a:xfrm>
                <a:off x="8229600" y="2384854"/>
                <a:ext cx="3406140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spc="-15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입력내용입력내용 입력</a:t>
                </a:r>
                <a:endParaRPr lang="en-US" sz="1400" spc="-15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37" name="Shape 38">
                <a:extLst>
                  <a:ext uri="{FF2B5EF4-FFF2-40B4-BE49-F238E27FC236}">
                    <a16:creationId xmlns:a16="http://schemas.microsoft.com/office/drawing/2014/main" id="{4E941C31-872B-411D-BC5C-D6C4F35A6B29}"/>
                  </a:ext>
                </a:extLst>
              </p:cNvPr>
              <p:cNvSpPr/>
              <p:nvPr/>
            </p:nvSpPr>
            <p:spPr>
              <a:xfrm>
                <a:off x="8275320" y="2724552"/>
                <a:ext cx="3200400" cy="7549"/>
              </a:xfrm>
              <a:prstGeom prst="rect">
                <a:avLst/>
              </a:prstGeom>
              <a:solidFill>
                <a:srgbClr val="D0D9E3"/>
              </a:solidFill>
              <a:ln/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8" name="Text 39">
                <a:extLst>
                  <a:ext uri="{FF2B5EF4-FFF2-40B4-BE49-F238E27FC236}">
                    <a16:creationId xmlns:a16="http://schemas.microsoft.com/office/drawing/2014/main" id="{4F2130CD-D22E-4CE1-A817-7A8BEC7C753B}"/>
                  </a:ext>
                </a:extLst>
              </p:cNvPr>
              <p:cNvSpPr/>
              <p:nvPr/>
            </p:nvSpPr>
            <p:spPr>
              <a:xfrm>
                <a:off x="8275320" y="2875530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31A5E2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내용입 53력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39" name="Text 40">
                <a:extLst>
                  <a:ext uri="{FF2B5EF4-FFF2-40B4-BE49-F238E27FC236}">
                    <a16:creationId xmlns:a16="http://schemas.microsoft.com/office/drawing/2014/main" id="{2EFB4963-044A-4992-A49A-473EEF0C2996}"/>
                  </a:ext>
                </a:extLst>
              </p:cNvPr>
              <p:cNvSpPr/>
              <p:nvPr/>
            </p:nvSpPr>
            <p:spPr>
              <a:xfrm>
                <a:off x="8229600" y="3177484"/>
                <a:ext cx="3406140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spc="-15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 입력 내 용입력 내 용 입</a:t>
                </a:r>
                <a:endParaRPr lang="en-US" sz="1400" spc="-15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40" name="Shape 41">
                <a:extLst>
                  <a:ext uri="{FF2B5EF4-FFF2-40B4-BE49-F238E27FC236}">
                    <a16:creationId xmlns:a16="http://schemas.microsoft.com/office/drawing/2014/main" id="{D02B4B2E-9A99-4A04-8AAC-DEEB625F33AC}"/>
                  </a:ext>
                </a:extLst>
              </p:cNvPr>
              <p:cNvSpPr/>
              <p:nvPr/>
            </p:nvSpPr>
            <p:spPr>
              <a:xfrm>
                <a:off x="8275320" y="3517182"/>
                <a:ext cx="3200400" cy="7549"/>
              </a:xfrm>
              <a:prstGeom prst="rect">
                <a:avLst/>
              </a:prstGeom>
              <a:solidFill>
                <a:srgbClr val="D0D9E3"/>
              </a:solidFill>
              <a:ln/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" name="Text 42">
                <a:extLst>
                  <a:ext uri="{FF2B5EF4-FFF2-40B4-BE49-F238E27FC236}">
                    <a16:creationId xmlns:a16="http://schemas.microsoft.com/office/drawing/2014/main" id="{549AF007-47A1-4C74-B5DE-D2BAA1111A97}"/>
                  </a:ext>
                </a:extLst>
              </p:cNvPr>
              <p:cNvSpPr/>
              <p:nvPr/>
            </p:nvSpPr>
            <p:spPr>
              <a:xfrm>
                <a:off x="8275320" y="3668159"/>
                <a:ext cx="3200400" cy="301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31A5E2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내용입 431력</a:t>
                </a:r>
                <a:endParaRPr 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42" name="Text 43">
                <a:extLst>
                  <a:ext uri="{FF2B5EF4-FFF2-40B4-BE49-F238E27FC236}">
                    <a16:creationId xmlns:a16="http://schemas.microsoft.com/office/drawing/2014/main" id="{BA79F78F-A50A-4327-8F9A-10674110D745}"/>
                  </a:ext>
                </a:extLst>
              </p:cNvPr>
              <p:cNvSpPr/>
              <p:nvPr/>
            </p:nvSpPr>
            <p:spPr>
              <a:xfrm>
                <a:off x="8275320" y="3962564"/>
                <a:ext cx="3337560" cy="2642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66666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내용입력내용 입력 내</a:t>
                </a:r>
                <a:endParaRPr lang="en-US" sz="14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  <p:sp>
          <p:nvSpPr>
            <p:cNvPr id="9" name="Shape 12">
              <a:extLst>
                <a:ext uri="{FF2B5EF4-FFF2-40B4-BE49-F238E27FC236}">
                  <a16:creationId xmlns:a16="http://schemas.microsoft.com/office/drawing/2014/main" id="{99BD6C92-7D45-4857-AE8C-3068980946F0}"/>
                </a:ext>
              </a:extLst>
            </p:cNvPr>
            <p:cNvSpPr/>
            <p:nvPr/>
          </p:nvSpPr>
          <p:spPr>
            <a:xfrm>
              <a:off x="457200" y="1554480"/>
              <a:ext cx="3611880" cy="415187"/>
            </a:xfrm>
            <a:prstGeom prst="rect">
              <a:avLst/>
            </a:prstGeom>
            <a:solidFill>
              <a:srgbClr val="00549A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0" name="Text 13">
              <a:extLst>
                <a:ext uri="{FF2B5EF4-FFF2-40B4-BE49-F238E27FC236}">
                  <a16:creationId xmlns:a16="http://schemas.microsoft.com/office/drawing/2014/main" id="{9D618925-7675-405E-BE14-19DACCDE6A12}"/>
                </a:ext>
              </a:extLst>
            </p:cNvPr>
            <p:cNvSpPr/>
            <p:nvPr/>
          </p:nvSpPr>
          <p:spPr>
            <a:xfrm>
              <a:off x="640080" y="1607322"/>
              <a:ext cx="3200400" cy="3396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600" dirty="0">
                  <a:solidFill>
                    <a:srgbClr val="FFFFFF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내용</a:t>
              </a:r>
              <a:r>
                <a:rPr lang="en-US" sz="1600" dirty="0">
                  <a:solidFill>
                    <a:srgbClr val="FFFFFF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내용</a:t>
              </a:r>
              <a:endParaRPr lang="en-US" sz="16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21" name="Shape 23">
              <a:extLst>
                <a:ext uri="{FF2B5EF4-FFF2-40B4-BE49-F238E27FC236}">
                  <a16:creationId xmlns:a16="http://schemas.microsoft.com/office/drawing/2014/main" id="{EAF4654E-23F9-48E0-BB40-16C3C08C2FE1}"/>
                </a:ext>
              </a:extLst>
            </p:cNvPr>
            <p:cNvSpPr/>
            <p:nvPr/>
          </p:nvSpPr>
          <p:spPr>
            <a:xfrm>
              <a:off x="4251960" y="1554480"/>
              <a:ext cx="3611880" cy="415187"/>
            </a:xfrm>
            <a:prstGeom prst="rect">
              <a:avLst/>
            </a:prstGeom>
            <a:solidFill>
              <a:srgbClr val="00ACB0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2" name="Text 24">
              <a:extLst>
                <a:ext uri="{FF2B5EF4-FFF2-40B4-BE49-F238E27FC236}">
                  <a16:creationId xmlns:a16="http://schemas.microsoft.com/office/drawing/2014/main" id="{E4CFF8E6-A44F-4ED5-9573-A745BB43F7B4}"/>
                </a:ext>
              </a:extLst>
            </p:cNvPr>
            <p:cNvSpPr/>
            <p:nvPr/>
          </p:nvSpPr>
          <p:spPr>
            <a:xfrm>
              <a:off x="4434840" y="1607322"/>
              <a:ext cx="3200400" cy="3396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FFFFFF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내용입력 내</a:t>
              </a:r>
              <a:endParaRPr lang="en-US" sz="16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33" name="Shape 34">
              <a:extLst>
                <a:ext uri="{FF2B5EF4-FFF2-40B4-BE49-F238E27FC236}">
                  <a16:creationId xmlns:a16="http://schemas.microsoft.com/office/drawing/2014/main" id="{6AC8F96B-463C-4D5C-A0EA-B561170BD9FD}"/>
                </a:ext>
              </a:extLst>
            </p:cNvPr>
            <p:cNvSpPr/>
            <p:nvPr/>
          </p:nvSpPr>
          <p:spPr>
            <a:xfrm>
              <a:off x="8046720" y="1554480"/>
              <a:ext cx="3611880" cy="415187"/>
            </a:xfrm>
            <a:prstGeom prst="rect">
              <a:avLst/>
            </a:prstGeom>
            <a:solidFill>
              <a:srgbClr val="31A5E2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34" name="Text 35">
              <a:extLst>
                <a:ext uri="{FF2B5EF4-FFF2-40B4-BE49-F238E27FC236}">
                  <a16:creationId xmlns:a16="http://schemas.microsoft.com/office/drawing/2014/main" id="{D8FBDA96-8BF0-44E7-B9CD-B55991B21C89}"/>
                </a:ext>
              </a:extLst>
            </p:cNvPr>
            <p:cNvSpPr/>
            <p:nvPr/>
          </p:nvSpPr>
          <p:spPr>
            <a:xfrm>
              <a:off x="8229600" y="1607322"/>
              <a:ext cx="3200400" cy="3396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FFFFFF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내용 입</a:t>
              </a:r>
              <a:endParaRPr lang="en-US" sz="16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sp>
        <p:nvSpPr>
          <p:cNvPr id="44" name="Shape 46">
            <a:extLst>
              <a:ext uri="{FF2B5EF4-FFF2-40B4-BE49-F238E27FC236}">
                <a16:creationId xmlns:a16="http://schemas.microsoft.com/office/drawing/2014/main" id="{A2B44DA9-8AF6-431A-923C-B6B9E7F4D186}"/>
              </a:ext>
            </a:extLst>
          </p:cNvPr>
          <p:cNvSpPr/>
          <p:nvPr/>
        </p:nvSpPr>
        <p:spPr>
          <a:xfrm>
            <a:off x="8885749" y="1560863"/>
            <a:ext cx="1307592" cy="360256"/>
          </a:xfrm>
          <a:prstGeom prst="roundRect">
            <a:avLst>
              <a:gd name="adj" fmla="val 50000"/>
            </a:avLst>
          </a:prstGeom>
          <a:solidFill>
            <a:srgbClr val="0054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Text 47">
            <a:extLst>
              <a:ext uri="{FF2B5EF4-FFF2-40B4-BE49-F238E27FC236}">
                <a16:creationId xmlns:a16="http://schemas.microsoft.com/office/drawing/2014/main" id="{80CD1203-4759-4ED4-821B-7C11E685D0FB}"/>
              </a:ext>
            </a:extLst>
          </p:cNvPr>
          <p:cNvSpPr/>
          <p:nvPr/>
        </p:nvSpPr>
        <p:spPr>
          <a:xfrm>
            <a:off x="8885749" y="1560863"/>
            <a:ext cx="1307592" cy="360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endParaRPr lang="en-US" sz="1600" dirty="0">
              <a:solidFill>
                <a:srgbClr val="FFFFFF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6" name="Text 48">
            <a:extLst>
              <a:ext uri="{FF2B5EF4-FFF2-40B4-BE49-F238E27FC236}">
                <a16:creationId xmlns:a16="http://schemas.microsoft.com/office/drawing/2014/main" id="{65F5FA54-0938-48F7-A4A8-B2B5707CADA2}"/>
              </a:ext>
            </a:extLst>
          </p:cNvPr>
          <p:cNvSpPr/>
          <p:nvPr/>
        </p:nvSpPr>
        <p:spPr>
          <a:xfrm>
            <a:off x="8939196" y="2012323"/>
            <a:ext cx="3106600" cy="360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</a:t>
            </a: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내 용 입 력내 용 입력내 용입 력내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spc="-150" dirty="0">
              <a:solidFill>
                <a:srgbClr val="666666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7" name="Shape 49">
            <a:extLst>
              <a:ext uri="{FF2B5EF4-FFF2-40B4-BE49-F238E27FC236}">
                <a16:creationId xmlns:a16="http://schemas.microsoft.com/office/drawing/2014/main" id="{7BC77B83-2999-47C0-98F8-01EB6182E158}"/>
              </a:ext>
            </a:extLst>
          </p:cNvPr>
          <p:cNvSpPr/>
          <p:nvPr/>
        </p:nvSpPr>
        <p:spPr>
          <a:xfrm>
            <a:off x="8885749" y="2566379"/>
            <a:ext cx="1307592" cy="360256"/>
          </a:xfrm>
          <a:prstGeom prst="roundRect">
            <a:avLst>
              <a:gd name="adj" fmla="val 50000"/>
            </a:avLst>
          </a:prstGeom>
          <a:solidFill>
            <a:srgbClr val="00999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50">
            <a:extLst>
              <a:ext uri="{FF2B5EF4-FFF2-40B4-BE49-F238E27FC236}">
                <a16:creationId xmlns:a16="http://schemas.microsoft.com/office/drawing/2014/main" id="{A30888AD-95D6-47ED-AB8D-2DF21CF7BD96}"/>
              </a:ext>
            </a:extLst>
          </p:cNvPr>
          <p:cNvSpPr/>
          <p:nvPr/>
        </p:nvSpPr>
        <p:spPr>
          <a:xfrm>
            <a:off x="8885749" y="2566379"/>
            <a:ext cx="1307592" cy="360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6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endParaRPr lang="en-US" sz="1600" dirty="0">
              <a:solidFill>
                <a:srgbClr val="FFFFFF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9" name="Text 51">
            <a:extLst>
              <a:ext uri="{FF2B5EF4-FFF2-40B4-BE49-F238E27FC236}">
                <a16:creationId xmlns:a16="http://schemas.microsoft.com/office/drawing/2014/main" id="{8CC7BB26-3755-4DE1-8B71-ECF73F7D0307}"/>
              </a:ext>
            </a:extLst>
          </p:cNvPr>
          <p:cNvSpPr/>
          <p:nvPr/>
        </p:nvSpPr>
        <p:spPr>
          <a:xfrm>
            <a:off x="8974756" y="3034075"/>
            <a:ext cx="2998804" cy="360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ko-KR" alt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내용입</a:t>
            </a: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내용  입력내용 입력내 용 입력 내 23용 입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spc="-150" dirty="0">
              <a:solidFill>
                <a:srgbClr val="666666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0" name="Shape 52">
            <a:extLst>
              <a:ext uri="{FF2B5EF4-FFF2-40B4-BE49-F238E27FC236}">
                <a16:creationId xmlns:a16="http://schemas.microsoft.com/office/drawing/2014/main" id="{6D547B7D-ABAC-4D8A-AE16-B125C2631760}"/>
              </a:ext>
            </a:extLst>
          </p:cNvPr>
          <p:cNvSpPr/>
          <p:nvPr/>
        </p:nvSpPr>
        <p:spPr>
          <a:xfrm>
            <a:off x="8895255" y="3549172"/>
            <a:ext cx="1307592" cy="360256"/>
          </a:xfrm>
          <a:prstGeom prst="roundRect">
            <a:avLst>
              <a:gd name="adj" fmla="val 50000"/>
            </a:avLst>
          </a:prstGeom>
          <a:solidFill>
            <a:srgbClr val="31A5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Text 53">
            <a:extLst>
              <a:ext uri="{FF2B5EF4-FFF2-40B4-BE49-F238E27FC236}">
                <a16:creationId xmlns:a16="http://schemas.microsoft.com/office/drawing/2014/main" id="{CA6258B4-7C1B-42ED-A5EE-719FFBA662AD}"/>
              </a:ext>
            </a:extLst>
          </p:cNvPr>
          <p:cNvSpPr/>
          <p:nvPr/>
        </p:nvSpPr>
        <p:spPr>
          <a:xfrm>
            <a:off x="8895255" y="3549172"/>
            <a:ext cx="1307592" cy="360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sz="1600" dirty="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endParaRPr lang="en-US" sz="1600" dirty="0">
              <a:solidFill>
                <a:srgbClr val="FFFFFF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2" name="Text 54">
            <a:extLst>
              <a:ext uri="{FF2B5EF4-FFF2-40B4-BE49-F238E27FC236}">
                <a16:creationId xmlns:a16="http://schemas.microsoft.com/office/drawing/2014/main" id="{77722365-9516-4B3A-81A1-A5D892768FF6}"/>
              </a:ext>
            </a:extLst>
          </p:cNvPr>
          <p:cNvSpPr/>
          <p:nvPr/>
        </p:nvSpPr>
        <p:spPr>
          <a:xfrm>
            <a:off x="8974756" y="4047494"/>
            <a:ext cx="2770204" cy="360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 용입 력내용입력내용입력내 용입 력 내 용 입력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r>
              <a:rPr lang="en-US" sz="1400" spc="-150" dirty="0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sz="1400" spc="-150" dirty="0" err="1">
                <a:solidFill>
                  <a:srgbClr val="666666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내용</a:t>
            </a:r>
            <a:endParaRPr lang="en-US" sz="1400" spc="-150" dirty="0">
              <a:solidFill>
                <a:srgbClr val="666666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535768E-93FB-45CC-AAB5-B987FD36EA0C}"/>
              </a:ext>
            </a:extLst>
          </p:cNvPr>
          <p:cNvGrpSpPr/>
          <p:nvPr/>
        </p:nvGrpSpPr>
        <p:grpSpPr>
          <a:xfrm rot="16200000">
            <a:off x="8477868" y="2864511"/>
            <a:ext cx="235646" cy="359355"/>
            <a:chOff x="8730836" y="5238783"/>
            <a:chExt cx="235646" cy="359355"/>
          </a:xfrm>
        </p:grpSpPr>
        <p:sp>
          <p:nvSpPr>
            <p:cNvPr id="59" name="1/2 액자 58">
              <a:extLst>
                <a:ext uri="{FF2B5EF4-FFF2-40B4-BE49-F238E27FC236}">
                  <a16:creationId xmlns:a16="http://schemas.microsoft.com/office/drawing/2014/main" id="{23BF1AF4-3D6C-46BB-A9A6-BBFE3C72E1B2}"/>
                </a:ext>
              </a:extLst>
            </p:cNvPr>
            <p:cNvSpPr/>
            <p:nvPr/>
          </p:nvSpPr>
          <p:spPr>
            <a:xfrm rot="13500000">
              <a:off x="8730835" y="5362492"/>
              <a:ext cx="235647" cy="235646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60" name="1/2 액자 59">
              <a:extLst>
                <a:ext uri="{FF2B5EF4-FFF2-40B4-BE49-F238E27FC236}">
                  <a16:creationId xmlns:a16="http://schemas.microsoft.com/office/drawing/2014/main" id="{501931ED-1D41-4047-A822-034C0F702B9F}"/>
                </a:ext>
              </a:extLst>
            </p:cNvPr>
            <p:cNvSpPr/>
            <p:nvPr/>
          </p:nvSpPr>
          <p:spPr>
            <a:xfrm rot="13500000">
              <a:off x="8730835" y="5238784"/>
              <a:ext cx="235647" cy="235646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FB1ADCA-61B6-430F-9797-BE772E164994}"/>
              </a:ext>
            </a:extLst>
          </p:cNvPr>
          <p:cNvSpPr/>
          <p:nvPr/>
        </p:nvSpPr>
        <p:spPr>
          <a:xfrm>
            <a:off x="397844" y="5126817"/>
            <a:ext cx="11397080" cy="155914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898EE11-CB73-4271-81CB-7B21AF2BD720}"/>
              </a:ext>
            </a:extLst>
          </p:cNvPr>
          <p:cNvSpPr txBox="1"/>
          <p:nvPr/>
        </p:nvSpPr>
        <p:spPr>
          <a:xfrm>
            <a:off x="998544" y="5611770"/>
            <a:ext cx="10716559" cy="2518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</a:t>
            </a:r>
            <a:r>
              <a:rPr kumimoji="1" lang="en-US" altLang="ko-KR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내23</a:t>
            </a:r>
            <a:r>
              <a:rPr kumimoji="1" lang="ko-KR" altLang="en-US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력내용</a:t>
            </a:r>
            <a:r>
              <a:rPr kumimoji="1" lang="en-US" altLang="ko-KR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</a:t>
            </a:r>
            <a:endParaRPr kumimoji="1" lang="en-US" altLang="ko-KR" sz="1600" b="1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89C107F-374B-49D9-BF12-C6607F00961D}"/>
              </a:ext>
            </a:extLst>
          </p:cNvPr>
          <p:cNvSpPr txBox="1"/>
          <p:nvPr/>
        </p:nvSpPr>
        <p:spPr>
          <a:xfrm>
            <a:off x="860762" y="5265184"/>
            <a:ext cx="10716558" cy="2713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ko-KR" altLang="en-US" sz="16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en-US" altLang="ko-KR" sz="16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ko-KR" altLang="en-US" sz="16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력 내용 입력 내 용입력 내 용 입 </a:t>
            </a:r>
            <a:r>
              <a:rPr kumimoji="1" lang="en-US" altLang="ko-KR" sz="16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6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 입 력내 용 입력 내용</a:t>
            </a:r>
            <a:r>
              <a:rPr kumimoji="1" lang="en-US" altLang="ko-KR" sz="16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endParaRPr kumimoji="1" lang="ko-KR" altLang="en-US" sz="16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65" name="그래픽 78">
            <a:extLst>
              <a:ext uri="{FF2B5EF4-FFF2-40B4-BE49-F238E27FC236}">
                <a16:creationId xmlns:a16="http://schemas.microsoft.com/office/drawing/2014/main" id="{8D5F5302-63F8-44CB-AA2D-D0019B1E32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8869" y="5305665"/>
            <a:ext cx="174314" cy="174314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68BCB2DB-12C9-48C9-BAC5-04664DF66AC4}"/>
              </a:ext>
            </a:extLst>
          </p:cNvPr>
          <p:cNvSpPr txBox="1"/>
          <p:nvPr/>
        </p:nvSpPr>
        <p:spPr>
          <a:xfrm>
            <a:off x="860762" y="5999299"/>
            <a:ext cx="10884197" cy="2713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ko-KR" altLang="en-US" sz="16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 입력내 용 입력 내용입 력 내용 입 력내 용입력 내 용입  력 내용 입 력내용 입력 내용</a:t>
            </a:r>
          </a:p>
        </p:txBody>
      </p:sp>
      <p:pic>
        <p:nvPicPr>
          <p:cNvPr id="68" name="그래픽 81">
            <a:extLst>
              <a:ext uri="{FF2B5EF4-FFF2-40B4-BE49-F238E27FC236}">
                <a16:creationId xmlns:a16="http://schemas.microsoft.com/office/drawing/2014/main" id="{6AFCF4FD-BDFB-4CA6-B53C-747B0F32FD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8869" y="6061069"/>
            <a:ext cx="174314" cy="174314"/>
          </a:xfrm>
          <a:prstGeom prst="rect">
            <a:avLst/>
          </a:prstGeom>
        </p:spPr>
      </p:pic>
      <p:cxnSp>
        <p:nvCxnSpPr>
          <p:cNvPr id="71" name="직선 연결선[R] 5">
            <a:extLst>
              <a:ext uri="{FF2B5EF4-FFF2-40B4-BE49-F238E27FC236}">
                <a16:creationId xmlns:a16="http://schemas.microsoft.com/office/drawing/2014/main" id="{D3C01057-7FF2-468D-B605-CDE588A53076}"/>
              </a:ext>
            </a:extLst>
          </p:cNvPr>
          <p:cNvCxnSpPr>
            <a:cxnSpLocks/>
          </p:cNvCxnSpPr>
          <p:nvPr/>
        </p:nvCxnSpPr>
        <p:spPr>
          <a:xfrm>
            <a:off x="397073" y="5120826"/>
            <a:ext cx="0" cy="1576812"/>
          </a:xfrm>
          <a:prstGeom prst="line">
            <a:avLst/>
          </a:prstGeom>
          <a:noFill/>
          <a:ln w="38100" cap="flat" cmpd="sng" algn="ctr">
            <a:solidFill>
              <a:srgbClr val="274893"/>
            </a:solidFill>
            <a:prstDash val="solid"/>
            <a:miter lim="800000"/>
          </a:ln>
          <a:effectLst/>
        </p:spPr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3F4F939-09BA-4BB6-8176-770C2CF60629}"/>
              </a:ext>
            </a:extLst>
          </p:cNvPr>
          <p:cNvSpPr txBox="1"/>
          <p:nvPr/>
        </p:nvSpPr>
        <p:spPr>
          <a:xfrm>
            <a:off x="933618" y="4643156"/>
            <a:ext cx="5097040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kumimoji="1" lang="ko-KR" altLang="en-US" sz="20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endParaRPr kumimoji="1" lang="ko-KR" altLang="en-US" sz="2000" spc="-40" dirty="0">
              <a:solidFill>
                <a:srgbClr val="129AE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11BE880C-476A-4D81-935D-9A5F39B191A0}"/>
              </a:ext>
            </a:extLst>
          </p:cNvPr>
          <p:cNvGrpSpPr/>
          <p:nvPr/>
        </p:nvGrpSpPr>
        <p:grpSpPr>
          <a:xfrm>
            <a:off x="400515" y="4631372"/>
            <a:ext cx="339746" cy="339746"/>
            <a:chOff x="284489" y="903299"/>
            <a:chExt cx="426088" cy="426088"/>
          </a:xfrm>
        </p:grpSpPr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635090B6-CA98-4FCE-A6B9-5BFDF2C59CFE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38000">
                  <a:srgbClr val="39BCBD">
                    <a:lumMod val="20000"/>
                    <a:lumOff val="80000"/>
                  </a:srgbClr>
                </a:gs>
                <a:gs pos="61000">
                  <a:srgbClr val="37B7D6"/>
                </a:gs>
                <a:gs pos="100000">
                  <a:srgbClr val="00549A"/>
                </a:gs>
                <a:gs pos="86000">
                  <a:srgbClr val="0F8DDB"/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75" name="그래픽 65">
              <a:extLst>
                <a:ext uri="{FF2B5EF4-FFF2-40B4-BE49-F238E27FC236}">
                  <a16:creationId xmlns:a16="http://schemas.microsoft.com/office/drawing/2014/main" id="{7C62A5B2-1724-46EA-B416-40B7416416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34D6F032-3368-43FF-9FEA-316EE67BEC33}"/>
              </a:ext>
            </a:extLst>
          </p:cNvPr>
          <p:cNvSpPr txBox="1"/>
          <p:nvPr/>
        </p:nvSpPr>
        <p:spPr>
          <a:xfrm>
            <a:off x="818056" y="1025892"/>
            <a:ext cx="5097040" cy="316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2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  력내용</a:t>
            </a:r>
            <a:endParaRPr kumimoji="1" lang="ko-KR" altLang="en-US" sz="2000" spc="-40" dirty="0">
              <a:solidFill>
                <a:srgbClr val="129AE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34FE1543-1471-442B-91D9-1CCC72C906A4}"/>
              </a:ext>
            </a:extLst>
          </p:cNvPr>
          <p:cNvGrpSpPr/>
          <p:nvPr/>
        </p:nvGrpSpPr>
        <p:grpSpPr>
          <a:xfrm>
            <a:off x="284953" y="1014108"/>
            <a:ext cx="339746" cy="339746"/>
            <a:chOff x="284489" y="903299"/>
            <a:chExt cx="426088" cy="426088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48E8F4BD-BBC0-4A33-9053-E545B9E272C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38000">
                  <a:srgbClr val="39BCBD">
                    <a:lumMod val="20000"/>
                    <a:lumOff val="80000"/>
                  </a:srgbClr>
                </a:gs>
                <a:gs pos="61000">
                  <a:srgbClr val="37B7D6"/>
                </a:gs>
                <a:gs pos="100000">
                  <a:srgbClr val="00549A"/>
                </a:gs>
                <a:gs pos="86000">
                  <a:srgbClr val="0F8DDB"/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82" name="그래픽 65">
              <a:extLst>
                <a:ext uri="{FF2B5EF4-FFF2-40B4-BE49-F238E27FC236}">
                  <a16:creationId xmlns:a16="http://schemas.microsoft.com/office/drawing/2014/main" id="{F0650A13-205F-42AC-8636-321657FE25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C3B92BBC-D49C-470C-850E-85B2B13AD09F}"/>
              </a:ext>
            </a:extLst>
          </p:cNvPr>
          <p:cNvSpPr txBox="1"/>
          <p:nvPr/>
        </p:nvSpPr>
        <p:spPr>
          <a:xfrm>
            <a:off x="6767407" y="6019619"/>
            <a:ext cx="3089544" cy="2374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endParaRPr kumimoji="1" lang="ko-KR" altLang="en-US" sz="14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7DABC613-FE46-4C95-8F0E-3A70B1E9EBF8}"/>
              </a:ext>
            </a:extLst>
          </p:cNvPr>
          <p:cNvGrpSpPr/>
          <p:nvPr/>
        </p:nvGrpSpPr>
        <p:grpSpPr>
          <a:xfrm rot="16200000">
            <a:off x="684606" y="5648548"/>
            <a:ext cx="112107" cy="170961"/>
            <a:chOff x="8730836" y="5238783"/>
            <a:chExt cx="235646" cy="359355"/>
          </a:xfrm>
        </p:grpSpPr>
        <p:sp>
          <p:nvSpPr>
            <p:cNvPr id="95" name="1/2 액자 94">
              <a:extLst>
                <a:ext uri="{FF2B5EF4-FFF2-40B4-BE49-F238E27FC236}">
                  <a16:creationId xmlns:a16="http://schemas.microsoft.com/office/drawing/2014/main" id="{8336209A-740B-408E-AB92-19E88A45098E}"/>
                </a:ext>
              </a:extLst>
            </p:cNvPr>
            <p:cNvSpPr/>
            <p:nvPr/>
          </p:nvSpPr>
          <p:spPr>
            <a:xfrm rot="13500000">
              <a:off x="8730835" y="5362492"/>
              <a:ext cx="235647" cy="235646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96" name="1/2 액자 95">
              <a:extLst>
                <a:ext uri="{FF2B5EF4-FFF2-40B4-BE49-F238E27FC236}">
                  <a16:creationId xmlns:a16="http://schemas.microsoft.com/office/drawing/2014/main" id="{5B719C86-80FB-4605-9201-B1750249D9E6}"/>
                </a:ext>
              </a:extLst>
            </p:cNvPr>
            <p:cNvSpPr/>
            <p:nvPr/>
          </p:nvSpPr>
          <p:spPr>
            <a:xfrm rot="13500000">
              <a:off x="8730835" y="5238784"/>
              <a:ext cx="235647" cy="235646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E2BF1FCF-AEA1-464C-9786-5B59319BE39D}"/>
              </a:ext>
            </a:extLst>
          </p:cNvPr>
          <p:cNvSpPr txBox="1"/>
          <p:nvPr/>
        </p:nvSpPr>
        <p:spPr>
          <a:xfrm>
            <a:off x="978224" y="6353205"/>
            <a:ext cx="10716559" cy="5237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 내 용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 내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87.9용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내</a:t>
            </a:r>
            <a:r>
              <a:rPr kumimoji="1" lang="en-US" altLang="ko-KR" sz="16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71.7내용</a:t>
            </a:r>
            <a:r>
              <a:rPr kumimoji="1" lang="en-US" altLang="ko-KR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600" b="1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 용 입력 내</a:t>
            </a:r>
          </a:p>
          <a:p>
            <a:pPr>
              <a:lnSpc>
                <a:spcPct val="110000"/>
              </a:lnSpc>
            </a:pPr>
            <a:endParaRPr kumimoji="1" lang="en-US" altLang="ko-KR" sz="1600" b="1" spc="-40" dirty="0">
              <a:solidFill>
                <a:prstClr val="black">
                  <a:lumMod val="85000"/>
                  <a:lumOff val="1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35E04AAE-F78E-40A6-B6C0-76D3E229F66E}"/>
              </a:ext>
            </a:extLst>
          </p:cNvPr>
          <p:cNvGrpSpPr/>
          <p:nvPr/>
        </p:nvGrpSpPr>
        <p:grpSpPr>
          <a:xfrm rot="16200000">
            <a:off x="664286" y="6389983"/>
            <a:ext cx="112107" cy="170961"/>
            <a:chOff x="8730836" y="5238783"/>
            <a:chExt cx="235646" cy="359355"/>
          </a:xfrm>
        </p:grpSpPr>
        <p:sp>
          <p:nvSpPr>
            <p:cNvPr id="104" name="1/2 액자 103">
              <a:extLst>
                <a:ext uri="{FF2B5EF4-FFF2-40B4-BE49-F238E27FC236}">
                  <a16:creationId xmlns:a16="http://schemas.microsoft.com/office/drawing/2014/main" id="{53AA423C-72B3-4626-826F-4CE9C348BF8B}"/>
                </a:ext>
              </a:extLst>
            </p:cNvPr>
            <p:cNvSpPr/>
            <p:nvPr/>
          </p:nvSpPr>
          <p:spPr>
            <a:xfrm rot="13500000">
              <a:off x="8730835" y="5362492"/>
              <a:ext cx="235647" cy="235646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105" name="1/2 액자 104">
              <a:extLst>
                <a:ext uri="{FF2B5EF4-FFF2-40B4-BE49-F238E27FC236}">
                  <a16:creationId xmlns:a16="http://schemas.microsoft.com/office/drawing/2014/main" id="{30BCD0EA-A0B3-4BA7-94FE-B0F8AC198451}"/>
                </a:ext>
              </a:extLst>
            </p:cNvPr>
            <p:cNvSpPr/>
            <p:nvPr/>
          </p:nvSpPr>
          <p:spPr>
            <a:xfrm rot="13500000">
              <a:off x="8730835" y="5238784"/>
              <a:ext cx="235647" cy="235646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8208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그룹 55">
            <a:extLst>
              <a:ext uri="{FF2B5EF4-FFF2-40B4-BE49-F238E27FC236}">
                <a16:creationId xmlns:a16="http://schemas.microsoft.com/office/drawing/2014/main" id="{63680618-F9E0-F99C-E60F-62CBF1EDD80E}"/>
              </a:ext>
            </a:extLst>
          </p:cNvPr>
          <p:cNvGrpSpPr/>
          <p:nvPr/>
        </p:nvGrpSpPr>
        <p:grpSpPr>
          <a:xfrm>
            <a:off x="0" y="2463139"/>
            <a:ext cx="12192001" cy="4391810"/>
            <a:chOff x="0" y="2455088"/>
            <a:chExt cx="12192001" cy="4391810"/>
          </a:xfrm>
          <a:solidFill>
            <a:srgbClr val="F6F9FC"/>
          </a:solidFill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DA3D06E-B635-6DE6-97EC-E06B3801F420}"/>
                </a:ext>
              </a:extLst>
            </p:cNvPr>
            <p:cNvSpPr/>
            <p:nvPr/>
          </p:nvSpPr>
          <p:spPr>
            <a:xfrm>
              <a:off x="11048687" y="2455088"/>
              <a:ext cx="1143314" cy="1643266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F9A2606-70F3-3300-6022-6E9ED063A719}"/>
                </a:ext>
              </a:extLst>
            </p:cNvPr>
            <p:cNvSpPr/>
            <p:nvPr/>
          </p:nvSpPr>
          <p:spPr>
            <a:xfrm>
              <a:off x="6049929" y="2855847"/>
              <a:ext cx="5108860" cy="124250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4F08DDF-2EDC-8A28-26CD-63B4D2D7A2D2}"/>
                </a:ext>
              </a:extLst>
            </p:cNvPr>
            <p:cNvSpPr/>
            <p:nvPr/>
          </p:nvSpPr>
          <p:spPr>
            <a:xfrm>
              <a:off x="0" y="4042143"/>
              <a:ext cx="12192000" cy="2804755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A95F2BE4-4636-F2DF-DF95-71983AF6177D}"/>
              </a:ext>
            </a:extLst>
          </p:cNvPr>
          <p:cNvGrpSpPr/>
          <p:nvPr/>
        </p:nvGrpSpPr>
        <p:grpSpPr>
          <a:xfrm>
            <a:off x="2" y="1888223"/>
            <a:ext cx="11846320" cy="2934847"/>
            <a:chOff x="2" y="1686266"/>
            <a:chExt cx="11846320" cy="2934847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CD08374-EF90-44DA-2BFD-E621501FC450}"/>
                </a:ext>
              </a:extLst>
            </p:cNvPr>
            <p:cNvSpPr/>
            <p:nvPr/>
          </p:nvSpPr>
          <p:spPr>
            <a:xfrm>
              <a:off x="2" y="3792110"/>
              <a:ext cx="3390254" cy="829003"/>
            </a:xfrm>
            <a:prstGeom prst="rect">
              <a:avLst/>
            </a:prstGeom>
            <a:solidFill>
              <a:srgbClr val="39BC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4EC67437-1F68-F175-A8EB-5F1435A8A8A9}"/>
                </a:ext>
              </a:extLst>
            </p:cNvPr>
            <p:cNvGrpSpPr/>
            <p:nvPr/>
          </p:nvGrpSpPr>
          <p:grpSpPr>
            <a:xfrm>
              <a:off x="2946335" y="3139127"/>
              <a:ext cx="3115616" cy="1479099"/>
              <a:chOff x="3454267" y="4168419"/>
              <a:chExt cx="2488704" cy="1627009"/>
            </a:xfrm>
          </p:grpSpPr>
          <p:sp>
            <p:nvSpPr>
              <p:cNvPr id="17" name="평행 사변형 16">
                <a:extLst>
                  <a:ext uri="{FF2B5EF4-FFF2-40B4-BE49-F238E27FC236}">
                    <a16:creationId xmlns:a16="http://schemas.microsoft.com/office/drawing/2014/main" id="{8F51DAB5-09FF-09B6-0FFF-34497631C90F}"/>
                  </a:ext>
                </a:extLst>
              </p:cNvPr>
              <p:cNvSpPr/>
              <p:nvPr/>
            </p:nvSpPr>
            <p:spPr>
              <a:xfrm rot="16200000">
                <a:off x="2817502" y="4805184"/>
                <a:ext cx="1627009" cy="353479"/>
              </a:xfrm>
              <a:prstGeom prst="parallelogram">
                <a:avLst>
                  <a:gd name="adj" fmla="val 147884"/>
                </a:avLst>
              </a:prstGeom>
              <a:solidFill>
                <a:srgbClr val="39BCBD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+mn-cs"/>
                </a:endParaRPr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4A6186E8-1350-43FE-8543-95CC62CBEB1C}"/>
                  </a:ext>
                </a:extLst>
              </p:cNvPr>
              <p:cNvSpPr/>
              <p:nvPr/>
            </p:nvSpPr>
            <p:spPr>
              <a:xfrm>
                <a:off x="3454267" y="4168419"/>
                <a:ext cx="2488704" cy="911903"/>
              </a:xfrm>
              <a:prstGeom prst="rect">
                <a:avLst/>
              </a:prstGeom>
              <a:solidFill>
                <a:srgbClr val="39BCBD">
                  <a:lumMod val="7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+mn-cs"/>
                </a:endParaRPr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48FEB2D0-F047-301C-4F14-BE1AEF37CE64}"/>
                </a:ext>
              </a:extLst>
            </p:cNvPr>
            <p:cNvGrpSpPr/>
            <p:nvPr/>
          </p:nvGrpSpPr>
          <p:grpSpPr>
            <a:xfrm>
              <a:off x="5631675" y="2486145"/>
              <a:ext cx="3241694" cy="1479099"/>
              <a:chOff x="5555158" y="3095591"/>
              <a:chExt cx="2589414" cy="1627009"/>
            </a:xfrm>
          </p:grpSpPr>
          <p:sp>
            <p:nvSpPr>
              <p:cNvPr id="15" name="평행 사변형 14">
                <a:extLst>
                  <a:ext uri="{FF2B5EF4-FFF2-40B4-BE49-F238E27FC236}">
                    <a16:creationId xmlns:a16="http://schemas.microsoft.com/office/drawing/2014/main" id="{D5865428-4EB5-2C46-16B4-8F4C9FF6DA13}"/>
                  </a:ext>
                </a:extLst>
              </p:cNvPr>
              <p:cNvSpPr/>
              <p:nvPr/>
            </p:nvSpPr>
            <p:spPr>
              <a:xfrm rot="16200000">
                <a:off x="4918397" y="3732356"/>
                <a:ext cx="1627009" cy="353480"/>
              </a:xfrm>
              <a:prstGeom prst="parallelogram">
                <a:avLst>
                  <a:gd name="adj" fmla="val 147894"/>
                </a:avLst>
              </a:prstGeom>
              <a:solidFill>
                <a:srgbClr val="31A5E2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+mn-cs"/>
                </a:endParaRPr>
              </a:p>
            </p:txBody>
          </p:sp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1EFA1BD0-9B51-2499-F8D8-46EFCFF68115}"/>
                  </a:ext>
                </a:extLst>
              </p:cNvPr>
              <p:cNvSpPr/>
              <p:nvPr/>
            </p:nvSpPr>
            <p:spPr>
              <a:xfrm>
                <a:off x="5555158" y="3095591"/>
                <a:ext cx="2589414" cy="911903"/>
              </a:xfrm>
              <a:prstGeom prst="rect">
                <a:avLst/>
              </a:prstGeom>
              <a:solidFill>
                <a:srgbClr val="31A5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+mn-cs"/>
                </a:endParaRPr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924DD7BE-5905-A336-770A-918B6D728541}"/>
                </a:ext>
              </a:extLst>
            </p:cNvPr>
            <p:cNvGrpSpPr/>
            <p:nvPr/>
          </p:nvGrpSpPr>
          <p:grpSpPr>
            <a:xfrm>
              <a:off x="8430846" y="1833162"/>
              <a:ext cx="2816871" cy="1479099"/>
              <a:chOff x="5736158" y="3095591"/>
              <a:chExt cx="2250073" cy="1627009"/>
            </a:xfrm>
          </p:grpSpPr>
          <p:sp>
            <p:nvSpPr>
              <p:cNvPr id="13" name="평행 사변형 12">
                <a:extLst>
                  <a:ext uri="{FF2B5EF4-FFF2-40B4-BE49-F238E27FC236}">
                    <a16:creationId xmlns:a16="http://schemas.microsoft.com/office/drawing/2014/main" id="{E11C66E8-847A-7397-93E9-93A43019F010}"/>
                  </a:ext>
                </a:extLst>
              </p:cNvPr>
              <p:cNvSpPr/>
              <p:nvPr/>
            </p:nvSpPr>
            <p:spPr>
              <a:xfrm rot="16200000">
                <a:off x="5099394" y="3732356"/>
                <a:ext cx="1627009" cy="353480"/>
              </a:xfrm>
              <a:prstGeom prst="parallelogram">
                <a:avLst>
                  <a:gd name="adj" fmla="val 148075"/>
                </a:avLst>
              </a:prstGeom>
              <a:solidFill>
                <a:srgbClr val="31A5E2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+mn-cs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D3F21152-FF1A-1185-A612-AADCD5DF3DC2}"/>
                  </a:ext>
                </a:extLst>
              </p:cNvPr>
              <p:cNvSpPr/>
              <p:nvPr/>
            </p:nvSpPr>
            <p:spPr>
              <a:xfrm>
                <a:off x="5736158" y="3095591"/>
                <a:ext cx="2250073" cy="911903"/>
              </a:xfrm>
              <a:prstGeom prst="rect">
                <a:avLst/>
              </a:prstGeom>
              <a:solidFill>
                <a:srgbClr val="31A5E2">
                  <a:lumMod val="7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+mn-cs"/>
                </a:endParaRPr>
              </a:p>
            </p:txBody>
          </p:sp>
        </p:grpSp>
        <p:sp>
          <p:nvSpPr>
            <p:cNvPr id="12" name="이등변 삼각형 11">
              <a:extLst>
                <a:ext uri="{FF2B5EF4-FFF2-40B4-BE49-F238E27FC236}">
                  <a16:creationId xmlns:a16="http://schemas.microsoft.com/office/drawing/2014/main" id="{C2D92AF8-92C8-2362-FE76-2D57B6B20D5F}"/>
                </a:ext>
              </a:extLst>
            </p:cNvPr>
            <p:cNvSpPr/>
            <p:nvPr/>
          </p:nvSpPr>
          <p:spPr>
            <a:xfrm rot="5400000">
              <a:off x="10937660" y="1900400"/>
              <a:ext cx="1122795" cy="694528"/>
            </a:xfrm>
            <a:prstGeom prst="triangle">
              <a:avLst/>
            </a:prstGeom>
            <a:solidFill>
              <a:srgbClr val="31A5E2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AEB39D3-BD9F-80C2-6F58-158139CEB5F7}"/>
              </a:ext>
            </a:extLst>
          </p:cNvPr>
          <p:cNvSpPr txBox="1"/>
          <p:nvPr/>
        </p:nvSpPr>
        <p:spPr>
          <a:xfrm>
            <a:off x="517269" y="5153015"/>
            <a:ext cx="243145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154800" marR="0" lvl="0" indent="-15480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1300" b="0" i="0" u="none" strike="noStrike" cap="none" spc="0" normalizeH="0" baseline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</a:t>
            </a:r>
            <a:r>
              <a:rPr kumimoji="0" lang="en-US" altLang="ko-KR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용입력내용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</a:t>
            </a:r>
            <a:r>
              <a:rPr kumimoji="0" lang="en-US" altLang="ko-KR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입력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 력내 용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력내 용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용입력 내용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531내용입 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용입 력내용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내용입력내 용입력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E51867-D0E7-94BF-46E4-017B21B10178}"/>
              </a:ext>
            </a:extLst>
          </p:cNvPr>
          <p:cNvSpPr txBox="1"/>
          <p:nvPr/>
        </p:nvSpPr>
        <p:spPr>
          <a:xfrm>
            <a:off x="3439609" y="4615236"/>
            <a:ext cx="255895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154800" marR="0" lvl="0" indent="-15480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1300" b="0" i="0" u="none" strike="noStrike" cap="none" spc="0" normalizeH="0" baseline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 </a:t>
            </a:r>
            <a:r>
              <a:rPr kumimoji="0" lang="ko-KR" altLang="en-US" sz="1200" b="0" i="0" u="none" strike="noStrike" kern="0" cap="none" spc="-40" normalizeH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내용입력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 내 용입력내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</a:t>
            </a:r>
            <a:r>
              <a:rPr kumimoji="0" lang="en-US" altLang="ko-KR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kumimoji="0" lang="en-US" altLang="ko-KR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입력내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 내 용입력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력내 용 입력 내용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력내용입 력 내</a:t>
            </a:r>
          </a:p>
          <a:p>
            <a:pPr marL="108000" marR="0" lvl="0" indent="-10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력내용 입력 내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D65575-F1E8-2514-D066-C1EFA52F2BD0}"/>
              </a:ext>
            </a:extLst>
          </p:cNvPr>
          <p:cNvSpPr txBox="1"/>
          <p:nvPr/>
        </p:nvSpPr>
        <p:spPr>
          <a:xfrm>
            <a:off x="6151545" y="3970779"/>
            <a:ext cx="2399748" cy="6882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154800" marR="0" lvl="0" indent="-15480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1300" b="0" i="0" u="none" strike="noStrike" cap="none" spc="0" normalizeH="0" baseline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pPr marL="108000" marR="0" lvl="0" indent="-1080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 입 </a:t>
            </a:r>
            <a:r>
              <a:rPr kumimoji="0" lang="en-US" altLang="ko-KR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용입</a:t>
            </a:r>
          </a:p>
          <a:p>
            <a:pPr marL="108000" marR="0" lvl="0" indent="-1080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 </a:t>
            </a:r>
            <a:r>
              <a:rPr kumimoji="0" lang="en-US" altLang="ko-KR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5내7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</a:p>
          <a:p>
            <a:pPr marL="108000" marR="0" lvl="0" indent="-1080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내용입 력 </a:t>
            </a:r>
            <a:r>
              <a:rPr kumimoji="0" lang="ko-KR" altLang="en-US" sz="1200" b="0" i="0" u="none" strike="noStrike" kern="0" cap="none" spc="-40" normalizeH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endParaRPr kumimoji="0" lang="en-US" altLang="ko-KR" sz="1200" b="0" i="0" u="none" strike="noStrike" kern="0" cap="none" spc="-40" normalizeH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9E89DB-9BE1-A994-0165-83F9A8D8AA4F}"/>
              </a:ext>
            </a:extLst>
          </p:cNvPr>
          <p:cNvSpPr txBox="1"/>
          <p:nvPr/>
        </p:nvSpPr>
        <p:spPr>
          <a:xfrm>
            <a:off x="6151545" y="5127681"/>
            <a:ext cx="2558950" cy="8913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154800" marR="0" lvl="0" indent="-15480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1300" b="0" i="0" u="none" strike="noStrike" cap="none" spc="0" normalizeH="0" baseline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pPr marL="108000" marR="0" lvl="0" indent="-1080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 내</a:t>
            </a:r>
          </a:p>
          <a:p>
            <a:pPr marL="108000" marR="0" lvl="0" indent="-1080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</a:t>
            </a:r>
            <a:r>
              <a:rPr kumimoji="0" lang="ko-KR" altLang="en-US" sz="1200" b="0" i="0" u="none" strike="noStrike" kern="0" cap="none" spc="-40" normalizeH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내용입 력 </a:t>
            </a:r>
          </a:p>
          <a:p>
            <a:pPr marL="108000" marR="0" lvl="0" indent="-1080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</a:t>
            </a:r>
            <a:r>
              <a:rPr kumimoji="0" lang="ko-KR" altLang="en-US" sz="1200" b="0" i="0" u="none" strike="noStrike" kern="0" cap="none" spc="-40" normalizeH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내용입력 내용</a:t>
            </a:r>
          </a:p>
          <a:p>
            <a:pPr marL="108000" marR="0" lvl="0" indent="-10800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입력 내 용 입력 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345923-2393-BBD8-10AB-024E1ABA4BFB}"/>
              </a:ext>
            </a:extLst>
          </p:cNvPr>
          <p:cNvSpPr txBox="1"/>
          <p:nvPr/>
        </p:nvSpPr>
        <p:spPr>
          <a:xfrm>
            <a:off x="9010392" y="3369466"/>
            <a:ext cx="2651245" cy="1500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용입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</a:t>
            </a: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</a:t>
            </a: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내용입력내 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</a:t>
            </a: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력내용</a:t>
            </a: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력내</a:t>
            </a: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력내용 입 </a:t>
            </a:r>
            <a:r>
              <a:rPr lang="en-US" altLang="ko-KR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내용입력내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입력내 용 입력내용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력내 </a:t>
            </a:r>
            <a:r>
              <a:rPr lang="ko-KR" altLang="en-US" sz="1200" spc="-4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lang="ko-KR" altLang="en-US" sz="12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내용입</a:t>
            </a:r>
            <a:endParaRPr lang="en-US" altLang="ko-KR" sz="1200" spc="-4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709BCC4-087C-F0BA-7734-F36722DE794E}"/>
              </a:ext>
            </a:extLst>
          </p:cNvPr>
          <p:cNvGrpSpPr/>
          <p:nvPr/>
        </p:nvGrpSpPr>
        <p:grpSpPr>
          <a:xfrm>
            <a:off x="463732" y="4072464"/>
            <a:ext cx="2765889" cy="649898"/>
            <a:chOff x="1325449" y="2827827"/>
            <a:chExt cx="2579795" cy="585435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959C40B-31EA-52E1-0CFE-9CF780E86C3B}"/>
                </a:ext>
              </a:extLst>
            </p:cNvPr>
            <p:cNvSpPr txBox="1"/>
            <p:nvPr/>
          </p:nvSpPr>
          <p:spPr>
            <a:xfrm>
              <a:off x="1325449" y="2827827"/>
              <a:ext cx="889913" cy="332698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lang="ko-KR" altLang="en-US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내용입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DF48507-FB47-CFDD-8842-690AE2CBB44A}"/>
                </a:ext>
              </a:extLst>
            </p:cNvPr>
            <p:cNvSpPr txBox="1"/>
            <p:nvPr/>
          </p:nvSpPr>
          <p:spPr>
            <a:xfrm>
              <a:off x="1325449" y="3163738"/>
              <a:ext cx="2579795" cy="2495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spcBef>
                  <a:spcPts val="200"/>
                </a:spcBef>
                <a:defRPr sz="1300" spc="-5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r>
                <a:rPr lang="ko-KR" altLang="en-US" sz="1200" dirty="0"/>
                <a:t>내용입</a:t>
              </a:r>
              <a:r>
                <a:rPr lang="en-US" altLang="ko-KR" sz="1200" dirty="0"/>
                <a:t>내 </a:t>
              </a:r>
              <a:r>
                <a:rPr lang="ko-KR" altLang="en-US" sz="1200" dirty="0"/>
                <a:t>내용입 력내</a:t>
              </a:r>
              <a:r>
                <a:rPr lang="en-US" altLang="ko-KR" sz="1200" dirty="0"/>
                <a:t>내 </a:t>
              </a:r>
              <a:r>
                <a:rPr lang="ko-KR" altLang="en-US" sz="1200" dirty="0"/>
                <a:t>내용입 력내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757B9C2-E80C-04F8-4B87-3BBDA8596F57}"/>
              </a:ext>
            </a:extLst>
          </p:cNvPr>
          <p:cNvGrpSpPr/>
          <p:nvPr/>
        </p:nvGrpSpPr>
        <p:grpSpPr>
          <a:xfrm>
            <a:off x="3132837" y="3428233"/>
            <a:ext cx="2828164" cy="665286"/>
            <a:chOff x="1226560" y="2827828"/>
            <a:chExt cx="2637880" cy="59929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362CD2F-29E8-C44A-BD64-7063902D14BD}"/>
                </a:ext>
              </a:extLst>
            </p:cNvPr>
            <p:cNvSpPr txBox="1"/>
            <p:nvPr/>
          </p:nvSpPr>
          <p:spPr>
            <a:xfrm>
              <a:off x="1226560" y="2827828"/>
              <a:ext cx="889913" cy="33269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>
                <a:defRPr sz="2000" spc="-5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r>
                <a:rPr lang="ko-KR" altLang="en-US" sz="1800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내용입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C098E6D-0026-20FF-3887-21BA505DEE82}"/>
                </a:ext>
              </a:extLst>
            </p:cNvPr>
            <p:cNvSpPr txBox="1"/>
            <p:nvPr/>
          </p:nvSpPr>
          <p:spPr>
            <a:xfrm>
              <a:off x="1226560" y="3163738"/>
              <a:ext cx="2637880" cy="263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spcBef>
                  <a:spcPts val="200"/>
                </a:spcBef>
                <a:defRPr sz="1200" spc="-5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r>
                <a:rPr lang="ko-KR" altLang="en-US" dirty="0"/>
                <a:t>내용</a:t>
              </a:r>
              <a:r>
                <a:rPr lang="en-US" altLang="ko-KR" dirty="0"/>
                <a:t>내 </a:t>
              </a:r>
              <a:r>
                <a:rPr lang="ko-KR" altLang="en-US" dirty="0"/>
                <a:t>내용</a:t>
              </a:r>
              <a:r>
                <a:rPr lang="en-US" altLang="ko-KR" dirty="0"/>
                <a:t>내 </a:t>
              </a:r>
              <a:r>
                <a:rPr lang="ko-KR" altLang="en-US" dirty="0"/>
                <a:t>내용</a:t>
              </a:r>
              <a:r>
                <a:rPr lang="en-US" altLang="ko-KR" dirty="0"/>
                <a:t>내 </a:t>
              </a:r>
              <a:r>
                <a:rPr lang="ko-KR" altLang="en-US" dirty="0"/>
                <a:t>내용</a:t>
              </a:r>
              <a:r>
                <a:rPr lang="en-US" altLang="ko-KR" dirty="0"/>
                <a:t>내 </a:t>
              </a:r>
              <a:r>
                <a:rPr lang="ko-KR" altLang="en-US" dirty="0"/>
                <a:t>내용 입 력내 용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D7DEFFF2-9354-DE51-5973-0D0C24333A35}"/>
              </a:ext>
            </a:extLst>
          </p:cNvPr>
          <p:cNvSpPr txBox="1"/>
          <p:nvPr/>
        </p:nvSpPr>
        <p:spPr>
          <a:xfrm>
            <a:off x="5847500" y="2703522"/>
            <a:ext cx="2226892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defRPr sz="200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r>
              <a:rPr lang="ko-KR" altLang="en-US" sz="18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내용입</a:t>
            </a:r>
            <a:r>
              <a:rPr lang="en-US" altLang="ko-KR" sz="18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</a:t>
            </a:r>
            <a:r>
              <a:rPr lang="ko-KR" altLang="en-US" sz="18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</a:t>
            </a:r>
            <a:r>
              <a:rPr lang="en-US" altLang="ko-KR" sz="18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</a:t>
            </a:r>
            <a:r>
              <a:rPr lang="ko-KR" altLang="en-US" sz="18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내용입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E6A70CF8-B3ED-0895-7600-995C1818305C}"/>
              </a:ext>
            </a:extLst>
          </p:cNvPr>
          <p:cNvGrpSpPr/>
          <p:nvPr/>
        </p:nvGrpSpPr>
        <p:grpSpPr>
          <a:xfrm>
            <a:off x="8697536" y="2102391"/>
            <a:ext cx="2704496" cy="665286"/>
            <a:chOff x="1224102" y="2827827"/>
            <a:chExt cx="2522533" cy="59929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67E927C-2667-30B1-A8E4-FE435F2A04B0}"/>
                </a:ext>
              </a:extLst>
            </p:cNvPr>
            <p:cNvSpPr txBox="1"/>
            <p:nvPr/>
          </p:nvSpPr>
          <p:spPr>
            <a:xfrm>
              <a:off x="1224102" y="2827827"/>
              <a:ext cx="710495" cy="33269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>
                <a:defRPr sz="2000" spc="-5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r>
                <a:rPr lang="ko-KR" altLang="en-US" sz="1800" dirty="0"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DC74EA6-32CB-A230-B883-225BD231D48F}"/>
                </a:ext>
              </a:extLst>
            </p:cNvPr>
            <p:cNvSpPr txBox="1"/>
            <p:nvPr/>
          </p:nvSpPr>
          <p:spPr>
            <a:xfrm>
              <a:off x="1224102" y="3163738"/>
              <a:ext cx="2522533" cy="263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spcBef>
                  <a:spcPts val="200"/>
                </a:spcBef>
                <a:defRPr sz="1200" spc="-5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r>
                <a:rPr lang="ko-KR" altLang="en-US" dirty="0"/>
                <a:t>내용 입 </a:t>
              </a:r>
              <a:r>
                <a:rPr lang="ko-KR" altLang="en-US" dirty="0" err="1"/>
                <a:t>내용입</a:t>
              </a:r>
              <a:r>
                <a:rPr lang="ko-KR" altLang="en-US" dirty="0"/>
                <a:t> 내용 입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C51EE0ED-F72C-0AEF-A8FE-7DFD53756AF3}"/>
              </a:ext>
            </a:extLst>
          </p:cNvPr>
          <p:cNvSpPr txBox="1"/>
          <p:nvPr/>
        </p:nvSpPr>
        <p:spPr>
          <a:xfrm>
            <a:off x="463732" y="3677938"/>
            <a:ext cx="88036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5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6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lang="en-US" altLang="ko-KR" sz="15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9BCB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lang="ko-KR" altLang="en-US" sz="15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9BCBD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3BB712-7C84-B839-4C78-A38A5B3F706E}"/>
              </a:ext>
            </a:extLst>
          </p:cNvPr>
          <p:cNvSpPr txBox="1"/>
          <p:nvPr/>
        </p:nvSpPr>
        <p:spPr>
          <a:xfrm>
            <a:off x="3132837" y="3019037"/>
            <a:ext cx="90762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5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6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lang="en-US" altLang="ko-KR" sz="15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9BCBD">
                    <a:lumMod val="75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lang="ko-KR" altLang="en-US" sz="15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9BCBD">
                  <a:lumMod val="75000"/>
                </a:srgb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4302572-3A2D-B757-44D4-E2FD4A663291}"/>
              </a:ext>
            </a:extLst>
          </p:cNvPr>
          <p:cNvSpPr txBox="1"/>
          <p:nvPr/>
        </p:nvSpPr>
        <p:spPr>
          <a:xfrm>
            <a:off x="5816786" y="2353492"/>
            <a:ext cx="91403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5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6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lang="en-US" altLang="ko-KR" sz="15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1A5E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endParaRPr lang="ko-KR" altLang="en-US" sz="15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1A5E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358F20-A28D-FB52-98E7-C9C7AC110AE8}"/>
              </a:ext>
            </a:extLst>
          </p:cNvPr>
          <p:cNvSpPr txBox="1"/>
          <p:nvPr/>
        </p:nvSpPr>
        <p:spPr>
          <a:xfrm>
            <a:off x="8623130" y="1700242"/>
            <a:ext cx="91723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5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6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lang="en-US" altLang="ko-KR" sz="1500" b="1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1A5E2">
                    <a:lumMod val="75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endParaRPr lang="ko-KR" altLang="en-US" sz="1500" b="1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1A5E2">
                  <a:lumMod val="75000"/>
                </a:srgb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7C85B1-A9D6-BD46-FD1C-FEB18E9FB15D}"/>
              </a:ext>
            </a:extLst>
          </p:cNvPr>
          <p:cNvSpPr txBox="1"/>
          <p:nvPr/>
        </p:nvSpPr>
        <p:spPr>
          <a:xfrm>
            <a:off x="484176" y="4853863"/>
            <a:ext cx="112338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algn="ctr">
              <a:defRPr sz="16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4"/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pPr algn="l" latinLnBrk="0">
              <a:defRPr/>
            </a:pPr>
            <a:r>
              <a:rPr kumimoji="1" lang="ko-KR" altLang="en-US" sz="14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471DC4-335C-4C1D-DC44-958F10926024}"/>
              </a:ext>
            </a:extLst>
          </p:cNvPr>
          <p:cNvSpPr txBox="1"/>
          <p:nvPr/>
        </p:nvSpPr>
        <p:spPr>
          <a:xfrm>
            <a:off x="3444516" y="4309939"/>
            <a:ext cx="119808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algn="ctr">
              <a:defRPr sz="16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4"/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</a:t>
            </a:r>
            <a:r>
              <a:rPr kumimoji="1" lang="en-US" altLang="ko-KR" sz="14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24660B-E820-D72C-3C4A-BBAD9CEDB8DE}"/>
              </a:ext>
            </a:extLst>
          </p:cNvPr>
          <p:cNvSpPr txBox="1"/>
          <p:nvPr/>
        </p:nvSpPr>
        <p:spPr>
          <a:xfrm>
            <a:off x="6139038" y="3682709"/>
            <a:ext cx="217174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algn="ctr">
              <a:defRPr sz="16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4"/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pPr algn="l" latinLnBrk="0">
              <a:defRPr/>
            </a:pPr>
            <a:r>
              <a:rPr kumimoji="1" lang="ko-KR" altLang="en-US" sz="14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 입력 내 용입력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F5727E0-3C47-0388-BDE6-CBE9A6356A57}"/>
              </a:ext>
            </a:extLst>
          </p:cNvPr>
          <p:cNvSpPr txBox="1"/>
          <p:nvPr/>
        </p:nvSpPr>
        <p:spPr>
          <a:xfrm>
            <a:off x="6139038" y="4833622"/>
            <a:ext cx="270554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algn="ctr">
              <a:defRPr sz="16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4"/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pPr algn="l" latinLnBrk="0">
              <a:defRPr/>
            </a:pPr>
            <a:r>
              <a:rPr kumimoji="1" lang="ko-KR" altLang="en-US" sz="14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</a:t>
            </a:r>
            <a:r>
              <a:rPr kumimoji="1" lang="en-US" altLang="ko-KR" sz="14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4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 용입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58789A4-9821-3185-BADB-D8746779A575}"/>
              </a:ext>
            </a:extLst>
          </p:cNvPr>
          <p:cNvSpPr txBox="1"/>
          <p:nvPr/>
        </p:nvSpPr>
        <p:spPr>
          <a:xfrm>
            <a:off x="8981248" y="3034088"/>
            <a:ext cx="131029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 algn="ctr">
              <a:defRPr sz="16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4"/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pPr algn="l" latinLnBrk="0">
              <a:defRPr/>
            </a:pPr>
            <a:r>
              <a:rPr kumimoji="1" lang="ko-KR" altLang="en-US" sz="14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6B698B-0230-9249-FB2D-85BC11E58CFD}"/>
              </a:ext>
            </a:extLst>
          </p:cNvPr>
          <p:cNvSpPr txBox="1"/>
          <p:nvPr/>
        </p:nvSpPr>
        <p:spPr>
          <a:xfrm>
            <a:off x="5847500" y="3016678"/>
            <a:ext cx="2848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spcBef>
                <a:spcPts val="200"/>
              </a:spcBef>
              <a:defRPr sz="120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>
              <a:spcBef>
                <a:spcPts val="0"/>
              </a:spcBef>
            </a:pPr>
            <a:r>
              <a:rPr lang="ko-KR" altLang="en-US" dirty="0"/>
              <a:t>내용 입 력내용</a:t>
            </a:r>
            <a:r>
              <a:rPr lang="en-US" altLang="ko-KR" dirty="0"/>
              <a:t>내 </a:t>
            </a:r>
            <a:r>
              <a:rPr lang="ko-KR" altLang="en-US" dirty="0"/>
              <a:t>내용</a:t>
            </a:r>
            <a:r>
              <a:rPr lang="en-US" altLang="ko-KR" dirty="0"/>
              <a:t>내 </a:t>
            </a:r>
            <a:r>
              <a:rPr lang="ko-KR" altLang="en-US" dirty="0"/>
              <a:t>내용 입</a:t>
            </a:r>
            <a:r>
              <a:rPr lang="en-US" altLang="ko-KR" dirty="0"/>
              <a:t>내</a:t>
            </a:r>
          </a:p>
          <a:p>
            <a:pPr>
              <a:spcBef>
                <a:spcPts val="0"/>
              </a:spcBef>
            </a:pPr>
            <a:r>
              <a:rPr lang="ko-KR" altLang="en-US" dirty="0"/>
              <a:t>내용입  력내용 입 력 내 용입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F814651-D21E-CE04-156E-C5698C02E488}"/>
              </a:ext>
            </a:extLst>
          </p:cNvPr>
          <p:cNvSpPr txBox="1"/>
          <p:nvPr/>
        </p:nvSpPr>
        <p:spPr>
          <a:xfrm>
            <a:off x="8955913" y="5226931"/>
            <a:ext cx="28951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 내 </a:t>
            </a:r>
            <a:r>
              <a:rPr lang="en-US" altLang="ko-KR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내용입력내 용입력내용 입력내용입 력내용입력</a:t>
            </a:r>
          </a:p>
          <a:p>
            <a:r>
              <a:rPr lang="en-US" altLang="ko-KR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    내 </a:t>
            </a:r>
            <a:r>
              <a:rPr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 입 </a:t>
            </a:r>
            <a:r>
              <a:rPr lang="ko-KR" altLang="en-US" sz="1000" spc="-5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</a:t>
            </a:r>
            <a:endParaRPr lang="en-US" altLang="ko-KR" sz="100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r>
              <a:rPr lang="en-US" altLang="ko-KR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내용 입 력내용입력 내용입력내 용입력내</a:t>
            </a:r>
          </a:p>
          <a:p>
            <a:r>
              <a:rPr lang="en-US" altLang="ko-KR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    내 </a:t>
            </a:r>
            <a:r>
              <a:rPr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</a:t>
            </a:r>
            <a:r>
              <a:rPr lang="en-US" altLang="ko-KR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00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내용입 력 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312FFC4C-F0A5-7F92-EB4C-511602035820}"/>
              </a:ext>
            </a:extLst>
          </p:cNvPr>
          <p:cNvCxnSpPr>
            <a:cxnSpLocks/>
          </p:cNvCxnSpPr>
          <p:nvPr/>
        </p:nvCxnSpPr>
        <p:spPr>
          <a:xfrm>
            <a:off x="3383335" y="4835722"/>
            <a:ext cx="0" cy="1785981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577A5489-A3F0-9393-8946-15D532B89814}"/>
              </a:ext>
            </a:extLst>
          </p:cNvPr>
          <p:cNvCxnSpPr>
            <a:cxnSpLocks/>
          </p:cNvCxnSpPr>
          <p:nvPr/>
        </p:nvCxnSpPr>
        <p:spPr>
          <a:xfrm>
            <a:off x="6073510" y="4275469"/>
            <a:ext cx="0" cy="2346234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9AAE7CF9-804F-4D02-AD27-34E2EC59764D}"/>
              </a:ext>
            </a:extLst>
          </p:cNvPr>
          <p:cNvCxnSpPr>
            <a:cxnSpLocks/>
          </p:cNvCxnSpPr>
          <p:nvPr/>
        </p:nvCxnSpPr>
        <p:spPr>
          <a:xfrm>
            <a:off x="8848921" y="3579310"/>
            <a:ext cx="0" cy="3042393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C5BC6BF5-EE9F-2866-EF18-888C14276B1C}"/>
              </a:ext>
            </a:extLst>
          </p:cNvPr>
          <p:cNvGrpSpPr/>
          <p:nvPr/>
        </p:nvGrpSpPr>
        <p:grpSpPr>
          <a:xfrm>
            <a:off x="427552" y="1032893"/>
            <a:ext cx="7006781" cy="1292667"/>
            <a:chOff x="712371" y="1033711"/>
            <a:chExt cx="7006781" cy="1292667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FD6CDBB-495E-3463-ABDE-154628B336AB}"/>
                </a:ext>
              </a:extLst>
            </p:cNvPr>
            <p:cNvSpPr txBox="1"/>
            <p:nvPr/>
          </p:nvSpPr>
          <p:spPr>
            <a:xfrm>
              <a:off x="769179" y="1264325"/>
              <a:ext cx="694997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2300" b="1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용입력</a:t>
              </a:r>
              <a:r>
                <a:rPr lang="en-US" altLang="ko-KR" sz="2300" b="1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lang="ko-KR" altLang="en-US" sz="2300" b="1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lang="en-US" altLang="ko-KR" sz="2300" b="1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lang="ko-KR" altLang="en-US" sz="2300" b="1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 입 력내</a:t>
              </a:r>
              <a:r>
                <a:rPr lang="en-US" altLang="ko-KR" sz="2300" b="1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</a:p>
            <a:p>
              <a:pPr algn="ctr"/>
              <a:r>
                <a:rPr lang="ko-KR" altLang="en-US" sz="2300" b="1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</a:t>
              </a:r>
              <a:r>
                <a:rPr lang="ko-KR" altLang="en-US" sz="2500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2700000" scaled="1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</a:rPr>
                <a:t>내용 입 력내</a:t>
              </a:r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8BB359DE-4A6D-2E02-B7A3-86CA16700FD2}"/>
                </a:ext>
              </a:extLst>
            </p:cNvPr>
            <p:cNvGrpSpPr/>
            <p:nvPr/>
          </p:nvGrpSpPr>
          <p:grpSpPr>
            <a:xfrm>
              <a:off x="860763" y="1124404"/>
              <a:ext cx="6681036" cy="1110429"/>
              <a:chOff x="989400" y="1187802"/>
              <a:chExt cx="4035782" cy="1110429"/>
            </a:xfrm>
          </p:grpSpPr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61264579-3151-BDE2-8115-2540808FE9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0839" y="1187802"/>
                <a:ext cx="3914343" cy="0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1" name="직선 연결선 50">
                <a:extLst>
                  <a:ext uri="{FF2B5EF4-FFF2-40B4-BE49-F238E27FC236}">
                    <a16:creationId xmlns:a16="http://schemas.microsoft.com/office/drawing/2014/main" id="{77C6DF86-BF14-2605-C14D-952D32E1F2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9400" y="2298231"/>
                <a:ext cx="3914343" cy="0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DA97F04-FBBA-3C21-8785-0D1A4E536408}"/>
                </a:ext>
              </a:extLst>
            </p:cNvPr>
            <p:cNvSpPr txBox="1"/>
            <p:nvPr/>
          </p:nvSpPr>
          <p:spPr>
            <a:xfrm>
              <a:off x="712371" y="1033711"/>
              <a:ext cx="232952" cy="179778"/>
            </a:xfrm>
            <a:custGeom>
              <a:avLst/>
              <a:gdLst/>
              <a:ahLst/>
              <a:cxnLst/>
              <a:rect l="l" t="t" r="r" b="b"/>
              <a:pathLst>
                <a:path w="308458" h="238049">
                  <a:moveTo>
                    <a:pt x="274092" y="0"/>
                  </a:moveTo>
                  <a:lnTo>
                    <a:pt x="300076" y="33528"/>
                  </a:lnTo>
                  <a:cubicBezTo>
                    <a:pt x="287223" y="43028"/>
                    <a:pt x="276327" y="54343"/>
                    <a:pt x="267386" y="67475"/>
                  </a:cubicBezTo>
                  <a:cubicBezTo>
                    <a:pt x="258445" y="80607"/>
                    <a:pt x="252019" y="94437"/>
                    <a:pt x="248107" y="108966"/>
                  </a:cubicBezTo>
                  <a:cubicBezTo>
                    <a:pt x="266548" y="111201"/>
                    <a:pt x="281216" y="118186"/>
                    <a:pt x="292113" y="129921"/>
                  </a:cubicBezTo>
                  <a:cubicBezTo>
                    <a:pt x="303010" y="141656"/>
                    <a:pt x="308458" y="155905"/>
                    <a:pt x="308458" y="172669"/>
                  </a:cubicBezTo>
                  <a:cubicBezTo>
                    <a:pt x="308458" y="191669"/>
                    <a:pt x="302171" y="207315"/>
                    <a:pt x="289598" y="219609"/>
                  </a:cubicBezTo>
                  <a:cubicBezTo>
                    <a:pt x="277025" y="231902"/>
                    <a:pt x="260401" y="238049"/>
                    <a:pt x="239725" y="238049"/>
                  </a:cubicBezTo>
                  <a:cubicBezTo>
                    <a:pt x="221844" y="238049"/>
                    <a:pt x="206756" y="232880"/>
                    <a:pt x="194463" y="222542"/>
                  </a:cubicBezTo>
                  <a:cubicBezTo>
                    <a:pt x="182169" y="212204"/>
                    <a:pt x="174905" y="198933"/>
                    <a:pt x="172669" y="182728"/>
                  </a:cubicBezTo>
                  <a:cubicBezTo>
                    <a:pt x="170434" y="173228"/>
                    <a:pt x="169317" y="163170"/>
                    <a:pt x="169317" y="152553"/>
                  </a:cubicBezTo>
                  <a:cubicBezTo>
                    <a:pt x="169317" y="126848"/>
                    <a:pt x="176022" y="102819"/>
                    <a:pt x="189433" y="80467"/>
                  </a:cubicBezTo>
                  <a:cubicBezTo>
                    <a:pt x="200051" y="62027"/>
                    <a:pt x="213462" y="45542"/>
                    <a:pt x="229667" y="31013"/>
                  </a:cubicBezTo>
                  <a:cubicBezTo>
                    <a:pt x="245872" y="16485"/>
                    <a:pt x="260680" y="6147"/>
                    <a:pt x="274092" y="0"/>
                  </a:cubicBezTo>
                  <a:close/>
                  <a:moveTo>
                    <a:pt x="104775" y="0"/>
                  </a:moveTo>
                  <a:lnTo>
                    <a:pt x="130759" y="33528"/>
                  </a:lnTo>
                  <a:cubicBezTo>
                    <a:pt x="117907" y="43028"/>
                    <a:pt x="107010" y="54343"/>
                    <a:pt x="98070" y="67475"/>
                  </a:cubicBezTo>
                  <a:cubicBezTo>
                    <a:pt x="89129" y="80607"/>
                    <a:pt x="82703" y="94437"/>
                    <a:pt x="78791" y="108966"/>
                  </a:cubicBezTo>
                  <a:cubicBezTo>
                    <a:pt x="97231" y="111201"/>
                    <a:pt x="111900" y="118186"/>
                    <a:pt x="122797" y="129921"/>
                  </a:cubicBezTo>
                  <a:cubicBezTo>
                    <a:pt x="133693" y="141656"/>
                    <a:pt x="139141" y="155905"/>
                    <a:pt x="139141" y="172669"/>
                  </a:cubicBezTo>
                  <a:cubicBezTo>
                    <a:pt x="139141" y="191669"/>
                    <a:pt x="132855" y="207315"/>
                    <a:pt x="120282" y="219609"/>
                  </a:cubicBezTo>
                  <a:cubicBezTo>
                    <a:pt x="107709" y="231902"/>
                    <a:pt x="91085" y="238049"/>
                    <a:pt x="70409" y="238049"/>
                  </a:cubicBezTo>
                  <a:cubicBezTo>
                    <a:pt x="52527" y="238049"/>
                    <a:pt x="37440" y="232880"/>
                    <a:pt x="25146" y="222542"/>
                  </a:cubicBezTo>
                  <a:cubicBezTo>
                    <a:pt x="12853" y="212204"/>
                    <a:pt x="5588" y="198933"/>
                    <a:pt x="3353" y="182728"/>
                  </a:cubicBezTo>
                  <a:cubicBezTo>
                    <a:pt x="1118" y="173228"/>
                    <a:pt x="0" y="163170"/>
                    <a:pt x="0" y="152553"/>
                  </a:cubicBezTo>
                  <a:cubicBezTo>
                    <a:pt x="0" y="126848"/>
                    <a:pt x="6706" y="102819"/>
                    <a:pt x="20117" y="80467"/>
                  </a:cubicBezTo>
                  <a:cubicBezTo>
                    <a:pt x="30734" y="62027"/>
                    <a:pt x="44145" y="45542"/>
                    <a:pt x="60351" y="31013"/>
                  </a:cubicBezTo>
                  <a:cubicBezTo>
                    <a:pt x="76556" y="16485"/>
                    <a:pt x="91364" y="6147"/>
                    <a:pt x="104775" y="0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>
              <a:solidFill>
                <a:sysClr val="window" lastClr="FFFFFF">
                  <a:alpha val="0"/>
                </a:sys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6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</a:endParaRPr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6073E20B-2884-4CB2-CB13-0CB914794940}"/>
                </a:ext>
              </a:extLst>
            </p:cNvPr>
            <p:cNvSpPr/>
            <p:nvPr/>
          </p:nvSpPr>
          <p:spPr>
            <a:xfrm>
              <a:off x="7437782" y="2146600"/>
              <a:ext cx="232951" cy="179778"/>
            </a:xfrm>
            <a:custGeom>
              <a:avLst/>
              <a:gdLst/>
              <a:ahLst/>
              <a:cxnLst/>
              <a:rect l="l" t="t" r="r" b="b"/>
              <a:pathLst>
                <a:path w="308457" h="238049">
                  <a:moveTo>
                    <a:pt x="238048" y="0"/>
                  </a:moveTo>
                  <a:cubicBezTo>
                    <a:pt x="255930" y="0"/>
                    <a:pt x="271018" y="5169"/>
                    <a:pt x="283311" y="15507"/>
                  </a:cubicBezTo>
                  <a:cubicBezTo>
                    <a:pt x="295605" y="25845"/>
                    <a:pt x="302869" y="39116"/>
                    <a:pt x="305104" y="55321"/>
                  </a:cubicBezTo>
                  <a:cubicBezTo>
                    <a:pt x="307340" y="64821"/>
                    <a:pt x="308457" y="74879"/>
                    <a:pt x="308457" y="85497"/>
                  </a:cubicBezTo>
                  <a:cubicBezTo>
                    <a:pt x="308457" y="111201"/>
                    <a:pt x="301752" y="135230"/>
                    <a:pt x="288340" y="157582"/>
                  </a:cubicBezTo>
                  <a:cubicBezTo>
                    <a:pt x="277723" y="176022"/>
                    <a:pt x="264312" y="192507"/>
                    <a:pt x="248107" y="207036"/>
                  </a:cubicBezTo>
                  <a:cubicBezTo>
                    <a:pt x="231902" y="221564"/>
                    <a:pt x="217093" y="231902"/>
                    <a:pt x="203682" y="238049"/>
                  </a:cubicBezTo>
                  <a:lnTo>
                    <a:pt x="177698" y="204521"/>
                  </a:lnTo>
                  <a:cubicBezTo>
                    <a:pt x="190550" y="195021"/>
                    <a:pt x="201447" y="183706"/>
                    <a:pt x="210388" y="170574"/>
                  </a:cubicBezTo>
                  <a:cubicBezTo>
                    <a:pt x="219329" y="157442"/>
                    <a:pt x="225755" y="143612"/>
                    <a:pt x="229666" y="129083"/>
                  </a:cubicBezTo>
                  <a:cubicBezTo>
                    <a:pt x="211226" y="126848"/>
                    <a:pt x="196558" y="119863"/>
                    <a:pt x="185661" y="108128"/>
                  </a:cubicBezTo>
                  <a:cubicBezTo>
                    <a:pt x="174764" y="96393"/>
                    <a:pt x="169316" y="82144"/>
                    <a:pt x="169316" y="65380"/>
                  </a:cubicBezTo>
                  <a:cubicBezTo>
                    <a:pt x="169316" y="46381"/>
                    <a:pt x="175603" y="30734"/>
                    <a:pt x="188176" y="18441"/>
                  </a:cubicBezTo>
                  <a:cubicBezTo>
                    <a:pt x="200749" y="6147"/>
                    <a:pt x="217373" y="0"/>
                    <a:pt x="238048" y="0"/>
                  </a:cubicBezTo>
                  <a:close/>
                  <a:moveTo>
                    <a:pt x="68732" y="0"/>
                  </a:moveTo>
                  <a:cubicBezTo>
                    <a:pt x="86614" y="0"/>
                    <a:pt x="101701" y="5169"/>
                    <a:pt x="113995" y="15507"/>
                  </a:cubicBezTo>
                  <a:cubicBezTo>
                    <a:pt x="126288" y="25845"/>
                    <a:pt x="133553" y="39116"/>
                    <a:pt x="135788" y="55321"/>
                  </a:cubicBezTo>
                  <a:cubicBezTo>
                    <a:pt x="138023" y="64821"/>
                    <a:pt x="139141" y="74879"/>
                    <a:pt x="139141" y="85497"/>
                  </a:cubicBezTo>
                  <a:cubicBezTo>
                    <a:pt x="139141" y="111201"/>
                    <a:pt x="132435" y="135230"/>
                    <a:pt x="119024" y="157582"/>
                  </a:cubicBezTo>
                  <a:cubicBezTo>
                    <a:pt x="108407" y="176022"/>
                    <a:pt x="94996" y="192507"/>
                    <a:pt x="78790" y="207036"/>
                  </a:cubicBezTo>
                  <a:cubicBezTo>
                    <a:pt x="62585" y="221564"/>
                    <a:pt x="47777" y="231902"/>
                    <a:pt x="34366" y="238049"/>
                  </a:cubicBezTo>
                  <a:lnTo>
                    <a:pt x="8382" y="204521"/>
                  </a:lnTo>
                  <a:cubicBezTo>
                    <a:pt x="21234" y="195021"/>
                    <a:pt x="32131" y="183706"/>
                    <a:pt x="41071" y="170574"/>
                  </a:cubicBezTo>
                  <a:cubicBezTo>
                    <a:pt x="50012" y="157442"/>
                    <a:pt x="56438" y="143612"/>
                    <a:pt x="60350" y="129083"/>
                  </a:cubicBezTo>
                  <a:cubicBezTo>
                    <a:pt x="41910" y="126848"/>
                    <a:pt x="27241" y="119863"/>
                    <a:pt x="16345" y="108128"/>
                  </a:cubicBezTo>
                  <a:cubicBezTo>
                    <a:pt x="5448" y="96393"/>
                    <a:pt x="0" y="82144"/>
                    <a:pt x="0" y="65380"/>
                  </a:cubicBezTo>
                  <a:cubicBezTo>
                    <a:pt x="0" y="46381"/>
                    <a:pt x="6286" y="30734"/>
                    <a:pt x="18859" y="18441"/>
                  </a:cubicBezTo>
                  <a:cubicBezTo>
                    <a:pt x="31432" y="6147"/>
                    <a:pt x="48056" y="0"/>
                    <a:pt x="68732" y="0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5832B15-1779-150A-A6F9-4A12DFA7B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입력 내용입 력</a:t>
            </a:r>
          </a:p>
        </p:txBody>
      </p:sp>
      <p:sp>
        <p:nvSpPr>
          <p:cNvPr id="54" name="모서리가 둥근 직사각형 14">
            <a:extLst>
              <a:ext uri="{FF2B5EF4-FFF2-40B4-BE49-F238E27FC236}">
                <a16:creationId xmlns:a16="http://schemas.microsoft.com/office/drawing/2014/main" id="{D8064C33-79D1-399B-D01A-E4D15CFDE76F}"/>
              </a:ext>
            </a:extLst>
          </p:cNvPr>
          <p:cNvSpPr/>
          <p:nvPr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5EFF3CA-F909-D418-C862-4F1370AF1960}"/>
              </a:ext>
            </a:extLst>
          </p:cNvPr>
          <p:cNvSpPr txBox="1"/>
          <p:nvPr/>
        </p:nvSpPr>
        <p:spPr>
          <a:xfrm>
            <a:off x="11701872" y="656749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b="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pPr algn="ctr"/>
              <a:t>40</a:t>
            </a:fld>
            <a:endParaRPr lang="ko-KR" altLang="en-US" sz="800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CEC03BC-11E6-4FD1-9E2D-B88033CD82DF}"/>
              </a:ext>
            </a:extLst>
          </p:cNvPr>
          <p:cNvSpPr/>
          <p:nvPr/>
        </p:nvSpPr>
        <p:spPr>
          <a:xfrm>
            <a:off x="0" y="-351693"/>
            <a:ext cx="1283953" cy="2951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내용입 </a:t>
            </a:r>
            <a:r>
              <a:rPr lang="en-US" altLang="ko-KR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내</a:t>
            </a:r>
            <a:endParaRPr lang="ko-KR" altLang="en-US" sz="1400" b="1" spc="-5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814626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523A-DEE0-DF39-2FF3-3F7D5A10F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모서리가 둥근 직사각형 54">
            <a:extLst>
              <a:ext uri="{FF2B5EF4-FFF2-40B4-BE49-F238E27FC236}">
                <a16:creationId xmlns:a16="http://schemas.microsoft.com/office/drawing/2014/main" id="{F97ACE2A-98C4-AD11-1C30-296E5AEEC7F9}"/>
              </a:ext>
            </a:extLst>
          </p:cNvPr>
          <p:cNvSpPr/>
          <p:nvPr/>
        </p:nvSpPr>
        <p:spPr>
          <a:xfrm>
            <a:off x="790291" y="981304"/>
            <a:ext cx="11401709" cy="443923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00549A"/>
              </a:gs>
              <a:gs pos="0">
                <a:srgbClr val="00ACB0"/>
              </a:gs>
              <a:gs pos="47000">
                <a:srgbClr val="31A5E2"/>
              </a:gs>
            </a:gsLst>
            <a:lin ang="4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0" bIns="18000" rtlCol="0" anchor="ctr"/>
          <a:lstStyle/>
          <a:p>
            <a:pPr fontAlgn="b" latinLnBrk="0"/>
            <a:r>
              <a:rPr lang="ko-KR" altLang="en-US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 내용입 력내 용입력</a:t>
            </a:r>
            <a:r>
              <a:rPr lang="en-US" altLang="ko-KR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내 </a:t>
            </a:r>
            <a:r>
              <a:rPr lang="ko-KR" altLang="en-US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내용입</a:t>
            </a:r>
            <a:r>
              <a:rPr lang="en-US" altLang="ko-KR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내 </a:t>
            </a:r>
            <a:r>
              <a:rPr lang="ko-KR" altLang="en-US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내용  입 력내</a:t>
            </a:r>
            <a:r>
              <a:rPr lang="en-US" altLang="ko-KR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내 </a:t>
            </a:r>
            <a:r>
              <a:rPr lang="ko-KR" altLang="en-US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내용 입력내 용 입력 내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6534C71-8CDE-5104-7E7E-B0E375298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63" y="210161"/>
            <a:ext cx="10384753" cy="400110"/>
          </a:xfrm>
        </p:spPr>
        <p:txBody>
          <a:bodyPr/>
          <a:lstStyle/>
          <a:p>
            <a:r>
              <a:rPr lang="ko-KR" altLang="en-US" dirty="0"/>
              <a:t>내용 입력 내용입 력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82989000-767B-856D-CA9B-780E399118CA}"/>
              </a:ext>
            </a:extLst>
          </p:cNvPr>
          <p:cNvSpPr/>
          <p:nvPr/>
        </p:nvSpPr>
        <p:spPr>
          <a:xfrm>
            <a:off x="3300626" y="2226864"/>
            <a:ext cx="2709858" cy="3951518"/>
          </a:xfrm>
          <a:prstGeom prst="rect">
            <a:avLst/>
          </a:prstGeom>
          <a:solidFill>
            <a:srgbClr val="31A5E2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C3B74D1C-9C35-C0A8-939F-5A094D54B334}"/>
              </a:ext>
            </a:extLst>
          </p:cNvPr>
          <p:cNvSpPr/>
          <p:nvPr/>
        </p:nvSpPr>
        <p:spPr>
          <a:xfrm>
            <a:off x="6201316" y="2226864"/>
            <a:ext cx="2709858" cy="3951518"/>
          </a:xfrm>
          <a:prstGeom prst="rect">
            <a:avLst/>
          </a:prstGeom>
          <a:solidFill>
            <a:srgbClr val="0070C0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97E84624-939D-F07F-B673-9C33DC918140}"/>
              </a:ext>
            </a:extLst>
          </p:cNvPr>
          <p:cNvSpPr/>
          <p:nvPr/>
        </p:nvSpPr>
        <p:spPr>
          <a:xfrm>
            <a:off x="9102006" y="2226864"/>
            <a:ext cx="2709858" cy="3951518"/>
          </a:xfrm>
          <a:prstGeom prst="rect">
            <a:avLst/>
          </a:prstGeom>
          <a:solidFill>
            <a:srgbClr val="00549A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EF92207-9A8A-64C8-E81F-88F489FF28BE}"/>
              </a:ext>
            </a:extLst>
          </p:cNvPr>
          <p:cNvSpPr/>
          <p:nvPr/>
        </p:nvSpPr>
        <p:spPr>
          <a:xfrm>
            <a:off x="389474" y="2226864"/>
            <a:ext cx="2709859" cy="3951518"/>
          </a:xfrm>
          <a:prstGeom prst="rect">
            <a:avLst/>
          </a:prstGeom>
          <a:solidFill>
            <a:srgbClr val="00999F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7A29A3B-8CA3-E8AA-453A-0E899C9E1477}"/>
              </a:ext>
            </a:extLst>
          </p:cNvPr>
          <p:cNvSpPr txBox="1"/>
          <p:nvPr/>
        </p:nvSpPr>
        <p:spPr>
          <a:xfrm>
            <a:off x="419750" y="1709761"/>
            <a:ext cx="1009848" cy="2687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7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EC7E52C-6AF2-F9BD-3ACB-7CC4B7E79B73}"/>
              </a:ext>
            </a:extLst>
          </p:cNvPr>
          <p:cNvSpPr/>
          <p:nvPr/>
        </p:nvSpPr>
        <p:spPr>
          <a:xfrm>
            <a:off x="472929" y="2385796"/>
            <a:ext cx="2529450" cy="858268"/>
          </a:xfrm>
          <a:prstGeom prst="rect">
            <a:avLst/>
          </a:prstGeom>
          <a:solidFill>
            <a:schemeClr val="bg1"/>
          </a:solidFill>
          <a:ln w="19050">
            <a:solidFill>
              <a:srgbClr val="00AC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3" name="자유형 21">
            <a:extLst>
              <a:ext uri="{FF2B5EF4-FFF2-40B4-BE49-F238E27FC236}">
                <a16:creationId xmlns:a16="http://schemas.microsoft.com/office/drawing/2014/main" id="{B911D1BB-8290-9640-ACF4-E2AB40BE1595}"/>
              </a:ext>
            </a:extLst>
          </p:cNvPr>
          <p:cNvSpPr/>
          <p:nvPr/>
        </p:nvSpPr>
        <p:spPr>
          <a:xfrm>
            <a:off x="394636" y="1891351"/>
            <a:ext cx="2704699" cy="134753"/>
          </a:xfrm>
          <a:custGeom>
            <a:avLst/>
            <a:gdLst>
              <a:gd name="connsiteX0" fmla="*/ 0 w 2704699"/>
              <a:gd name="connsiteY0" fmla="*/ 134753 h 134753"/>
              <a:gd name="connsiteX1" fmla="*/ 2704699 w 2704699"/>
              <a:gd name="connsiteY1" fmla="*/ 134753 h 134753"/>
              <a:gd name="connsiteX2" fmla="*/ 2550695 w 2704699"/>
              <a:gd name="connsiteY2" fmla="*/ 0 h 134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4699" h="134753">
                <a:moveTo>
                  <a:pt x="0" y="134753"/>
                </a:moveTo>
                <a:lnTo>
                  <a:pt x="2704699" y="134753"/>
                </a:lnTo>
                <a:lnTo>
                  <a:pt x="2550695" y="0"/>
                </a:lnTo>
              </a:path>
            </a:pathLst>
          </a:custGeom>
          <a:noFill/>
          <a:ln w="31750">
            <a:solidFill>
              <a:srgbClr val="00AC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4" name="자유형 22">
            <a:extLst>
              <a:ext uri="{FF2B5EF4-FFF2-40B4-BE49-F238E27FC236}">
                <a16:creationId xmlns:a16="http://schemas.microsoft.com/office/drawing/2014/main" id="{687850D7-46A0-5B61-E827-99091D605264}"/>
              </a:ext>
            </a:extLst>
          </p:cNvPr>
          <p:cNvSpPr/>
          <p:nvPr/>
        </p:nvSpPr>
        <p:spPr>
          <a:xfrm>
            <a:off x="3297976" y="1891351"/>
            <a:ext cx="2704699" cy="134753"/>
          </a:xfrm>
          <a:custGeom>
            <a:avLst/>
            <a:gdLst>
              <a:gd name="connsiteX0" fmla="*/ 0 w 2704699"/>
              <a:gd name="connsiteY0" fmla="*/ 134753 h 134753"/>
              <a:gd name="connsiteX1" fmla="*/ 2704699 w 2704699"/>
              <a:gd name="connsiteY1" fmla="*/ 134753 h 134753"/>
              <a:gd name="connsiteX2" fmla="*/ 2550695 w 2704699"/>
              <a:gd name="connsiteY2" fmla="*/ 0 h 134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4699" h="134753">
                <a:moveTo>
                  <a:pt x="0" y="134753"/>
                </a:moveTo>
                <a:lnTo>
                  <a:pt x="2704699" y="134753"/>
                </a:lnTo>
                <a:lnTo>
                  <a:pt x="2550695" y="0"/>
                </a:lnTo>
              </a:path>
            </a:pathLst>
          </a:custGeom>
          <a:noFill/>
          <a:ln w="31750">
            <a:solidFill>
              <a:srgbClr val="31A5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5" name="자유형 23">
            <a:extLst>
              <a:ext uri="{FF2B5EF4-FFF2-40B4-BE49-F238E27FC236}">
                <a16:creationId xmlns:a16="http://schemas.microsoft.com/office/drawing/2014/main" id="{12828386-CCFA-3059-C49F-84277940F4D3}"/>
              </a:ext>
            </a:extLst>
          </p:cNvPr>
          <p:cNvSpPr/>
          <p:nvPr/>
        </p:nvSpPr>
        <p:spPr>
          <a:xfrm>
            <a:off x="6201316" y="1891351"/>
            <a:ext cx="2704699" cy="134753"/>
          </a:xfrm>
          <a:custGeom>
            <a:avLst/>
            <a:gdLst>
              <a:gd name="connsiteX0" fmla="*/ 0 w 2704699"/>
              <a:gd name="connsiteY0" fmla="*/ 134753 h 134753"/>
              <a:gd name="connsiteX1" fmla="*/ 2704699 w 2704699"/>
              <a:gd name="connsiteY1" fmla="*/ 134753 h 134753"/>
              <a:gd name="connsiteX2" fmla="*/ 2550695 w 2704699"/>
              <a:gd name="connsiteY2" fmla="*/ 0 h 134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4699" h="134753">
                <a:moveTo>
                  <a:pt x="0" y="134753"/>
                </a:moveTo>
                <a:lnTo>
                  <a:pt x="2704699" y="134753"/>
                </a:lnTo>
                <a:lnTo>
                  <a:pt x="2550695" y="0"/>
                </a:lnTo>
              </a:path>
            </a:pathLst>
          </a:custGeom>
          <a:noFill/>
          <a:ln w="317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6" name="자유형 29">
            <a:extLst>
              <a:ext uri="{FF2B5EF4-FFF2-40B4-BE49-F238E27FC236}">
                <a16:creationId xmlns:a16="http://schemas.microsoft.com/office/drawing/2014/main" id="{619AD8E3-3421-1D5A-7659-10D929B0CCB0}"/>
              </a:ext>
            </a:extLst>
          </p:cNvPr>
          <p:cNvSpPr/>
          <p:nvPr/>
        </p:nvSpPr>
        <p:spPr>
          <a:xfrm>
            <a:off x="9104657" y="1891351"/>
            <a:ext cx="2704699" cy="134753"/>
          </a:xfrm>
          <a:custGeom>
            <a:avLst/>
            <a:gdLst>
              <a:gd name="connsiteX0" fmla="*/ 0 w 2704699"/>
              <a:gd name="connsiteY0" fmla="*/ 134753 h 134753"/>
              <a:gd name="connsiteX1" fmla="*/ 2704699 w 2704699"/>
              <a:gd name="connsiteY1" fmla="*/ 134753 h 134753"/>
              <a:gd name="connsiteX2" fmla="*/ 2550695 w 2704699"/>
              <a:gd name="connsiteY2" fmla="*/ 0 h 134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4699" h="134753">
                <a:moveTo>
                  <a:pt x="0" y="134753"/>
                </a:moveTo>
                <a:lnTo>
                  <a:pt x="2704699" y="134753"/>
                </a:lnTo>
                <a:lnTo>
                  <a:pt x="2550695" y="0"/>
                </a:lnTo>
              </a:path>
            </a:pathLst>
          </a:custGeom>
          <a:noFill/>
          <a:ln w="31750">
            <a:solidFill>
              <a:srgbClr val="005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8EE3A8F-8E38-2DCF-844B-0B4B1BED07DC}"/>
              </a:ext>
            </a:extLst>
          </p:cNvPr>
          <p:cNvSpPr txBox="1"/>
          <p:nvPr/>
        </p:nvSpPr>
        <p:spPr>
          <a:xfrm>
            <a:off x="652150" y="2589591"/>
            <a:ext cx="2197222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400" spc="-40" dirty="0">
                <a:solidFill>
                  <a:srgbClr val="00999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</a:t>
            </a:r>
            <a:r>
              <a:rPr kumimoji="1" lang="en-US" altLang="ko-KR" sz="1400" spc="-40" dirty="0">
                <a:solidFill>
                  <a:srgbClr val="00999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rgbClr val="00999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력내</a:t>
            </a:r>
            <a:r>
              <a:rPr kumimoji="1" lang="en-US" altLang="ko-KR" sz="1400" spc="-40" dirty="0">
                <a:solidFill>
                  <a:srgbClr val="00999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</a:t>
            </a:r>
          </a:p>
          <a:p>
            <a:pPr algn="ctr">
              <a:lnSpc>
                <a:spcPct val="110000"/>
              </a:lnSpc>
            </a:pPr>
            <a:r>
              <a:rPr kumimoji="1" lang="ko-KR" altLang="en-US" sz="1400" spc="-40" dirty="0">
                <a:solidFill>
                  <a:srgbClr val="00999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력내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1C77E0ED-BA2F-6B87-CAF5-DFB6A2F3D2A3}"/>
              </a:ext>
            </a:extLst>
          </p:cNvPr>
          <p:cNvSpPr/>
          <p:nvPr/>
        </p:nvSpPr>
        <p:spPr>
          <a:xfrm>
            <a:off x="3385600" y="2385796"/>
            <a:ext cx="2529450" cy="858268"/>
          </a:xfrm>
          <a:prstGeom prst="rect">
            <a:avLst/>
          </a:prstGeom>
          <a:solidFill>
            <a:schemeClr val="bg1"/>
          </a:solidFill>
          <a:ln w="19050">
            <a:solidFill>
              <a:srgbClr val="31A5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EED3F3-078E-CF4B-5ED0-EC34F190898D}"/>
              </a:ext>
            </a:extLst>
          </p:cNvPr>
          <p:cNvSpPr txBox="1"/>
          <p:nvPr/>
        </p:nvSpPr>
        <p:spPr>
          <a:xfrm>
            <a:off x="3564821" y="2589591"/>
            <a:ext cx="2197222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  <a:r>
              <a:rPr kumimoji="1" lang="en-US" altLang="ko-KR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  <a:r>
              <a:rPr kumimoji="1" lang="en-US" altLang="ko-KR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  <a:r>
              <a:rPr kumimoji="1" lang="en-US" altLang="ko-KR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  <a:r>
              <a:rPr kumimoji="1" lang="en-US" altLang="ko-KR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 력내 용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ED7CD9B7-6874-97A5-4873-9A686BE4221E}"/>
              </a:ext>
            </a:extLst>
          </p:cNvPr>
          <p:cNvSpPr/>
          <p:nvPr/>
        </p:nvSpPr>
        <p:spPr>
          <a:xfrm>
            <a:off x="6288940" y="2385796"/>
            <a:ext cx="2529450" cy="858268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0DB39B3-93CA-E821-84CF-68F8EB7EDB84}"/>
              </a:ext>
            </a:extLst>
          </p:cNvPr>
          <p:cNvSpPr txBox="1"/>
          <p:nvPr/>
        </p:nvSpPr>
        <p:spPr>
          <a:xfrm>
            <a:off x="6468161" y="2471097"/>
            <a:ext cx="2197222" cy="6952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400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 력내용</a:t>
            </a:r>
            <a:r>
              <a:rPr kumimoji="1" lang="en-US" altLang="ko-KR" sz="1400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  <a:r>
              <a:rPr kumimoji="1" lang="en-US" altLang="ko-KR" sz="1400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</a:t>
            </a:r>
          </a:p>
          <a:p>
            <a:pPr algn="ctr">
              <a:lnSpc>
                <a:spcPct val="110000"/>
              </a:lnSpc>
            </a:pPr>
            <a:r>
              <a:rPr kumimoji="1" lang="ko-KR" altLang="en-US" sz="1400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</a:t>
            </a:r>
            <a:r>
              <a:rPr kumimoji="1" lang="en-US" altLang="ko-KR" sz="1400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</a:t>
            </a:r>
            <a:endParaRPr kumimoji="1" lang="en-US" altLang="ko-KR" sz="1400" spc="-40" dirty="0">
              <a:solidFill>
                <a:srgbClr val="0070C0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algn="ctr">
              <a:lnSpc>
                <a:spcPct val="110000"/>
              </a:lnSpc>
            </a:pPr>
            <a:r>
              <a:rPr kumimoji="1" lang="ko-KR" altLang="en-US" sz="1400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 내 용 입력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27EDDF1D-EAEB-AAA3-D1C7-5A340B639FA0}"/>
              </a:ext>
            </a:extLst>
          </p:cNvPr>
          <p:cNvSpPr/>
          <p:nvPr/>
        </p:nvSpPr>
        <p:spPr>
          <a:xfrm>
            <a:off x="9192281" y="2385796"/>
            <a:ext cx="2529450" cy="858268"/>
          </a:xfrm>
          <a:prstGeom prst="rect">
            <a:avLst/>
          </a:prstGeom>
          <a:solidFill>
            <a:schemeClr val="bg1"/>
          </a:solidFill>
          <a:ln w="19050">
            <a:solidFill>
              <a:srgbClr val="0054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AEBE1B3-2480-51FD-DEFA-C356591E5D52}"/>
              </a:ext>
            </a:extLst>
          </p:cNvPr>
          <p:cNvSpPr txBox="1"/>
          <p:nvPr/>
        </p:nvSpPr>
        <p:spPr>
          <a:xfrm>
            <a:off x="9294764" y="2589591"/>
            <a:ext cx="2350698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lnSpc>
                <a:spcPct val="110000"/>
              </a:lnSpc>
              <a:defRPr kumimoji="1" sz="1400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ko-KR" altLang="en-US" dirty="0"/>
              <a:t>내용 </a:t>
            </a:r>
            <a:r>
              <a:rPr lang="ko-KR" altLang="en-US"/>
              <a:t>내용 입력내</a:t>
            </a:r>
            <a:endParaRPr lang="en-US" altLang="ko-KR" dirty="0"/>
          </a:p>
          <a:p>
            <a:r>
              <a:rPr lang="ko-KR" altLang="en-US" dirty="0"/>
              <a:t>내용 입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0BC8DFB-3DE2-D805-4F93-504C0536C87C}"/>
              </a:ext>
            </a:extLst>
          </p:cNvPr>
          <p:cNvSpPr txBox="1"/>
          <p:nvPr/>
        </p:nvSpPr>
        <p:spPr>
          <a:xfrm>
            <a:off x="3326580" y="1709761"/>
            <a:ext cx="1009848" cy="2687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700" b="1" spc="-40" dirty="0">
                <a:solidFill>
                  <a:srgbClr val="1894D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E66F344-0048-4FD0-436A-101363B28185}"/>
              </a:ext>
            </a:extLst>
          </p:cNvPr>
          <p:cNvSpPr txBox="1"/>
          <p:nvPr/>
        </p:nvSpPr>
        <p:spPr>
          <a:xfrm>
            <a:off x="6223785" y="1709761"/>
            <a:ext cx="2043380" cy="2687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700" b="1" spc="-4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700" b="1" spc="-4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700" b="1" spc="-4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700" b="1" spc="-4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700" b="1" spc="-4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E2EB9F0-65A2-7498-7EF9-EE0486CCEDDD}"/>
              </a:ext>
            </a:extLst>
          </p:cNvPr>
          <p:cNvSpPr txBox="1"/>
          <p:nvPr/>
        </p:nvSpPr>
        <p:spPr>
          <a:xfrm>
            <a:off x="9130614" y="1709761"/>
            <a:ext cx="1009848" cy="2687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700" b="1" spc="-40" dirty="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353B149-1EB9-13E7-4F02-393D00D92004}"/>
              </a:ext>
            </a:extLst>
          </p:cNvPr>
          <p:cNvSpPr/>
          <p:nvPr/>
        </p:nvSpPr>
        <p:spPr>
          <a:xfrm>
            <a:off x="472929" y="3524065"/>
            <a:ext cx="2529450" cy="250717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D930BEAF-DC4F-4AEA-9C44-DEC4464CF27E}"/>
              </a:ext>
            </a:extLst>
          </p:cNvPr>
          <p:cNvSpPr/>
          <p:nvPr/>
        </p:nvSpPr>
        <p:spPr>
          <a:xfrm>
            <a:off x="3385600" y="3524065"/>
            <a:ext cx="2529450" cy="250717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D7BE826C-BC2F-C081-25AA-E9FAA5680D59}"/>
              </a:ext>
            </a:extLst>
          </p:cNvPr>
          <p:cNvSpPr/>
          <p:nvPr/>
        </p:nvSpPr>
        <p:spPr>
          <a:xfrm>
            <a:off x="6288940" y="3524065"/>
            <a:ext cx="2529450" cy="250717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2021C903-EB4D-4DC7-E938-B1A5A896DF47}"/>
              </a:ext>
            </a:extLst>
          </p:cNvPr>
          <p:cNvSpPr/>
          <p:nvPr/>
        </p:nvSpPr>
        <p:spPr>
          <a:xfrm>
            <a:off x="9192281" y="3524065"/>
            <a:ext cx="2529450" cy="250717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89" name="직선 연결선[R] 62">
            <a:extLst>
              <a:ext uri="{FF2B5EF4-FFF2-40B4-BE49-F238E27FC236}">
                <a16:creationId xmlns:a16="http://schemas.microsoft.com/office/drawing/2014/main" id="{1B27B659-819A-E7F3-C3B9-9E93E29325FA}"/>
              </a:ext>
            </a:extLst>
          </p:cNvPr>
          <p:cNvCxnSpPr>
            <a:cxnSpLocks/>
          </p:cNvCxnSpPr>
          <p:nvPr/>
        </p:nvCxnSpPr>
        <p:spPr>
          <a:xfrm>
            <a:off x="612819" y="3925132"/>
            <a:ext cx="224967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[R] 64">
            <a:extLst>
              <a:ext uri="{FF2B5EF4-FFF2-40B4-BE49-F238E27FC236}">
                <a16:creationId xmlns:a16="http://schemas.microsoft.com/office/drawing/2014/main" id="{0B58AA95-DD9F-808B-AF7F-C069433E0B1A}"/>
              </a:ext>
            </a:extLst>
          </p:cNvPr>
          <p:cNvCxnSpPr>
            <a:cxnSpLocks/>
          </p:cNvCxnSpPr>
          <p:nvPr/>
        </p:nvCxnSpPr>
        <p:spPr>
          <a:xfrm>
            <a:off x="3525490" y="3925132"/>
            <a:ext cx="224967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[R] 65">
            <a:extLst>
              <a:ext uri="{FF2B5EF4-FFF2-40B4-BE49-F238E27FC236}">
                <a16:creationId xmlns:a16="http://schemas.microsoft.com/office/drawing/2014/main" id="{E60D4EF0-2758-13D9-BA52-41BF48FC079B}"/>
              </a:ext>
            </a:extLst>
          </p:cNvPr>
          <p:cNvCxnSpPr>
            <a:cxnSpLocks/>
          </p:cNvCxnSpPr>
          <p:nvPr/>
        </p:nvCxnSpPr>
        <p:spPr>
          <a:xfrm>
            <a:off x="6428830" y="3925132"/>
            <a:ext cx="224967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[R] 66">
            <a:extLst>
              <a:ext uri="{FF2B5EF4-FFF2-40B4-BE49-F238E27FC236}">
                <a16:creationId xmlns:a16="http://schemas.microsoft.com/office/drawing/2014/main" id="{E9791529-95D0-8455-3442-127410815332}"/>
              </a:ext>
            </a:extLst>
          </p:cNvPr>
          <p:cNvCxnSpPr>
            <a:cxnSpLocks/>
          </p:cNvCxnSpPr>
          <p:nvPr/>
        </p:nvCxnSpPr>
        <p:spPr>
          <a:xfrm>
            <a:off x="9332171" y="3925132"/>
            <a:ext cx="224967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7DA7DC54-81C3-C6D6-6D49-BD6DE95B1749}"/>
              </a:ext>
            </a:extLst>
          </p:cNvPr>
          <p:cNvSpPr txBox="1"/>
          <p:nvPr/>
        </p:nvSpPr>
        <p:spPr>
          <a:xfrm>
            <a:off x="408027" y="6305207"/>
            <a:ext cx="7669173" cy="1580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용입력 내용입력 내용입력내용 입력내용 입력내용입 력 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</a:t>
            </a:r>
            <a:r>
              <a:rPr kumimoji="1" lang="ko-KR" altLang="en-US" sz="10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</a:t>
            </a:r>
            <a:r>
              <a:rPr kumimoji="1" lang="en-US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  용 </a:t>
            </a:r>
            <a:r>
              <a:rPr kumimoji="1" lang="en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입력내용입 력내용입력 내용입 력 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력내용 입</a:t>
            </a:r>
          </a:p>
        </p:txBody>
      </p: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9B82693B-8930-5258-C683-23276692C011}"/>
              </a:ext>
            </a:extLst>
          </p:cNvPr>
          <p:cNvCxnSpPr>
            <a:cxnSpLocks/>
            <a:stCxn id="62" idx="2"/>
            <a:endCxn id="77" idx="0"/>
          </p:cNvCxnSpPr>
          <p:nvPr/>
        </p:nvCxnSpPr>
        <p:spPr>
          <a:xfrm>
            <a:off x="1737654" y="3244064"/>
            <a:ext cx="0" cy="280001"/>
          </a:xfrm>
          <a:prstGeom prst="straightConnector1">
            <a:avLst/>
          </a:prstGeom>
          <a:ln>
            <a:solidFill>
              <a:srgbClr val="00ACB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6617BEB4-8DA0-F692-A6DE-980A39AF80F7}"/>
              </a:ext>
            </a:extLst>
          </p:cNvPr>
          <p:cNvCxnSpPr>
            <a:cxnSpLocks/>
            <a:endCxn id="79" idx="0"/>
          </p:cNvCxnSpPr>
          <p:nvPr/>
        </p:nvCxnSpPr>
        <p:spPr>
          <a:xfrm>
            <a:off x="4650325" y="3244064"/>
            <a:ext cx="0" cy="280001"/>
          </a:xfrm>
          <a:prstGeom prst="straightConnector1">
            <a:avLst/>
          </a:prstGeom>
          <a:ln>
            <a:solidFill>
              <a:srgbClr val="31A5E2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7E00A026-7F4E-9DF2-2552-60327CB0DA13}"/>
              </a:ext>
            </a:extLst>
          </p:cNvPr>
          <p:cNvCxnSpPr>
            <a:cxnSpLocks/>
          </p:cNvCxnSpPr>
          <p:nvPr/>
        </p:nvCxnSpPr>
        <p:spPr>
          <a:xfrm>
            <a:off x="7553665" y="3244064"/>
            <a:ext cx="0" cy="280001"/>
          </a:xfrm>
          <a:prstGeom prst="straightConnector1">
            <a:avLst/>
          </a:prstGeom>
          <a:ln>
            <a:solidFill>
              <a:srgbClr val="197FB5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D9865F4F-4E40-E524-2E88-1E75E93ED19F}"/>
              </a:ext>
            </a:extLst>
          </p:cNvPr>
          <p:cNvCxnSpPr>
            <a:cxnSpLocks/>
          </p:cNvCxnSpPr>
          <p:nvPr/>
        </p:nvCxnSpPr>
        <p:spPr>
          <a:xfrm>
            <a:off x="10457006" y="3244064"/>
            <a:ext cx="0" cy="280001"/>
          </a:xfrm>
          <a:prstGeom prst="straightConnector1">
            <a:avLst/>
          </a:prstGeom>
          <a:ln>
            <a:solidFill>
              <a:srgbClr val="00549A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[R] 76">
            <a:extLst>
              <a:ext uri="{FF2B5EF4-FFF2-40B4-BE49-F238E27FC236}">
                <a16:creationId xmlns:a16="http://schemas.microsoft.com/office/drawing/2014/main" id="{97E34F71-B5F1-924D-72F7-93AD055BCAE4}"/>
              </a:ext>
            </a:extLst>
          </p:cNvPr>
          <p:cNvCxnSpPr>
            <a:cxnSpLocks/>
          </p:cNvCxnSpPr>
          <p:nvPr/>
        </p:nvCxnSpPr>
        <p:spPr>
          <a:xfrm>
            <a:off x="6428830" y="5007311"/>
            <a:ext cx="224967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4D80E9D-E109-D631-F5D7-274F8E03184F}"/>
              </a:ext>
            </a:extLst>
          </p:cNvPr>
          <p:cNvSpPr txBox="1"/>
          <p:nvPr/>
        </p:nvSpPr>
        <p:spPr>
          <a:xfrm>
            <a:off x="692491" y="3669783"/>
            <a:ext cx="2197222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kumimoji="1" sz="1200" b="1" spc="-40">
                <a:solidFill>
                  <a:srgbClr val="00999F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ko-KR" altLang="en-US" dirty="0"/>
              <a:t>내용입 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00A91E-04DC-1DB2-7416-46DDA4C6761C}"/>
              </a:ext>
            </a:extLst>
          </p:cNvPr>
          <p:cNvSpPr txBox="1"/>
          <p:nvPr/>
        </p:nvSpPr>
        <p:spPr>
          <a:xfrm>
            <a:off x="3564821" y="3669783"/>
            <a:ext cx="2197222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 </a:t>
            </a:r>
            <a:r>
              <a:rPr kumimoji="1" lang="en" altLang="ko-KR" sz="1200" b="1" spc="-40" dirty="0">
                <a:solidFill>
                  <a:srgbClr val="1894D2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E3AADA-81B7-3AA4-A78F-0EAC281EAAC5}"/>
              </a:ext>
            </a:extLst>
          </p:cNvPr>
          <p:cNvSpPr txBox="1"/>
          <p:nvPr/>
        </p:nvSpPr>
        <p:spPr>
          <a:xfrm>
            <a:off x="6468161" y="3669783"/>
            <a:ext cx="2197222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 입력 내 용입력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6D262A-FCCA-A0A6-2A2D-AF2A897F6143}"/>
              </a:ext>
            </a:extLst>
          </p:cNvPr>
          <p:cNvSpPr txBox="1"/>
          <p:nvPr/>
        </p:nvSpPr>
        <p:spPr>
          <a:xfrm>
            <a:off x="9371502" y="3669783"/>
            <a:ext cx="2197222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kumimoji="1" sz="12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ko-KR" altLang="en-US" dirty="0"/>
              <a:t>내용 입 력내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7ED029-DA11-1D0B-2585-786A437AA1B2}"/>
              </a:ext>
            </a:extLst>
          </p:cNvPr>
          <p:cNvSpPr txBox="1"/>
          <p:nvPr/>
        </p:nvSpPr>
        <p:spPr>
          <a:xfrm>
            <a:off x="665597" y="4005833"/>
            <a:ext cx="2197222" cy="14084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용입력내용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en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용입력 내용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531</a:t>
            </a:r>
            <a:r>
              <a:rPr kumimoji="1" lang="en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력내용</a:t>
            </a:r>
          </a:p>
          <a:p>
            <a:pPr marL="108000" indent="-108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용입력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8520BD-476B-7CB2-4B6A-60EE72F5356C}"/>
              </a:ext>
            </a:extLst>
          </p:cNvPr>
          <p:cNvSpPr txBox="1"/>
          <p:nvPr/>
        </p:nvSpPr>
        <p:spPr>
          <a:xfrm>
            <a:off x="3503983" y="4005833"/>
            <a:ext cx="2338240" cy="14084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38113" indent="-138113">
              <a:lnSpc>
                <a:spcPct val="110000"/>
              </a:lnSpc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108000" indent="-108000"/>
            <a:r>
              <a:rPr lang="ko-KR" altLang="en-US" spc="-60" dirty="0"/>
              <a:t>내용입력 </a:t>
            </a:r>
            <a:r>
              <a:rPr lang="ko-KR" altLang="en-US" spc="-60" dirty="0" err="1"/>
              <a:t>내용입</a:t>
            </a:r>
            <a:r>
              <a:rPr lang="ko-KR" altLang="en-US" spc="-60" dirty="0"/>
              <a:t> 내용입력</a:t>
            </a:r>
          </a:p>
          <a:p>
            <a:pPr marL="108000" indent="-108000"/>
            <a:r>
              <a:rPr lang="ko-KR" altLang="en-US" dirty="0"/>
              <a:t>내용입력 내 용입력내</a:t>
            </a:r>
          </a:p>
          <a:p>
            <a:pPr marL="108000" indent="-108000"/>
            <a:r>
              <a:rPr lang="ko-KR" altLang="en-US" dirty="0"/>
              <a:t>내용 입</a:t>
            </a:r>
            <a:r>
              <a:rPr lang="en-US" altLang="ko-KR" dirty="0"/>
              <a:t>내</a:t>
            </a:r>
            <a:r>
              <a:rPr lang="ko-KR" altLang="en-US" dirty="0"/>
              <a:t>내용</a:t>
            </a:r>
            <a:r>
              <a:rPr lang="en-US" altLang="ko-KR" dirty="0"/>
              <a:t>내</a:t>
            </a:r>
            <a:r>
              <a:rPr lang="ko-KR" altLang="en-US" dirty="0"/>
              <a:t>내용 입력내</a:t>
            </a:r>
          </a:p>
          <a:p>
            <a:pPr marL="108000" indent="-108000"/>
            <a:r>
              <a:rPr lang="ko-KR" altLang="en-US" dirty="0"/>
              <a:t>내용입 력 내 용입력</a:t>
            </a:r>
          </a:p>
          <a:p>
            <a:pPr marL="108000" indent="-108000"/>
            <a:r>
              <a:rPr lang="ko-KR" altLang="en-US" dirty="0"/>
              <a:t>내용입 력내 용 입력 내용</a:t>
            </a:r>
          </a:p>
          <a:p>
            <a:pPr marL="108000" indent="-108000"/>
            <a:r>
              <a:rPr lang="ko-KR" altLang="en-US" dirty="0"/>
              <a:t>내용입 력내용입 력 내</a:t>
            </a:r>
          </a:p>
          <a:p>
            <a:pPr marL="108000" indent="-108000"/>
            <a:r>
              <a:rPr lang="ko-KR" altLang="en-US" dirty="0"/>
              <a:t>내용입 력내용 입력 내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52E294-B523-AB88-BF6E-8C967D375E61}"/>
              </a:ext>
            </a:extLst>
          </p:cNvPr>
          <p:cNvSpPr txBox="1"/>
          <p:nvPr/>
        </p:nvSpPr>
        <p:spPr>
          <a:xfrm>
            <a:off x="6430830" y="4005833"/>
            <a:ext cx="2298778" cy="5959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38113" indent="-138113">
              <a:lnSpc>
                <a:spcPct val="110000"/>
              </a:lnSpc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108000" indent="-108000"/>
            <a:r>
              <a:rPr lang="ko-KR" altLang="en-US"/>
              <a:t>내용입 력 내 </a:t>
            </a:r>
            <a:r>
              <a:rPr lang="en-US" altLang="ko-KR"/>
              <a:t>2</a:t>
            </a:r>
            <a:r>
              <a:rPr lang="ko-KR" altLang="en-US"/>
              <a:t>내 용입</a:t>
            </a:r>
          </a:p>
          <a:p>
            <a:pPr marL="108000" indent="-108000"/>
            <a:r>
              <a:rPr lang="ko-KR" altLang="en-US"/>
              <a:t>내용입 력내 </a:t>
            </a:r>
            <a:r>
              <a:rPr lang="en-US" altLang="ko-KR"/>
              <a:t>5내7</a:t>
            </a:r>
            <a:r>
              <a:rPr lang="ko-KR" altLang="en-US"/>
              <a:t>내용</a:t>
            </a:r>
          </a:p>
          <a:p>
            <a:pPr marL="108000" indent="-108000"/>
            <a:r>
              <a:rPr lang="ko-KR" altLang="en-US"/>
              <a:t>내용입 력내 용 입력내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FF1604-22AE-D572-DE45-5EA4E0F89C9C}"/>
              </a:ext>
            </a:extLst>
          </p:cNvPr>
          <p:cNvSpPr txBox="1"/>
          <p:nvPr/>
        </p:nvSpPr>
        <p:spPr>
          <a:xfrm>
            <a:off x="9281077" y="4005833"/>
            <a:ext cx="2404966" cy="14084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38113" indent="-138113">
              <a:lnSpc>
                <a:spcPct val="110000"/>
              </a:lnSpc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108000" indent="-108000"/>
            <a:r>
              <a:rPr lang="ko-KR" altLang="en-US"/>
              <a:t>내용입</a:t>
            </a:r>
            <a:r>
              <a:rPr lang="en-US" altLang="ko-KR"/>
              <a:t>내 </a:t>
            </a:r>
            <a:r>
              <a:rPr lang="en" altLang="ko-KR"/>
              <a:t>내용입</a:t>
            </a:r>
            <a:r>
              <a:rPr lang="ko-KR" altLang="en-US"/>
              <a:t>내용 </a:t>
            </a:r>
            <a:r>
              <a:rPr lang="en-US" altLang="ko-KR"/>
              <a:t>내 </a:t>
            </a:r>
            <a:r>
              <a:rPr lang="ko-KR" altLang="en-US"/>
              <a:t>내용 </a:t>
            </a:r>
            <a:r>
              <a:rPr lang="en-US" altLang="ko-KR"/>
              <a:t>내 </a:t>
            </a:r>
            <a:r>
              <a:rPr lang="ko-KR" altLang="en-US"/>
              <a:t>내용</a:t>
            </a:r>
          </a:p>
          <a:p>
            <a:pPr marL="108000" indent="-108000"/>
            <a:r>
              <a:rPr lang="en" altLang="ko-KR"/>
              <a:t>내용입력내 </a:t>
            </a:r>
            <a:r>
              <a:rPr lang="ko-KR" altLang="en-US"/>
              <a:t>내용 입</a:t>
            </a:r>
            <a:r>
              <a:rPr lang="en-US" altLang="ko-KR"/>
              <a:t>내 </a:t>
            </a:r>
            <a:r>
              <a:rPr lang="ko-KR" altLang="en-US"/>
              <a:t>내용</a:t>
            </a:r>
            <a:r>
              <a:rPr lang="en-US" altLang="ko-KR"/>
              <a:t>4</a:t>
            </a:r>
            <a:r>
              <a:rPr lang="ko-KR" altLang="en-US"/>
              <a:t>내용</a:t>
            </a:r>
          </a:p>
          <a:p>
            <a:pPr marL="108000" indent="-108000"/>
            <a:r>
              <a:rPr lang="en" altLang="ko-KR"/>
              <a:t>내용입 력</a:t>
            </a:r>
            <a:r>
              <a:rPr lang="ko-KR" altLang="en-US"/>
              <a:t>내용입 력내용</a:t>
            </a:r>
            <a:r>
              <a:rPr lang="en-US" altLang="ko-KR"/>
              <a:t>내</a:t>
            </a:r>
          </a:p>
          <a:p>
            <a:pPr marL="108000" indent="-108000"/>
            <a:r>
              <a:rPr lang="ko-KR" altLang="en-US"/>
              <a:t>내용입 력내</a:t>
            </a:r>
            <a:r>
              <a:rPr lang="en-US" altLang="ko-KR"/>
              <a:t>내 </a:t>
            </a:r>
            <a:r>
              <a:rPr lang="ko-KR" altLang="en-US"/>
              <a:t>내용입력</a:t>
            </a:r>
          </a:p>
          <a:p>
            <a:pPr marL="108000" indent="-108000"/>
            <a:r>
              <a:rPr lang="ko-KR" altLang="en-US"/>
              <a:t>내용입 력내용 입 </a:t>
            </a:r>
            <a:r>
              <a:rPr lang="en-US" altLang="ko-KR"/>
              <a:t>내</a:t>
            </a:r>
            <a:r>
              <a:rPr lang="en" altLang="ko-KR"/>
              <a:t>내용입력</a:t>
            </a:r>
          </a:p>
          <a:p>
            <a:pPr marL="108000" indent="-108000"/>
            <a:r>
              <a:rPr lang="ko-KR" altLang="en-US"/>
              <a:t>내용 입력내 용 입력내용</a:t>
            </a:r>
          </a:p>
          <a:p>
            <a:pPr marL="108000" indent="-108000"/>
            <a:r>
              <a:rPr lang="ko-KR" altLang="en-US"/>
              <a:t>내용입 력내 용입력 내용입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F94E1C-3800-57D4-5F98-3BCCE103F6A2}"/>
              </a:ext>
            </a:extLst>
          </p:cNvPr>
          <p:cNvSpPr txBox="1"/>
          <p:nvPr/>
        </p:nvSpPr>
        <p:spPr>
          <a:xfrm>
            <a:off x="6468161" y="4762010"/>
            <a:ext cx="2197222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</a:t>
            </a:r>
            <a:r>
              <a:rPr kumimoji="1" lang="en-US" altLang="ko-KR" sz="1200" b="1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</a:t>
            </a:r>
            <a:r>
              <a:rPr kumimoji="1" lang="ko-KR" altLang="en-US" sz="1200" b="1" spc="-40" dirty="0">
                <a:solidFill>
                  <a:srgbClr val="0070C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 내 용입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5566FD-5197-CFBD-DE54-C3FE3215F5A2}"/>
              </a:ext>
            </a:extLst>
          </p:cNvPr>
          <p:cNvSpPr txBox="1"/>
          <p:nvPr/>
        </p:nvSpPr>
        <p:spPr>
          <a:xfrm>
            <a:off x="6430830" y="5088012"/>
            <a:ext cx="2298778" cy="7990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38113" indent="-138113">
              <a:lnSpc>
                <a:spcPct val="110000"/>
              </a:lnSpc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108000" indent="-108000"/>
            <a:r>
              <a:rPr lang="ko-KR" altLang="en-US"/>
              <a:t>내용입력 내</a:t>
            </a:r>
          </a:p>
          <a:p>
            <a:pPr marL="108000" indent="-108000"/>
            <a:r>
              <a:rPr lang="ko-KR" altLang="en-US"/>
              <a:t>내용 입력내 용입 력 </a:t>
            </a:r>
          </a:p>
          <a:p>
            <a:pPr marL="108000" indent="-108000"/>
            <a:r>
              <a:rPr lang="ko-KR" altLang="en-US"/>
              <a:t>내용 입력내 용입력 내용입</a:t>
            </a:r>
          </a:p>
          <a:p>
            <a:pPr marL="108000" indent="-108000"/>
            <a:r>
              <a:rPr lang="ko-KR" altLang="en-US"/>
              <a:t>내용 입력 내 용 입력 내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E07CEF8-74D5-EAEC-576C-7F553AC3C31F}"/>
              </a:ext>
            </a:extLst>
          </p:cNvPr>
          <p:cNvSpPr/>
          <p:nvPr/>
        </p:nvSpPr>
        <p:spPr>
          <a:xfrm>
            <a:off x="0" y="-351693"/>
            <a:ext cx="1283953" cy="2951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내용입 </a:t>
            </a:r>
            <a:r>
              <a:rPr lang="en-US" altLang="ko-KR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내</a:t>
            </a:r>
            <a:endParaRPr lang="ko-KR" altLang="en-US" sz="1400" b="1" spc="-5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atin typeface="+mn-ea"/>
            </a:endParaRPr>
          </a:p>
        </p:txBody>
      </p:sp>
      <p:sp>
        <p:nvSpPr>
          <p:cNvPr id="42" name="자유형: 도형 41">
            <a:extLst>
              <a:ext uri="{FF2B5EF4-FFF2-40B4-BE49-F238E27FC236}">
                <a16:creationId xmlns:a16="http://schemas.microsoft.com/office/drawing/2014/main" id="{B3962FD4-1869-4B50-BEBE-6EC2A144E39E}"/>
              </a:ext>
            </a:extLst>
          </p:cNvPr>
          <p:cNvSpPr/>
          <p:nvPr/>
        </p:nvSpPr>
        <p:spPr>
          <a:xfrm>
            <a:off x="1649353" y="1739318"/>
            <a:ext cx="23921" cy="23739"/>
          </a:xfrm>
          <a:custGeom>
            <a:avLst/>
            <a:gdLst>
              <a:gd name="connsiteX0" fmla="*/ 23922 w 23921"/>
              <a:gd name="connsiteY0" fmla="*/ 0 h 23739"/>
              <a:gd name="connsiteX1" fmla="*/ 0 w 23921"/>
              <a:gd name="connsiteY1" fmla="*/ 0 h 23739"/>
              <a:gd name="connsiteX2" fmla="*/ 6632 w 23921"/>
              <a:gd name="connsiteY2" fmla="*/ 23740 h 23739"/>
              <a:gd name="connsiteX3" fmla="*/ 17290 w 23921"/>
              <a:gd name="connsiteY3" fmla="*/ 23740 h 23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21" h="23739">
                <a:moveTo>
                  <a:pt x="23922" y="0"/>
                </a:moveTo>
                <a:lnTo>
                  <a:pt x="0" y="0"/>
                </a:lnTo>
                <a:lnTo>
                  <a:pt x="6632" y="23740"/>
                </a:lnTo>
                <a:lnTo>
                  <a:pt x="17290" y="23740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3" name="자유형: 도형 42">
            <a:extLst>
              <a:ext uri="{FF2B5EF4-FFF2-40B4-BE49-F238E27FC236}">
                <a16:creationId xmlns:a16="http://schemas.microsoft.com/office/drawing/2014/main" id="{110FE8C4-D603-8600-FD9D-B20F2C71E9A6}"/>
              </a:ext>
            </a:extLst>
          </p:cNvPr>
          <p:cNvSpPr/>
          <p:nvPr/>
        </p:nvSpPr>
        <p:spPr>
          <a:xfrm>
            <a:off x="1623611" y="1777709"/>
            <a:ext cx="75404" cy="17238"/>
          </a:xfrm>
          <a:custGeom>
            <a:avLst/>
            <a:gdLst>
              <a:gd name="connsiteX0" fmla="*/ 0 w 75404"/>
              <a:gd name="connsiteY0" fmla="*/ 0 h 17238"/>
              <a:gd name="connsiteX1" fmla="*/ 75404 w 75404"/>
              <a:gd name="connsiteY1" fmla="*/ 0 h 17238"/>
              <a:gd name="connsiteX2" fmla="*/ 75404 w 75404"/>
              <a:gd name="connsiteY2" fmla="*/ 17238 h 17238"/>
              <a:gd name="connsiteX3" fmla="*/ 0 w 75404"/>
              <a:gd name="connsiteY3" fmla="*/ 17238 h 17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404" h="17238">
                <a:moveTo>
                  <a:pt x="0" y="0"/>
                </a:moveTo>
                <a:lnTo>
                  <a:pt x="75404" y="0"/>
                </a:lnTo>
                <a:lnTo>
                  <a:pt x="75404" y="17238"/>
                </a:lnTo>
                <a:lnTo>
                  <a:pt x="0" y="17238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4" name="자유형: 도형 43">
            <a:extLst>
              <a:ext uri="{FF2B5EF4-FFF2-40B4-BE49-F238E27FC236}">
                <a16:creationId xmlns:a16="http://schemas.microsoft.com/office/drawing/2014/main" id="{D5B838D0-06CA-1D5D-34F9-FE28E4AE0DD9}"/>
              </a:ext>
            </a:extLst>
          </p:cNvPr>
          <p:cNvSpPr/>
          <p:nvPr/>
        </p:nvSpPr>
        <p:spPr>
          <a:xfrm>
            <a:off x="1624227" y="1809598"/>
            <a:ext cx="74173" cy="24093"/>
          </a:xfrm>
          <a:custGeom>
            <a:avLst/>
            <a:gdLst>
              <a:gd name="connsiteX0" fmla="*/ 12751 w 74173"/>
              <a:gd name="connsiteY0" fmla="*/ 24093 h 24093"/>
              <a:gd name="connsiteX1" fmla="*/ 61422 w 74173"/>
              <a:gd name="connsiteY1" fmla="*/ 24093 h 24093"/>
              <a:gd name="connsiteX2" fmla="*/ 74173 w 74173"/>
              <a:gd name="connsiteY2" fmla="*/ 0 h 24093"/>
              <a:gd name="connsiteX3" fmla="*/ 0 w 74173"/>
              <a:gd name="connsiteY3" fmla="*/ 0 h 24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173" h="24093">
                <a:moveTo>
                  <a:pt x="12751" y="24093"/>
                </a:moveTo>
                <a:lnTo>
                  <a:pt x="61422" y="24093"/>
                </a:lnTo>
                <a:lnTo>
                  <a:pt x="7417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9F2071F7-FD9A-97AF-76C8-B5EA5512B3AD}"/>
              </a:ext>
            </a:extLst>
          </p:cNvPr>
          <p:cNvSpPr/>
          <p:nvPr/>
        </p:nvSpPr>
        <p:spPr>
          <a:xfrm>
            <a:off x="1653991" y="1583642"/>
            <a:ext cx="14651" cy="24418"/>
          </a:xfrm>
          <a:custGeom>
            <a:avLst/>
            <a:gdLst>
              <a:gd name="connsiteX0" fmla="*/ 0 w 14651"/>
              <a:gd name="connsiteY0" fmla="*/ 0 h 24418"/>
              <a:gd name="connsiteX1" fmla="*/ 14651 w 14651"/>
              <a:gd name="connsiteY1" fmla="*/ 0 h 24418"/>
              <a:gd name="connsiteX2" fmla="*/ 14651 w 14651"/>
              <a:gd name="connsiteY2" fmla="*/ 24419 h 24418"/>
              <a:gd name="connsiteX3" fmla="*/ 0 w 14651"/>
              <a:gd name="connsiteY3" fmla="*/ 24419 h 2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51" h="24418">
                <a:moveTo>
                  <a:pt x="0" y="0"/>
                </a:moveTo>
                <a:lnTo>
                  <a:pt x="14651" y="0"/>
                </a:lnTo>
                <a:lnTo>
                  <a:pt x="14651" y="24419"/>
                </a:lnTo>
                <a:lnTo>
                  <a:pt x="0" y="24419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DC569CA5-07F1-A62C-1990-690796343C70}"/>
              </a:ext>
            </a:extLst>
          </p:cNvPr>
          <p:cNvSpPr/>
          <p:nvPr/>
        </p:nvSpPr>
        <p:spPr>
          <a:xfrm rot="18058415">
            <a:off x="1703617" y="1603601"/>
            <a:ext cx="24435" cy="14661"/>
          </a:xfrm>
          <a:custGeom>
            <a:avLst/>
            <a:gdLst>
              <a:gd name="connsiteX0" fmla="*/ 0 w 24435"/>
              <a:gd name="connsiteY0" fmla="*/ 0 h 14661"/>
              <a:gd name="connsiteX1" fmla="*/ 24436 w 24435"/>
              <a:gd name="connsiteY1" fmla="*/ 0 h 14661"/>
              <a:gd name="connsiteX2" fmla="*/ 24436 w 24435"/>
              <a:gd name="connsiteY2" fmla="*/ 14661 h 14661"/>
              <a:gd name="connsiteX3" fmla="*/ 0 w 24435"/>
              <a:gd name="connsiteY3" fmla="*/ 14661 h 14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35" h="14661">
                <a:moveTo>
                  <a:pt x="0" y="0"/>
                </a:moveTo>
                <a:lnTo>
                  <a:pt x="24436" y="0"/>
                </a:lnTo>
                <a:lnTo>
                  <a:pt x="24436" y="14661"/>
                </a:lnTo>
                <a:lnTo>
                  <a:pt x="0" y="14661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18CECB00-C2C0-1AD9-9A21-880BE525F0B3}"/>
              </a:ext>
            </a:extLst>
          </p:cNvPr>
          <p:cNvSpPr/>
          <p:nvPr/>
        </p:nvSpPr>
        <p:spPr>
          <a:xfrm rot="19913831">
            <a:off x="1742342" y="1644565"/>
            <a:ext cx="24416" cy="14649"/>
          </a:xfrm>
          <a:custGeom>
            <a:avLst/>
            <a:gdLst>
              <a:gd name="connsiteX0" fmla="*/ 0 w 24416"/>
              <a:gd name="connsiteY0" fmla="*/ 0 h 14649"/>
              <a:gd name="connsiteX1" fmla="*/ 24416 w 24416"/>
              <a:gd name="connsiteY1" fmla="*/ 0 h 14649"/>
              <a:gd name="connsiteX2" fmla="*/ 24416 w 24416"/>
              <a:gd name="connsiteY2" fmla="*/ 14649 h 14649"/>
              <a:gd name="connsiteX3" fmla="*/ 0 w 24416"/>
              <a:gd name="connsiteY3" fmla="*/ 14649 h 14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16" h="14649">
                <a:moveTo>
                  <a:pt x="0" y="0"/>
                </a:moveTo>
                <a:lnTo>
                  <a:pt x="24416" y="0"/>
                </a:lnTo>
                <a:lnTo>
                  <a:pt x="24416" y="14649"/>
                </a:lnTo>
                <a:lnTo>
                  <a:pt x="0" y="14649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25C3BF7C-2797-8428-8358-0E9685B66C75}"/>
              </a:ext>
            </a:extLst>
          </p:cNvPr>
          <p:cNvSpPr/>
          <p:nvPr/>
        </p:nvSpPr>
        <p:spPr>
          <a:xfrm rot="16375348">
            <a:off x="1759628" y="1694956"/>
            <a:ext cx="14655" cy="24426"/>
          </a:xfrm>
          <a:custGeom>
            <a:avLst/>
            <a:gdLst>
              <a:gd name="connsiteX0" fmla="*/ 0 w 14655"/>
              <a:gd name="connsiteY0" fmla="*/ 0 h 24426"/>
              <a:gd name="connsiteX1" fmla="*/ 14656 w 14655"/>
              <a:gd name="connsiteY1" fmla="*/ 0 h 24426"/>
              <a:gd name="connsiteX2" fmla="*/ 14656 w 14655"/>
              <a:gd name="connsiteY2" fmla="*/ 24426 h 24426"/>
              <a:gd name="connsiteX3" fmla="*/ 0 w 14655"/>
              <a:gd name="connsiteY3" fmla="*/ 24426 h 24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55" h="24426">
                <a:moveTo>
                  <a:pt x="0" y="0"/>
                </a:moveTo>
                <a:lnTo>
                  <a:pt x="14656" y="0"/>
                </a:lnTo>
                <a:lnTo>
                  <a:pt x="14656" y="24426"/>
                </a:lnTo>
                <a:lnTo>
                  <a:pt x="0" y="24426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F35DBBE6-831A-167A-8E3B-89DC2BAA417B}"/>
              </a:ext>
            </a:extLst>
          </p:cNvPr>
          <p:cNvSpPr/>
          <p:nvPr/>
        </p:nvSpPr>
        <p:spPr>
          <a:xfrm rot="18231897">
            <a:off x="1741488" y="1748589"/>
            <a:ext cx="14645" cy="24408"/>
          </a:xfrm>
          <a:custGeom>
            <a:avLst/>
            <a:gdLst>
              <a:gd name="connsiteX0" fmla="*/ 0 w 14645"/>
              <a:gd name="connsiteY0" fmla="*/ 0 h 24408"/>
              <a:gd name="connsiteX1" fmla="*/ 14645 w 14645"/>
              <a:gd name="connsiteY1" fmla="*/ 0 h 24408"/>
              <a:gd name="connsiteX2" fmla="*/ 14645 w 14645"/>
              <a:gd name="connsiteY2" fmla="*/ 24409 h 24408"/>
              <a:gd name="connsiteX3" fmla="*/ 0 w 14645"/>
              <a:gd name="connsiteY3" fmla="*/ 24409 h 24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45" h="24408">
                <a:moveTo>
                  <a:pt x="0" y="0"/>
                </a:moveTo>
                <a:lnTo>
                  <a:pt x="14645" y="0"/>
                </a:lnTo>
                <a:lnTo>
                  <a:pt x="14645" y="24409"/>
                </a:lnTo>
                <a:lnTo>
                  <a:pt x="0" y="24409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A8259250-367F-EB60-420D-1E6C13ACB023}"/>
              </a:ext>
            </a:extLst>
          </p:cNvPr>
          <p:cNvSpPr/>
          <p:nvPr/>
        </p:nvSpPr>
        <p:spPr>
          <a:xfrm rot="19741585">
            <a:off x="1599606" y="1598781"/>
            <a:ext cx="14661" cy="24435"/>
          </a:xfrm>
          <a:custGeom>
            <a:avLst/>
            <a:gdLst>
              <a:gd name="connsiteX0" fmla="*/ 0 w 14661"/>
              <a:gd name="connsiteY0" fmla="*/ 0 h 24435"/>
              <a:gd name="connsiteX1" fmla="*/ 14662 w 14661"/>
              <a:gd name="connsiteY1" fmla="*/ 0 h 24435"/>
              <a:gd name="connsiteX2" fmla="*/ 14662 w 14661"/>
              <a:gd name="connsiteY2" fmla="*/ 24436 h 24435"/>
              <a:gd name="connsiteX3" fmla="*/ 0 w 14661"/>
              <a:gd name="connsiteY3" fmla="*/ 24436 h 24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61" h="24435">
                <a:moveTo>
                  <a:pt x="0" y="0"/>
                </a:moveTo>
                <a:lnTo>
                  <a:pt x="14662" y="0"/>
                </a:lnTo>
                <a:lnTo>
                  <a:pt x="14662" y="24436"/>
                </a:lnTo>
                <a:lnTo>
                  <a:pt x="0" y="24436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2" name="자유형: 도형 51">
            <a:extLst>
              <a:ext uri="{FF2B5EF4-FFF2-40B4-BE49-F238E27FC236}">
                <a16:creationId xmlns:a16="http://schemas.microsoft.com/office/drawing/2014/main" id="{CF0BF61C-548E-83AC-3F0C-BDF131C5B429}"/>
              </a:ext>
            </a:extLst>
          </p:cNvPr>
          <p:cNvSpPr/>
          <p:nvPr/>
        </p:nvSpPr>
        <p:spPr>
          <a:xfrm rot="17886169">
            <a:off x="1560689" y="1639863"/>
            <a:ext cx="14649" cy="24416"/>
          </a:xfrm>
          <a:custGeom>
            <a:avLst/>
            <a:gdLst>
              <a:gd name="connsiteX0" fmla="*/ 0 w 14649"/>
              <a:gd name="connsiteY0" fmla="*/ 0 h 24416"/>
              <a:gd name="connsiteX1" fmla="*/ 14650 w 14649"/>
              <a:gd name="connsiteY1" fmla="*/ 0 h 24416"/>
              <a:gd name="connsiteX2" fmla="*/ 14650 w 14649"/>
              <a:gd name="connsiteY2" fmla="*/ 24416 h 24416"/>
              <a:gd name="connsiteX3" fmla="*/ 0 w 14649"/>
              <a:gd name="connsiteY3" fmla="*/ 24416 h 24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49" h="24416">
                <a:moveTo>
                  <a:pt x="0" y="0"/>
                </a:moveTo>
                <a:lnTo>
                  <a:pt x="14650" y="0"/>
                </a:lnTo>
                <a:lnTo>
                  <a:pt x="14650" y="24416"/>
                </a:lnTo>
                <a:lnTo>
                  <a:pt x="0" y="24416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3" name="자유형: 도형 52">
            <a:extLst>
              <a:ext uri="{FF2B5EF4-FFF2-40B4-BE49-F238E27FC236}">
                <a16:creationId xmlns:a16="http://schemas.microsoft.com/office/drawing/2014/main" id="{3C1D1692-B094-1C8B-AFA0-09C71187538D}"/>
              </a:ext>
            </a:extLst>
          </p:cNvPr>
          <p:cNvSpPr/>
          <p:nvPr/>
        </p:nvSpPr>
        <p:spPr>
          <a:xfrm rot="21424652">
            <a:off x="1543643" y="1699882"/>
            <a:ext cx="24426" cy="14655"/>
          </a:xfrm>
          <a:custGeom>
            <a:avLst/>
            <a:gdLst>
              <a:gd name="connsiteX0" fmla="*/ 0 w 24426"/>
              <a:gd name="connsiteY0" fmla="*/ 0 h 14655"/>
              <a:gd name="connsiteX1" fmla="*/ 24426 w 24426"/>
              <a:gd name="connsiteY1" fmla="*/ 0 h 14655"/>
              <a:gd name="connsiteX2" fmla="*/ 24426 w 24426"/>
              <a:gd name="connsiteY2" fmla="*/ 14656 h 14655"/>
              <a:gd name="connsiteX3" fmla="*/ 0 w 24426"/>
              <a:gd name="connsiteY3" fmla="*/ 14656 h 14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26" h="14655">
                <a:moveTo>
                  <a:pt x="0" y="0"/>
                </a:moveTo>
                <a:lnTo>
                  <a:pt x="24426" y="0"/>
                </a:lnTo>
                <a:lnTo>
                  <a:pt x="24426" y="14656"/>
                </a:lnTo>
                <a:lnTo>
                  <a:pt x="0" y="14656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4" name="자유형: 도형 53">
            <a:extLst>
              <a:ext uri="{FF2B5EF4-FFF2-40B4-BE49-F238E27FC236}">
                <a16:creationId xmlns:a16="http://schemas.microsoft.com/office/drawing/2014/main" id="{FCD6E336-51AD-A3B5-DF50-16ADAF55A198}"/>
              </a:ext>
            </a:extLst>
          </p:cNvPr>
          <p:cNvSpPr/>
          <p:nvPr/>
        </p:nvSpPr>
        <p:spPr>
          <a:xfrm rot="19568103">
            <a:off x="1561438" y="1753396"/>
            <a:ext cx="24408" cy="14645"/>
          </a:xfrm>
          <a:custGeom>
            <a:avLst/>
            <a:gdLst>
              <a:gd name="connsiteX0" fmla="*/ 0 w 24408"/>
              <a:gd name="connsiteY0" fmla="*/ 0 h 14645"/>
              <a:gd name="connsiteX1" fmla="*/ 24408 w 24408"/>
              <a:gd name="connsiteY1" fmla="*/ 0 h 14645"/>
              <a:gd name="connsiteX2" fmla="*/ 24408 w 24408"/>
              <a:gd name="connsiteY2" fmla="*/ 14645 h 14645"/>
              <a:gd name="connsiteX3" fmla="*/ 0 w 24408"/>
              <a:gd name="connsiteY3" fmla="*/ 14645 h 14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08" h="14645">
                <a:moveTo>
                  <a:pt x="0" y="0"/>
                </a:moveTo>
                <a:lnTo>
                  <a:pt x="24408" y="0"/>
                </a:lnTo>
                <a:lnTo>
                  <a:pt x="24408" y="14645"/>
                </a:lnTo>
                <a:lnTo>
                  <a:pt x="0" y="14645"/>
                </a:ln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81D7EEC1-1FA9-4CD9-1C55-0D036F8396BA}"/>
              </a:ext>
            </a:extLst>
          </p:cNvPr>
          <p:cNvGrpSpPr/>
          <p:nvPr/>
        </p:nvGrpSpPr>
        <p:grpSpPr>
          <a:xfrm>
            <a:off x="284489" y="991163"/>
            <a:ext cx="426088" cy="426088"/>
            <a:chOff x="284489" y="903299"/>
            <a:chExt cx="426088" cy="426088"/>
          </a:xfrm>
        </p:grpSpPr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B1112244-3DA0-984E-020A-167F12E1E03D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11" name="그래픽 110">
              <a:extLst>
                <a:ext uri="{FF2B5EF4-FFF2-40B4-BE49-F238E27FC236}">
                  <a16:creationId xmlns:a16="http://schemas.microsoft.com/office/drawing/2014/main" id="{7160F59B-C7A3-31E5-8793-8ECA1F71D7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271682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C04F5-DDEF-97DB-4A1C-F8321116C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175E19-9FFD-12BA-1B13-59225AF14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</a:t>
            </a:r>
            <a:r>
              <a:rPr lang="en-US" altLang="ko-KR" dirty="0"/>
              <a:t>내 </a:t>
            </a:r>
            <a:r>
              <a:rPr lang="ko-KR" altLang="en-US" dirty="0"/>
              <a:t>내용  입 </a:t>
            </a:r>
            <a:r>
              <a:rPr lang="en-US" altLang="ko-KR" sz="2000" dirty="0"/>
              <a:t>내5164용 7입</a:t>
            </a:r>
            <a:endParaRPr lang="ko-KR" altLang="en-US" dirty="0"/>
          </a:p>
        </p:txBody>
      </p:sp>
      <p:grpSp>
        <p:nvGrpSpPr>
          <p:cNvPr id="354" name="그룹 353">
            <a:extLst>
              <a:ext uri="{FF2B5EF4-FFF2-40B4-BE49-F238E27FC236}">
                <a16:creationId xmlns:a16="http://schemas.microsoft.com/office/drawing/2014/main" id="{E8988FD8-3367-56C6-7F5C-B1F088C44963}"/>
              </a:ext>
            </a:extLst>
          </p:cNvPr>
          <p:cNvGrpSpPr/>
          <p:nvPr/>
        </p:nvGrpSpPr>
        <p:grpSpPr>
          <a:xfrm>
            <a:off x="634929" y="1540085"/>
            <a:ext cx="3372455" cy="221279"/>
            <a:chOff x="634929" y="1572321"/>
            <a:chExt cx="3372455" cy="221279"/>
          </a:xfrm>
        </p:grpSpPr>
        <p:pic>
          <p:nvPicPr>
            <p:cNvPr id="8" name="그래픽 7">
              <a:extLst>
                <a:ext uri="{FF2B5EF4-FFF2-40B4-BE49-F238E27FC236}">
                  <a16:creationId xmlns:a16="http://schemas.microsoft.com/office/drawing/2014/main" id="{7DA46D0A-A511-B282-DECD-C55774116E2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34929" y="1601612"/>
              <a:ext cx="148842" cy="14884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CAE914D-3D59-0034-FDC2-6E95871C249B}"/>
                </a:ext>
              </a:extLst>
            </p:cNvPr>
            <p:cNvSpPr txBox="1"/>
            <p:nvPr/>
          </p:nvSpPr>
          <p:spPr>
            <a:xfrm>
              <a:off x="851948" y="1572321"/>
              <a:ext cx="3155436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 용</a:t>
              </a:r>
              <a:r>
                <a:rPr kumimoji="1" lang="en-US" altLang="ko-KR" sz="14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 </a:t>
              </a:r>
              <a:r>
                <a:rPr kumimoji="1" lang="en" altLang="ko-KR" sz="14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</a:t>
              </a:r>
            </a:p>
          </p:txBody>
        </p:sp>
      </p:grpSp>
      <p:grpSp>
        <p:nvGrpSpPr>
          <p:cNvPr id="352" name="그룹 351">
            <a:extLst>
              <a:ext uri="{FF2B5EF4-FFF2-40B4-BE49-F238E27FC236}">
                <a16:creationId xmlns:a16="http://schemas.microsoft.com/office/drawing/2014/main" id="{1E869EB8-AFB7-D874-F3E3-6FAC7458178B}"/>
              </a:ext>
            </a:extLst>
          </p:cNvPr>
          <p:cNvGrpSpPr/>
          <p:nvPr/>
        </p:nvGrpSpPr>
        <p:grpSpPr>
          <a:xfrm>
            <a:off x="634929" y="1794996"/>
            <a:ext cx="5286477" cy="221279"/>
            <a:chOff x="634929" y="1827232"/>
            <a:chExt cx="5286477" cy="221279"/>
          </a:xfrm>
        </p:grpSpPr>
        <p:pic>
          <p:nvPicPr>
            <p:cNvPr id="12" name="그래픽 11">
              <a:extLst>
                <a:ext uri="{FF2B5EF4-FFF2-40B4-BE49-F238E27FC236}">
                  <a16:creationId xmlns:a16="http://schemas.microsoft.com/office/drawing/2014/main" id="{CB15D61E-53DD-A697-2182-E6DF93B8CA9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34929" y="1865401"/>
              <a:ext cx="148842" cy="148842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4660A7E-CECB-31CF-12C7-EF0D731D8189}"/>
                </a:ext>
              </a:extLst>
            </p:cNvPr>
            <p:cNvSpPr txBox="1"/>
            <p:nvPr/>
          </p:nvSpPr>
          <p:spPr>
            <a:xfrm>
              <a:off x="851948" y="1827232"/>
              <a:ext cx="5069458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</a:t>
              </a:r>
              <a:r>
                <a:rPr kumimoji="1" lang="ko-KR" altLang="en-US" sz="1400" b="1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ko-KR" altLang="en-US" sz="14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</a:t>
              </a:r>
            </a:p>
          </p:txBody>
        </p:sp>
      </p:grpSp>
      <p:cxnSp>
        <p:nvCxnSpPr>
          <p:cNvPr id="331" name="직선 연결선 330">
            <a:extLst>
              <a:ext uri="{FF2B5EF4-FFF2-40B4-BE49-F238E27FC236}">
                <a16:creationId xmlns:a16="http://schemas.microsoft.com/office/drawing/2014/main" id="{0F57E0BB-AE39-0579-7583-224AF4BC2B65}"/>
              </a:ext>
            </a:extLst>
          </p:cNvPr>
          <p:cNvCxnSpPr/>
          <p:nvPr/>
        </p:nvCxnSpPr>
        <p:spPr>
          <a:xfrm>
            <a:off x="8000888" y="1087763"/>
            <a:ext cx="0" cy="5387248"/>
          </a:xfrm>
          <a:prstGeom prst="line">
            <a:avLst/>
          </a:prstGeom>
          <a:solidFill>
            <a:schemeClr val="bg1"/>
          </a:solidFill>
          <a:ln w="19050" cap="rnd">
            <a:solidFill>
              <a:schemeClr val="bg1">
                <a:lumMod val="85000"/>
              </a:schemeClr>
            </a:solidFill>
            <a:prstDash val="sysDot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61" name="그룹 360">
            <a:extLst>
              <a:ext uri="{FF2B5EF4-FFF2-40B4-BE49-F238E27FC236}">
                <a16:creationId xmlns:a16="http://schemas.microsoft.com/office/drawing/2014/main" id="{BC7C4BEE-9EB2-DE2C-4107-3B82224BBB90}"/>
              </a:ext>
            </a:extLst>
          </p:cNvPr>
          <p:cNvGrpSpPr/>
          <p:nvPr/>
        </p:nvGrpSpPr>
        <p:grpSpPr>
          <a:xfrm>
            <a:off x="548733" y="2257163"/>
            <a:ext cx="7218525" cy="4080674"/>
            <a:chOff x="548733" y="2226341"/>
            <a:chExt cx="7218525" cy="4080674"/>
          </a:xfrm>
        </p:grpSpPr>
        <p:cxnSp>
          <p:nvCxnSpPr>
            <p:cNvPr id="121" name="꺾인 연결선[E] 231">
              <a:extLst>
                <a:ext uri="{FF2B5EF4-FFF2-40B4-BE49-F238E27FC236}">
                  <a16:creationId xmlns:a16="http://schemas.microsoft.com/office/drawing/2014/main" id="{B5CF11E9-1973-EA8C-0CE7-FE1BA212D13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162825" y="2348963"/>
              <a:ext cx="12700" cy="5616081"/>
            </a:xfrm>
            <a:prstGeom prst="bentConnector3">
              <a:avLst>
                <a:gd name="adj1" fmla="val 1800000"/>
              </a:avLst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모서리가 둥근 직사각형 188">
              <a:extLst>
                <a:ext uri="{FF2B5EF4-FFF2-40B4-BE49-F238E27FC236}">
                  <a16:creationId xmlns:a16="http://schemas.microsoft.com/office/drawing/2014/main" id="{E6D5559B-E78B-D8B4-F655-28A5707E1001}"/>
                </a:ext>
              </a:extLst>
            </p:cNvPr>
            <p:cNvSpPr/>
            <p:nvPr/>
          </p:nvSpPr>
          <p:spPr>
            <a:xfrm>
              <a:off x="724785" y="5211030"/>
              <a:ext cx="1260000" cy="653381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" name="직선 연결선[R] 222">
              <a:extLst>
                <a:ext uri="{FF2B5EF4-FFF2-40B4-BE49-F238E27FC236}">
                  <a16:creationId xmlns:a16="http://schemas.microsoft.com/office/drawing/2014/main" id="{2B49CF97-AB4D-71FA-493D-11D7660B6361}"/>
                </a:ext>
              </a:extLst>
            </p:cNvPr>
            <p:cNvCxnSpPr>
              <a:cxnSpLocks/>
              <a:stCxn id="27" idx="2"/>
              <a:endCxn id="92" idx="0"/>
            </p:cNvCxnSpPr>
            <p:nvPr/>
          </p:nvCxnSpPr>
          <p:spPr>
            <a:xfrm>
              <a:off x="4159603" y="2496341"/>
              <a:ext cx="0" cy="26093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모서리가 둥근 직사각형 98">
              <a:extLst>
                <a:ext uri="{FF2B5EF4-FFF2-40B4-BE49-F238E27FC236}">
                  <a16:creationId xmlns:a16="http://schemas.microsoft.com/office/drawing/2014/main" id="{2AD8E794-148D-2786-AE19-BA5EE195523B}"/>
                </a:ext>
              </a:extLst>
            </p:cNvPr>
            <p:cNvSpPr/>
            <p:nvPr/>
          </p:nvSpPr>
          <p:spPr>
            <a:xfrm>
              <a:off x="3495997" y="2226341"/>
              <a:ext cx="1327212" cy="270000"/>
            </a:xfrm>
            <a:prstGeom prst="roundRect">
              <a:avLst>
                <a:gd name="adj" fmla="val 15121"/>
              </a:avLst>
            </a:prstGeom>
            <a:solidFill>
              <a:srgbClr val="129AEF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129AE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200" b="1" spc="-4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</a:t>
              </a:r>
            </a:p>
          </p:txBody>
        </p:sp>
        <p:sp>
          <p:nvSpPr>
            <p:cNvPr id="28" name="모서리가 둥근 직사각형 99">
              <a:extLst>
                <a:ext uri="{FF2B5EF4-FFF2-40B4-BE49-F238E27FC236}">
                  <a16:creationId xmlns:a16="http://schemas.microsoft.com/office/drawing/2014/main" id="{222AAF3B-A71D-475A-47BC-836F6635F287}"/>
                </a:ext>
              </a:extLst>
            </p:cNvPr>
            <p:cNvSpPr/>
            <p:nvPr/>
          </p:nvSpPr>
          <p:spPr>
            <a:xfrm>
              <a:off x="3495997" y="2665715"/>
              <a:ext cx="1327212" cy="270000"/>
            </a:xfrm>
            <a:prstGeom prst="roundRect">
              <a:avLst>
                <a:gd name="adj" fmla="val 18208"/>
              </a:avLst>
            </a:prstGeom>
            <a:solidFill>
              <a:srgbClr val="2788BB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129AE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200" b="1" spc="-4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sp>
          <p:nvSpPr>
            <p:cNvPr id="29" name="모서리가 둥근 직사각형 164">
              <a:extLst>
                <a:ext uri="{FF2B5EF4-FFF2-40B4-BE49-F238E27FC236}">
                  <a16:creationId xmlns:a16="http://schemas.microsoft.com/office/drawing/2014/main" id="{7BD3F3F5-F8C6-8E2D-5D88-E148AEAC12C7}"/>
                </a:ext>
              </a:extLst>
            </p:cNvPr>
            <p:cNvSpPr/>
            <p:nvPr/>
          </p:nvSpPr>
          <p:spPr>
            <a:xfrm>
              <a:off x="4887119" y="2456418"/>
              <a:ext cx="1003248" cy="252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69850" contourW="1270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chemeClr val="bg1">
                  <a:lumMod val="75000"/>
                </a:schemeClr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2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</a:t>
              </a:r>
              <a:endPara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  <p:cxnSp>
          <p:nvCxnSpPr>
            <p:cNvPr id="30" name="직선 연결선[R] 224">
              <a:extLst>
                <a:ext uri="{FF2B5EF4-FFF2-40B4-BE49-F238E27FC236}">
                  <a16:creationId xmlns:a16="http://schemas.microsoft.com/office/drawing/2014/main" id="{BDB2E80F-6976-6F5D-E5BE-E27BA6005679}"/>
                </a:ext>
              </a:extLst>
            </p:cNvPr>
            <p:cNvCxnSpPr>
              <a:cxnSpLocks/>
            </p:cNvCxnSpPr>
            <p:nvPr/>
          </p:nvCxnSpPr>
          <p:spPr>
            <a:xfrm>
              <a:off x="4156272" y="2582418"/>
              <a:ext cx="72692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[R] 226">
              <a:extLst>
                <a:ext uri="{FF2B5EF4-FFF2-40B4-BE49-F238E27FC236}">
                  <a16:creationId xmlns:a16="http://schemas.microsoft.com/office/drawing/2014/main" id="{50EDDE86-0309-94C5-3CC7-70480DB8E04F}"/>
                </a:ext>
              </a:extLst>
            </p:cNvPr>
            <p:cNvCxnSpPr>
              <a:cxnSpLocks/>
            </p:cNvCxnSpPr>
            <p:nvPr/>
          </p:nvCxnSpPr>
          <p:spPr>
            <a:xfrm>
              <a:off x="3421877" y="3028843"/>
              <a:ext cx="72692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모서리가 둥근 직사각형 165">
              <a:extLst>
                <a:ext uri="{FF2B5EF4-FFF2-40B4-BE49-F238E27FC236}">
                  <a16:creationId xmlns:a16="http://schemas.microsoft.com/office/drawing/2014/main" id="{A4E94A17-E3DF-F831-C863-296C1BBCE172}"/>
                </a:ext>
              </a:extLst>
            </p:cNvPr>
            <p:cNvSpPr/>
            <p:nvPr/>
          </p:nvSpPr>
          <p:spPr>
            <a:xfrm>
              <a:off x="2416405" y="2902843"/>
              <a:ext cx="1003248" cy="252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69850" contourW="1270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chemeClr val="bg1">
                  <a:lumMod val="75000"/>
                </a:schemeClr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en" altLang="ko-KR" sz="12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내용입 </a:t>
              </a:r>
              <a:r>
                <a:rPr kumimoji="1" lang="ko-KR" altLang="en-US" sz="12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</a:t>
              </a:r>
            </a:p>
          </p:txBody>
        </p:sp>
        <p:grpSp>
          <p:nvGrpSpPr>
            <p:cNvPr id="324" name="그룹 323">
              <a:extLst>
                <a:ext uri="{FF2B5EF4-FFF2-40B4-BE49-F238E27FC236}">
                  <a16:creationId xmlns:a16="http://schemas.microsoft.com/office/drawing/2014/main" id="{CFD4FD68-77D9-750A-5F95-7E2E20B378E7}"/>
                </a:ext>
              </a:extLst>
            </p:cNvPr>
            <p:cNvGrpSpPr/>
            <p:nvPr/>
          </p:nvGrpSpPr>
          <p:grpSpPr>
            <a:xfrm>
              <a:off x="2290743" y="3280523"/>
              <a:ext cx="3718667" cy="178421"/>
              <a:chOff x="2290743" y="3280524"/>
              <a:chExt cx="3718667" cy="145350"/>
            </a:xfrm>
          </p:grpSpPr>
          <p:cxnSp>
            <p:nvCxnSpPr>
              <p:cNvPr id="33" name="직선 연결선[R] 234">
                <a:extLst>
                  <a:ext uri="{FF2B5EF4-FFF2-40B4-BE49-F238E27FC236}">
                    <a16:creationId xmlns:a16="http://schemas.microsoft.com/office/drawing/2014/main" id="{EF692ACF-6CB7-A2EB-6FF8-70A98E61D6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0743" y="3280524"/>
                <a:ext cx="0" cy="14535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[R] 241">
                <a:extLst>
                  <a:ext uri="{FF2B5EF4-FFF2-40B4-BE49-F238E27FC236}">
                    <a16:creationId xmlns:a16="http://schemas.microsoft.com/office/drawing/2014/main" id="{B1C02D36-4460-7C24-8247-B1F6BBB09A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9455" y="3280524"/>
                <a:ext cx="0" cy="14535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[R] 242">
                <a:extLst>
                  <a:ext uri="{FF2B5EF4-FFF2-40B4-BE49-F238E27FC236}">
                    <a16:creationId xmlns:a16="http://schemas.microsoft.com/office/drawing/2014/main" id="{F2FAE8E3-C709-CFAC-832B-BB1E97B2B6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12884" y="3280524"/>
                <a:ext cx="0" cy="14535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[R] 243">
                <a:extLst>
                  <a:ext uri="{FF2B5EF4-FFF2-40B4-BE49-F238E27FC236}">
                    <a16:creationId xmlns:a16="http://schemas.microsoft.com/office/drawing/2014/main" id="{D2B1CAED-FE5F-0E20-E65F-EEAD875DE2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09410" y="3280524"/>
                <a:ext cx="0" cy="14535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7" name="꺾인 연결선[E] 219">
              <a:extLst>
                <a:ext uri="{FF2B5EF4-FFF2-40B4-BE49-F238E27FC236}">
                  <a16:creationId xmlns:a16="http://schemas.microsoft.com/office/drawing/2014/main" id="{AC560EA9-8E12-85EB-33CD-A3FDFAD3C52E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157587" y="447637"/>
              <a:ext cx="12700" cy="6096698"/>
            </a:xfrm>
            <a:prstGeom prst="bentConnector3">
              <a:avLst>
                <a:gd name="adj1" fmla="val 1800000"/>
              </a:avLst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모서리가 둥근 직사각형 101">
              <a:extLst>
                <a:ext uri="{FF2B5EF4-FFF2-40B4-BE49-F238E27FC236}">
                  <a16:creationId xmlns:a16="http://schemas.microsoft.com/office/drawing/2014/main" id="{50812B68-843D-6644-909E-F9ECAF269FF5}"/>
                </a:ext>
              </a:extLst>
            </p:cNvPr>
            <p:cNvSpPr/>
            <p:nvPr/>
          </p:nvSpPr>
          <p:spPr>
            <a:xfrm>
              <a:off x="554923" y="3547949"/>
              <a:ext cx="1108630" cy="853240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9" name="모서리가 둥근 직사각형 102">
              <a:extLst>
                <a:ext uri="{FF2B5EF4-FFF2-40B4-BE49-F238E27FC236}">
                  <a16:creationId xmlns:a16="http://schemas.microsoft.com/office/drawing/2014/main" id="{347F7786-B151-4443-85EE-8BEAE328B9C9}"/>
                </a:ext>
              </a:extLst>
            </p:cNvPr>
            <p:cNvSpPr/>
            <p:nvPr/>
          </p:nvSpPr>
          <p:spPr>
            <a:xfrm>
              <a:off x="1754043" y="3547948"/>
              <a:ext cx="1108630" cy="1054591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0" name="모서리가 둥근 직사각형 103">
              <a:extLst>
                <a:ext uri="{FF2B5EF4-FFF2-40B4-BE49-F238E27FC236}">
                  <a16:creationId xmlns:a16="http://schemas.microsoft.com/office/drawing/2014/main" id="{EBB96A59-EC04-BE37-EDF8-677C9FCC5520}"/>
                </a:ext>
              </a:extLst>
            </p:cNvPr>
            <p:cNvSpPr/>
            <p:nvPr/>
          </p:nvSpPr>
          <p:spPr>
            <a:xfrm>
              <a:off x="2954960" y="3547948"/>
              <a:ext cx="1108630" cy="1054591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1" name="모서리가 둥근 직사각형 104">
              <a:extLst>
                <a:ext uri="{FF2B5EF4-FFF2-40B4-BE49-F238E27FC236}">
                  <a16:creationId xmlns:a16="http://schemas.microsoft.com/office/drawing/2014/main" id="{A894B9E2-9AE9-E58B-136C-C5937357BEBF}"/>
                </a:ext>
              </a:extLst>
            </p:cNvPr>
            <p:cNvSpPr/>
            <p:nvPr/>
          </p:nvSpPr>
          <p:spPr>
            <a:xfrm>
              <a:off x="4255615" y="3547947"/>
              <a:ext cx="1108630" cy="1250977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2" name="모서리가 둥근 직사각형 105">
              <a:extLst>
                <a:ext uri="{FF2B5EF4-FFF2-40B4-BE49-F238E27FC236}">
                  <a16:creationId xmlns:a16="http://schemas.microsoft.com/office/drawing/2014/main" id="{B94F250B-CD9E-E4C5-9E16-D2FF062559A1}"/>
                </a:ext>
              </a:extLst>
            </p:cNvPr>
            <p:cNvSpPr/>
            <p:nvPr/>
          </p:nvSpPr>
          <p:spPr>
            <a:xfrm>
              <a:off x="5454736" y="3547948"/>
              <a:ext cx="1108630" cy="1054591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3" name="모서리가 둥근 직사각형 106">
              <a:extLst>
                <a:ext uri="{FF2B5EF4-FFF2-40B4-BE49-F238E27FC236}">
                  <a16:creationId xmlns:a16="http://schemas.microsoft.com/office/drawing/2014/main" id="{21B8092E-92EC-4942-1C47-D20D1823385B}"/>
                </a:ext>
              </a:extLst>
            </p:cNvPr>
            <p:cNvSpPr/>
            <p:nvPr/>
          </p:nvSpPr>
          <p:spPr>
            <a:xfrm>
              <a:off x="6655652" y="3547948"/>
              <a:ext cx="1108630" cy="853240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4" name="모서리가 둥근 직사각형 100">
              <a:extLst>
                <a:ext uri="{FF2B5EF4-FFF2-40B4-BE49-F238E27FC236}">
                  <a16:creationId xmlns:a16="http://schemas.microsoft.com/office/drawing/2014/main" id="{D0A95CDF-2629-1742-A2B4-931087CDFF76}"/>
                </a:ext>
              </a:extLst>
            </p:cNvPr>
            <p:cNvSpPr/>
            <p:nvPr/>
          </p:nvSpPr>
          <p:spPr>
            <a:xfrm>
              <a:off x="548733" y="3449094"/>
              <a:ext cx="1117416" cy="252000"/>
            </a:xfrm>
            <a:prstGeom prst="roundRect">
              <a:avLst>
                <a:gd name="adj" fmla="val 16071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sp>
          <p:nvSpPr>
            <p:cNvPr id="45" name="모서리가 둥근 직사각형 108">
              <a:extLst>
                <a:ext uri="{FF2B5EF4-FFF2-40B4-BE49-F238E27FC236}">
                  <a16:creationId xmlns:a16="http://schemas.microsoft.com/office/drawing/2014/main" id="{14485DFF-9787-6627-5231-7163BB829F55}"/>
                </a:ext>
              </a:extLst>
            </p:cNvPr>
            <p:cNvSpPr/>
            <p:nvPr/>
          </p:nvSpPr>
          <p:spPr>
            <a:xfrm>
              <a:off x="1755231" y="3449094"/>
              <a:ext cx="1116000" cy="252000"/>
            </a:xfrm>
            <a:prstGeom prst="roundRect">
              <a:avLst>
                <a:gd name="adj" fmla="val 19711"/>
              </a:avLst>
            </a:prstGeom>
            <a:solidFill>
              <a:srgbClr val="00BBC0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ACB0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내용입력내</a:t>
              </a:r>
            </a:p>
          </p:txBody>
        </p:sp>
        <p:sp>
          <p:nvSpPr>
            <p:cNvPr id="46" name="모서리가 둥근 직사각형 109">
              <a:extLst>
                <a:ext uri="{FF2B5EF4-FFF2-40B4-BE49-F238E27FC236}">
                  <a16:creationId xmlns:a16="http://schemas.microsoft.com/office/drawing/2014/main" id="{0FEC4957-2E50-C94B-E062-743B76F2A6B4}"/>
                </a:ext>
              </a:extLst>
            </p:cNvPr>
            <p:cNvSpPr/>
            <p:nvPr/>
          </p:nvSpPr>
          <p:spPr>
            <a:xfrm>
              <a:off x="2947970" y="3449094"/>
              <a:ext cx="1115620" cy="252000"/>
            </a:xfrm>
            <a:prstGeom prst="roundRect">
              <a:avLst>
                <a:gd name="adj" fmla="val 18554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 dirty="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sp>
          <p:nvSpPr>
            <p:cNvPr id="47" name="모서리가 둥근 직사각형 110">
              <a:extLst>
                <a:ext uri="{FF2B5EF4-FFF2-40B4-BE49-F238E27FC236}">
                  <a16:creationId xmlns:a16="http://schemas.microsoft.com/office/drawing/2014/main" id="{ED115CEF-7C33-C1D1-1D4C-07A049F19259}"/>
                </a:ext>
              </a:extLst>
            </p:cNvPr>
            <p:cNvSpPr/>
            <p:nvPr/>
          </p:nvSpPr>
          <p:spPr>
            <a:xfrm>
              <a:off x="4254635" y="3449094"/>
              <a:ext cx="1116000" cy="252000"/>
            </a:xfrm>
            <a:prstGeom prst="roundRect">
              <a:avLst>
                <a:gd name="adj" fmla="val 17297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sp>
          <p:nvSpPr>
            <p:cNvPr id="48" name="모서리가 둥근 직사각형 111">
              <a:extLst>
                <a:ext uri="{FF2B5EF4-FFF2-40B4-BE49-F238E27FC236}">
                  <a16:creationId xmlns:a16="http://schemas.microsoft.com/office/drawing/2014/main" id="{36F307CA-6DA6-BEB0-C46C-F3E3754339FE}"/>
                </a:ext>
              </a:extLst>
            </p:cNvPr>
            <p:cNvSpPr/>
            <p:nvPr/>
          </p:nvSpPr>
          <p:spPr>
            <a:xfrm>
              <a:off x="5452137" y="3449094"/>
              <a:ext cx="1116000" cy="252000"/>
            </a:xfrm>
            <a:prstGeom prst="roundRect">
              <a:avLst>
                <a:gd name="adj" fmla="val 18555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 dirty="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내용입력내</a:t>
              </a:r>
            </a:p>
          </p:txBody>
        </p:sp>
        <p:sp>
          <p:nvSpPr>
            <p:cNvPr id="49" name="모서리가 둥근 직사각형 112">
              <a:extLst>
                <a:ext uri="{FF2B5EF4-FFF2-40B4-BE49-F238E27FC236}">
                  <a16:creationId xmlns:a16="http://schemas.microsoft.com/office/drawing/2014/main" id="{B9E62E8F-69DF-CEF5-1331-AC9DAAFC7A9F}"/>
                </a:ext>
              </a:extLst>
            </p:cNvPr>
            <p:cNvSpPr/>
            <p:nvPr/>
          </p:nvSpPr>
          <p:spPr>
            <a:xfrm>
              <a:off x="6651258" y="3449094"/>
              <a:ext cx="1116000" cy="252000"/>
            </a:xfrm>
            <a:prstGeom prst="roundRect">
              <a:avLst>
                <a:gd name="adj" fmla="val 19211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 dirty="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내용입력내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F09283C-C303-21E9-7C0D-33D5F5F0C567}"/>
                </a:ext>
              </a:extLst>
            </p:cNvPr>
            <p:cNvSpPr txBox="1"/>
            <p:nvPr/>
          </p:nvSpPr>
          <p:spPr>
            <a:xfrm>
              <a:off x="554923" y="378033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51" name="직선 연결선[R] 117">
              <a:extLst>
                <a:ext uri="{FF2B5EF4-FFF2-40B4-BE49-F238E27FC236}">
                  <a16:creationId xmlns:a16="http://schemas.microsoft.com/office/drawing/2014/main" id="{BED69D86-F7F0-D36E-B8C8-1C96F41E3F17}"/>
                </a:ext>
              </a:extLst>
            </p:cNvPr>
            <p:cNvCxnSpPr>
              <a:cxnSpLocks/>
            </p:cNvCxnSpPr>
            <p:nvPr/>
          </p:nvCxnSpPr>
          <p:spPr>
            <a:xfrm>
              <a:off x="624510" y="3946239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2AEF5BA-45BD-858E-C696-04ADC3F1BBE4}"/>
                </a:ext>
              </a:extLst>
            </p:cNvPr>
            <p:cNvSpPr txBox="1"/>
            <p:nvPr/>
          </p:nvSpPr>
          <p:spPr>
            <a:xfrm>
              <a:off x="554923" y="3980764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53" name="직선 연결선[R] 121">
              <a:extLst>
                <a:ext uri="{FF2B5EF4-FFF2-40B4-BE49-F238E27FC236}">
                  <a16:creationId xmlns:a16="http://schemas.microsoft.com/office/drawing/2014/main" id="{08B3DB2F-C472-1404-7320-588513BF7E32}"/>
                </a:ext>
              </a:extLst>
            </p:cNvPr>
            <p:cNvCxnSpPr>
              <a:cxnSpLocks/>
            </p:cNvCxnSpPr>
            <p:nvPr/>
          </p:nvCxnSpPr>
          <p:spPr>
            <a:xfrm>
              <a:off x="624510" y="4156092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45C5414-0561-1B9C-0CA5-EF1BC2516B2A}"/>
                </a:ext>
              </a:extLst>
            </p:cNvPr>
            <p:cNvSpPr txBox="1"/>
            <p:nvPr/>
          </p:nvSpPr>
          <p:spPr>
            <a:xfrm>
              <a:off x="554923" y="4190617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2A10964-942D-ACA2-22C9-D2C9FE9CEF74}"/>
                </a:ext>
              </a:extLst>
            </p:cNvPr>
            <p:cNvSpPr txBox="1"/>
            <p:nvPr/>
          </p:nvSpPr>
          <p:spPr>
            <a:xfrm>
              <a:off x="1752994" y="378033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</a:p>
          </p:txBody>
        </p:sp>
        <p:cxnSp>
          <p:nvCxnSpPr>
            <p:cNvPr id="56" name="직선 연결선[R] 125">
              <a:extLst>
                <a:ext uri="{FF2B5EF4-FFF2-40B4-BE49-F238E27FC236}">
                  <a16:creationId xmlns:a16="http://schemas.microsoft.com/office/drawing/2014/main" id="{95C4CA60-1666-E0BC-99C3-DEE9AD12D5BB}"/>
                </a:ext>
              </a:extLst>
            </p:cNvPr>
            <p:cNvCxnSpPr>
              <a:cxnSpLocks/>
            </p:cNvCxnSpPr>
            <p:nvPr/>
          </p:nvCxnSpPr>
          <p:spPr>
            <a:xfrm>
              <a:off x="1822582" y="3946239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CDE2415-D60F-B089-DE9E-0798760BADED}"/>
                </a:ext>
              </a:extLst>
            </p:cNvPr>
            <p:cNvSpPr txBox="1"/>
            <p:nvPr/>
          </p:nvSpPr>
          <p:spPr>
            <a:xfrm>
              <a:off x="1752994" y="3980764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58" name="직선 연결선[R] 127">
              <a:extLst>
                <a:ext uri="{FF2B5EF4-FFF2-40B4-BE49-F238E27FC236}">
                  <a16:creationId xmlns:a16="http://schemas.microsoft.com/office/drawing/2014/main" id="{CA2C0AC0-CCEE-1949-4AEB-F2EC8BB9EFD0}"/>
                </a:ext>
              </a:extLst>
            </p:cNvPr>
            <p:cNvCxnSpPr>
              <a:cxnSpLocks/>
            </p:cNvCxnSpPr>
            <p:nvPr/>
          </p:nvCxnSpPr>
          <p:spPr>
            <a:xfrm>
              <a:off x="1822582" y="4156092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0501DA7-9CA9-ABB1-B87E-FE88991CDAFC}"/>
                </a:ext>
              </a:extLst>
            </p:cNvPr>
            <p:cNvSpPr txBox="1"/>
            <p:nvPr/>
          </p:nvSpPr>
          <p:spPr>
            <a:xfrm>
              <a:off x="1752994" y="4190617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cxnSp>
          <p:nvCxnSpPr>
            <p:cNvPr id="60" name="직선 연결선[R] 129">
              <a:extLst>
                <a:ext uri="{FF2B5EF4-FFF2-40B4-BE49-F238E27FC236}">
                  <a16:creationId xmlns:a16="http://schemas.microsoft.com/office/drawing/2014/main" id="{DFCB5F07-BB4E-552F-4F01-297C29F67835}"/>
                </a:ext>
              </a:extLst>
            </p:cNvPr>
            <p:cNvCxnSpPr>
              <a:cxnSpLocks/>
            </p:cNvCxnSpPr>
            <p:nvPr/>
          </p:nvCxnSpPr>
          <p:spPr>
            <a:xfrm>
              <a:off x="1822582" y="4366663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0A42748-26AC-986D-99C4-1A94401439B6}"/>
                </a:ext>
              </a:extLst>
            </p:cNvPr>
            <p:cNvSpPr txBox="1"/>
            <p:nvPr/>
          </p:nvSpPr>
          <p:spPr>
            <a:xfrm>
              <a:off x="1762470" y="4405926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80" dirty="0">
                  <a:solidFill>
                    <a:srgbClr val="00C2C7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내용입력내</a:t>
              </a:r>
              <a:r>
                <a:rPr kumimoji="1" lang="en-US" altLang="ko-KR" sz="1000" spc="-80" dirty="0">
                  <a:solidFill>
                    <a:srgbClr val="00C2C7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000" spc="-80" dirty="0">
                  <a:solidFill>
                    <a:srgbClr val="00C2C7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en-US" altLang="ko-KR" sz="1000" spc="-80" dirty="0">
                  <a:solidFill>
                    <a:srgbClr val="00C2C7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endParaRPr kumimoji="1" lang="ko-KR" altLang="en-US" sz="1000" spc="-80" dirty="0">
                <a:solidFill>
                  <a:srgbClr val="00C2C7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EBEE6A7-B1CE-BA75-2F27-B12DB237228E}"/>
                </a:ext>
              </a:extLst>
            </p:cNvPr>
            <p:cNvSpPr txBox="1"/>
            <p:nvPr/>
          </p:nvSpPr>
          <p:spPr>
            <a:xfrm>
              <a:off x="2956825" y="378033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cxnSp>
          <p:nvCxnSpPr>
            <p:cNvPr id="63" name="직선 연결선[R] 132">
              <a:extLst>
                <a:ext uri="{FF2B5EF4-FFF2-40B4-BE49-F238E27FC236}">
                  <a16:creationId xmlns:a16="http://schemas.microsoft.com/office/drawing/2014/main" id="{E98A6E09-3A4A-5857-5BA7-8882A3875F4F}"/>
                </a:ext>
              </a:extLst>
            </p:cNvPr>
            <p:cNvCxnSpPr>
              <a:cxnSpLocks/>
            </p:cNvCxnSpPr>
            <p:nvPr/>
          </p:nvCxnSpPr>
          <p:spPr>
            <a:xfrm>
              <a:off x="3026413" y="3946239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56711FD-C7E0-CAED-735F-1BAAC369B48E}"/>
                </a:ext>
              </a:extLst>
            </p:cNvPr>
            <p:cNvSpPr txBox="1"/>
            <p:nvPr/>
          </p:nvSpPr>
          <p:spPr>
            <a:xfrm>
              <a:off x="2956825" y="3980764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cxnSp>
          <p:nvCxnSpPr>
            <p:cNvPr id="65" name="직선 연결선[R] 134">
              <a:extLst>
                <a:ext uri="{FF2B5EF4-FFF2-40B4-BE49-F238E27FC236}">
                  <a16:creationId xmlns:a16="http://schemas.microsoft.com/office/drawing/2014/main" id="{4894FEE7-A152-DBB0-0058-47918ED11123}"/>
                </a:ext>
              </a:extLst>
            </p:cNvPr>
            <p:cNvCxnSpPr>
              <a:cxnSpLocks/>
            </p:cNvCxnSpPr>
            <p:nvPr/>
          </p:nvCxnSpPr>
          <p:spPr>
            <a:xfrm>
              <a:off x="3026413" y="4156092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3EF34E9-1C10-DEBD-A546-4D7C256E96AD}"/>
                </a:ext>
              </a:extLst>
            </p:cNvPr>
            <p:cNvSpPr txBox="1"/>
            <p:nvPr/>
          </p:nvSpPr>
          <p:spPr>
            <a:xfrm>
              <a:off x="2956825" y="4190617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67" name="직선 연결선[R] 136">
              <a:extLst>
                <a:ext uri="{FF2B5EF4-FFF2-40B4-BE49-F238E27FC236}">
                  <a16:creationId xmlns:a16="http://schemas.microsoft.com/office/drawing/2014/main" id="{AB49284F-FDF3-7451-62A1-D31AB4452CCD}"/>
                </a:ext>
              </a:extLst>
            </p:cNvPr>
            <p:cNvCxnSpPr>
              <a:cxnSpLocks/>
            </p:cNvCxnSpPr>
            <p:nvPr/>
          </p:nvCxnSpPr>
          <p:spPr>
            <a:xfrm>
              <a:off x="3026413" y="4366663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BA0FFF9-6D8D-CCFC-F726-6F94A1D09A68}"/>
                </a:ext>
              </a:extLst>
            </p:cNvPr>
            <p:cNvSpPr txBox="1"/>
            <p:nvPr/>
          </p:nvSpPr>
          <p:spPr>
            <a:xfrm>
              <a:off x="2956825" y="440118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en" altLang="ko-KR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0EE4793-6CA5-F3C4-C1C9-61B16F21443B}"/>
                </a:ext>
              </a:extLst>
            </p:cNvPr>
            <p:cNvSpPr txBox="1"/>
            <p:nvPr/>
          </p:nvSpPr>
          <p:spPr>
            <a:xfrm>
              <a:off x="4254636" y="378033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70" name="직선 연결선[R] 139">
              <a:extLst>
                <a:ext uri="{FF2B5EF4-FFF2-40B4-BE49-F238E27FC236}">
                  <a16:creationId xmlns:a16="http://schemas.microsoft.com/office/drawing/2014/main" id="{94717824-8FBF-BE3F-2A8A-800A1D1F1CEC}"/>
                </a:ext>
              </a:extLst>
            </p:cNvPr>
            <p:cNvCxnSpPr>
              <a:cxnSpLocks/>
            </p:cNvCxnSpPr>
            <p:nvPr/>
          </p:nvCxnSpPr>
          <p:spPr>
            <a:xfrm>
              <a:off x="4324223" y="3946239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4CC9C66-74F0-683E-F24C-99FF26949261}"/>
                </a:ext>
              </a:extLst>
            </p:cNvPr>
            <p:cNvSpPr txBox="1"/>
            <p:nvPr/>
          </p:nvSpPr>
          <p:spPr>
            <a:xfrm>
              <a:off x="4254636" y="3980764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72" name="직선 연결선[R] 141">
              <a:extLst>
                <a:ext uri="{FF2B5EF4-FFF2-40B4-BE49-F238E27FC236}">
                  <a16:creationId xmlns:a16="http://schemas.microsoft.com/office/drawing/2014/main" id="{462CE0D7-A75D-E36E-B889-C91E90A3B34B}"/>
                </a:ext>
              </a:extLst>
            </p:cNvPr>
            <p:cNvCxnSpPr>
              <a:cxnSpLocks/>
            </p:cNvCxnSpPr>
            <p:nvPr/>
          </p:nvCxnSpPr>
          <p:spPr>
            <a:xfrm>
              <a:off x="4324223" y="4156092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5EDB82B-B570-2BC6-A956-6084C96C82FC}"/>
                </a:ext>
              </a:extLst>
            </p:cNvPr>
            <p:cNvSpPr txBox="1"/>
            <p:nvPr/>
          </p:nvSpPr>
          <p:spPr>
            <a:xfrm>
              <a:off x="4254636" y="4190617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74" name="직선 연결선[R] 143">
              <a:extLst>
                <a:ext uri="{FF2B5EF4-FFF2-40B4-BE49-F238E27FC236}">
                  <a16:creationId xmlns:a16="http://schemas.microsoft.com/office/drawing/2014/main" id="{7C0419DC-FA92-791F-1A20-6E61BF4AD618}"/>
                </a:ext>
              </a:extLst>
            </p:cNvPr>
            <p:cNvCxnSpPr>
              <a:cxnSpLocks/>
            </p:cNvCxnSpPr>
            <p:nvPr/>
          </p:nvCxnSpPr>
          <p:spPr>
            <a:xfrm>
              <a:off x="4324223" y="4366663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27EE17D-1962-4F69-1C11-3CB749A67067}"/>
                </a:ext>
              </a:extLst>
            </p:cNvPr>
            <p:cNvSpPr txBox="1"/>
            <p:nvPr/>
          </p:nvSpPr>
          <p:spPr>
            <a:xfrm>
              <a:off x="4254636" y="440118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76" name="직선 연결선[R] 145">
              <a:extLst>
                <a:ext uri="{FF2B5EF4-FFF2-40B4-BE49-F238E27FC236}">
                  <a16:creationId xmlns:a16="http://schemas.microsoft.com/office/drawing/2014/main" id="{3937F7D8-4244-6AD4-235D-252079708E2E}"/>
                </a:ext>
              </a:extLst>
            </p:cNvPr>
            <p:cNvCxnSpPr>
              <a:cxnSpLocks/>
            </p:cNvCxnSpPr>
            <p:nvPr/>
          </p:nvCxnSpPr>
          <p:spPr>
            <a:xfrm>
              <a:off x="4324223" y="4568014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F5A66F9-4FC7-61BA-BDCD-9DF7F2FA8559}"/>
                </a:ext>
              </a:extLst>
            </p:cNvPr>
            <p:cNvSpPr txBox="1"/>
            <p:nvPr/>
          </p:nvSpPr>
          <p:spPr>
            <a:xfrm>
              <a:off x="4254636" y="4602539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FB27052-EA86-0526-C1B9-4CD8FB0971B8}"/>
                </a:ext>
              </a:extLst>
            </p:cNvPr>
            <p:cNvSpPr txBox="1"/>
            <p:nvPr/>
          </p:nvSpPr>
          <p:spPr>
            <a:xfrm>
              <a:off x="5446947" y="378033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cxnSp>
          <p:nvCxnSpPr>
            <p:cNvPr id="79" name="직선 연결선[R] 148">
              <a:extLst>
                <a:ext uri="{FF2B5EF4-FFF2-40B4-BE49-F238E27FC236}">
                  <a16:creationId xmlns:a16="http://schemas.microsoft.com/office/drawing/2014/main" id="{26769F6F-AED5-1B52-9A7F-785B5FEB42A6}"/>
                </a:ext>
              </a:extLst>
            </p:cNvPr>
            <p:cNvCxnSpPr>
              <a:cxnSpLocks/>
            </p:cNvCxnSpPr>
            <p:nvPr/>
          </p:nvCxnSpPr>
          <p:spPr>
            <a:xfrm>
              <a:off x="5516534" y="3946239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E18E0B3-A9DA-CADD-FFDC-8B3BC45DAAD3}"/>
                </a:ext>
              </a:extLst>
            </p:cNvPr>
            <p:cNvSpPr txBox="1"/>
            <p:nvPr/>
          </p:nvSpPr>
          <p:spPr>
            <a:xfrm>
              <a:off x="5446947" y="3980764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81" name="직선 연결선[R] 150">
              <a:extLst>
                <a:ext uri="{FF2B5EF4-FFF2-40B4-BE49-F238E27FC236}">
                  <a16:creationId xmlns:a16="http://schemas.microsoft.com/office/drawing/2014/main" id="{DF97B688-A9B3-ED34-712B-F75E7BB7F803}"/>
                </a:ext>
              </a:extLst>
            </p:cNvPr>
            <p:cNvCxnSpPr>
              <a:cxnSpLocks/>
            </p:cNvCxnSpPr>
            <p:nvPr/>
          </p:nvCxnSpPr>
          <p:spPr>
            <a:xfrm>
              <a:off x="5516534" y="4156092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54A530C-D98D-0AB8-0496-9EB328F4D1AA}"/>
                </a:ext>
              </a:extLst>
            </p:cNvPr>
            <p:cNvSpPr txBox="1"/>
            <p:nvPr/>
          </p:nvSpPr>
          <p:spPr>
            <a:xfrm>
              <a:off x="5446947" y="4190617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cxnSp>
          <p:nvCxnSpPr>
            <p:cNvPr id="83" name="직선 연결선[R] 152">
              <a:extLst>
                <a:ext uri="{FF2B5EF4-FFF2-40B4-BE49-F238E27FC236}">
                  <a16:creationId xmlns:a16="http://schemas.microsoft.com/office/drawing/2014/main" id="{E84CB1AB-8BB3-965C-7CC9-F629910E2EE6}"/>
                </a:ext>
              </a:extLst>
            </p:cNvPr>
            <p:cNvCxnSpPr>
              <a:cxnSpLocks/>
            </p:cNvCxnSpPr>
            <p:nvPr/>
          </p:nvCxnSpPr>
          <p:spPr>
            <a:xfrm>
              <a:off x="5516534" y="4366663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D03FD0F-B0E3-2A26-681E-FCCAFE858F03}"/>
                </a:ext>
              </a:extLst>
            </p:cNvPr>
            <p:cNvSpPr txBox="1"/>
            <p:nvPr/>
          </p:nvSpPr>
          <p:spPr>
            <a:xfrm>
              <a:off x="5446947" y="440118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144168D-74B0-C4EF-0053-30E9CF2CD0FB}"/>
                </a:ext>
              </a:extLst>
            </p:cNvPr>
            <p:cNvSpPr txBox="1"/>
            <p:nvPr/>
          </p:nvSpPr>
          <p:spPr>
            <a:xfrm>
              <a:off x="6656538" y="3780338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cxnSp>
          <p:nvCxnSpPr>
            <p:cNvPr id="86" name="직선 연결선[R] 157">
              <a:extLst>
                <a:ext uri="{FF2B5EF4-FFF2-40B4-BE49-F238E27FC236}">
                  <a16:creationId xmlns:a16="http://schemas.microsoft.com/office/drawing/2014/main" id="{E9D56E33-F9A0-34C9-90CD-194B29760CE3}"/>
                </a:ext>
              </a:extLst>
            </p:cNvPr>
            <p:cNvCxnSpPr>
              <a:cxnSpLocks/>
            </p:cNvCxnSpPr>
            <p:nvPr/>
          </p:nvCxnSpPr>
          <p:spPr>
            <a:xfrm>
              <a:off x="6726125" y="3946239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B128FAE-9D98-784F-A97C-2A1ADFFEA6DC}"/>
                </a:ext>
              </a:extLst>
            </p:cNvPr>
            <p:cNvSpPr txBox="1"/>
            <p:nvPr/>
          </p:nvSpPr>
          <p:spPr>
            <a:xfrm>
              <a:off x="6656538" y="3980764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</a:t>
              </a:r>
            </a:p>
          </p:txBody>
        </p:sp>
        <p:cxnSp>
          <p:nvCxnSpPr>
            <p:cNvPr id="88" name="직선 연결선[R] 159">
              <a:extLst>
                <a:ext uri="{FF2B5EF4-FFF2-40B4-BE49-F238E27FC236}">
                  <a16:creationId xmlns:a16="http://schemas.microsoft.com/office/drawing/2014/main" id="{D43456ED-1E7F-CD7A-C635-CA24F9E1C802}"/>
                </a:ext>
              </a:extLst>
            </p:cNvPr>
            <p:cNvCxnSpPr>
              <a:cxnSpLocks/>
            </p:cNvCxnSpPr>
            <p:nvPr/>
          </p:nvCxnSpPr>
          <p:spPr>
            <a:xfrm>
              <a:off x="6726125" y="4156092"/>
              <a:ext cx="969456" cy="0"/>
            </a:xfrm>
            <a:prstGeom prst="line">
              <a:avLst/>
            </a:prstGeom>
            <a:solidFill>
              <a:schemeClr val="bg1"/>
            </a:solidFill>
            <a:ln w="6350" cap="rnd">
              <a:solidFill>
                <a:schemeClr val="bg1">
                  <a:lumMod val="85000"/>
                </a:schemeClr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77344EBE-F104-45BC-538E-159382F9F9B0}"/>
                </a:ext>
              </a:extLst>
            </p:cNvPr>
            <p:cNvSpPr txBox="1"/>
            <p:nvPr/>
          </p:nvSpPr>
          <p:spPr>
            <a:xfrm>
              <a:off x="6656538" y="4190617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90" name="모서리가 둥근 직사각형 166">
              <a:extLst>
                <a:ext uri="{FF2B5EF4-FFF2-40B4-BE49-F238E27FC236}">
                  <a16:creationId xmlns:a16="http://schemas.microsoft.com/office/drawing/2014/main" id="{F29AD687-3256-679D-3258-93CE35E87220}"/>
                </a:ext>
              </a:extLst>
            </p:cNvPr>
            <p:cNvSpPr/>
            <p:nvPr/>
          </p:nvSpPr>
          <p:spPr>
            <a:xfrm>
              <a:off x="3529603" y="5211030"/>
              <a:ext cx="1260000" cy="1095985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CF05659-36BD-17B1-C31C-141F714B2A1B}"/>
                </a:ext>
              </a:extLst>
            </p:cNvPr>
            <p:cNvSpPr txBox="1"/>
            <p:nvPr/>
          </p:nvSpPr>
          <p:spPr>
            <a:xfrm>
              <a:off x="3441439" y="5432789"/>
              <a:ext cx="1436328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4A0675EA-3BF2-6A54-448E-6A532C297A43}"/>
                </a:ext>
              </a:extLst>
            </p:cNvPr>
            <p:cNvSpPr txBox="1"/>
            <p:nvPr/>
          </p:nvSpPr>
          <p:spPr>
            <a:xfrm>
              <a:off x="3606187" y="5648600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72856C60-51F0-F208-90E6-8D17E2D50F49}"/>
                </a:ext>
              </a:extLst>
            </p:cNvPr>
            <p:cNvSpPr txBox="1"/>
            <p:nvPr/>
          </p:nvSpPr>
          <p:spPr>
            <a:xfrm>
              <a:off x="3606187" y="5864411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B4606DFB-DEAF-D635-BCA6-A7EA27DA72AE}"/>
                </a:ext>
              </a:extLst>
            </p:cNvPr>
            <p:cNvSpPr txBox="1"/>
            <p:nvPr/>
          </p:nvSpPr>
          <p:spPr>
            <a:xfrm>
              <a:off x="3606187" y="6080219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en" altLang="ko-KR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96" name="모서리가 둥근 직사각형 178">
              <a:extLst>
                <a:ext uri="{FF2B5EF4-FFF2-40B4-BE49-F238E27FC236}">
                  <a16:creationId xmlns:a16="http://schemas.microsoft.com/office/drawing/2014/main" id="{D1A2C5C1-DAAB-B2FB-3190-C8DF14D889C7}"/>
                </a:ext>
              </a:extLst>
            </p:cNvPr>
            <p:cNvSpPr/>
            <p:nvPr/>
          </p:nvSpPr>
          <p:spPr>
            <a:xfrm>
              <a:off x="2132474" y="5211030"/>
              <a:ext cx="1260000" cy="869189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84DFF001-3EA5-691D-6D0E-C6ACFB5288F9}"/>
                </a:ext>
              </a:extLst>
            </p:cNvPr>
            <p:cNvSpPr txBox="1"/>
            <p:nvPr/>
          </p:nvSpPr>
          <p:spPr>
            <a:xfrm>
              <a:off x="2095409" y="5432789"/>
              <a:ext cx="1334131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내용입력내용입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946BA3C5-E4E8-6595-D98A-20D4C54687C2}"/>
                </a:ext>
              </a:extLst>
            </p:cNvPr>
            <p:cNvSpPr txBox="1"/>
            <p:nvPr/>
          </p:nvSpPr>
          <p:spPr>
            <a:xfrm>
              <a:off x="2209058" y="5648600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7079365-4AEE-A5DE-749D-6B88B9D94A80}"/>
                </a:ext>
              </a:extLst>
            </p:cNvPr>
            <p:cNvSpPr txBox="1"/>
            <p:nvPr/>
          </p:nvSpPr>
          <p:spPr>
            <a:xfrm>
              <a:off x="2209058" y="5864411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76785650-DFE7-8C5A-7627-EE37D6FE51DE}"/>
                </a:ext>
              </a:extLst>
            </p:cNvPr>
            <p:cNvSpPr txBox="1"/>
            <p:nvPr/>
          </p:nvSpPr>
          <p:spPr>
            <a:xfrm>
              <a:off x="801369" y="5432789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B792E10F-336F-6ACF-7734-85382A2038A0}"/>
                </a:ext>
              </a:extLst>
            </p:cNvPr>
            <p:cNvSpPr txBox="1"/>
            <p:nvPr/>
          </p:nvSpPr>
          <p:spPr>
            <a:xfrm>
              <a:off x="801369" y="5648600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</a:t>
              </a:r>
            </a:p>
          </p:txBody>
        </p:sp>
        <p:sp>
          <p:nvSpPr>
            <p:cNvPr id="105" name="모서리가 둥근 직사각형 198">
              <a:extLst>
                <a:ext uri="{FF2B5EF4-FFF2-40B4-BE49-F238E27FC236}">
                  <a16:creationId xmlns:a16="http://schemas.microsoft.com/office/drawing/2014/main" id="{DD1EE0C2-D8D7-8F56-406B-B54F2F4786ED}"/>
                </a:ext>
              </a:extLst>
            </p:cNvPr>
            <p:cNvSpPr/>
            <p:nvPr/>
          </p:nvSpPr>
          <p:spPr>
            <a:xfrm>
              <a:off x="6340866" y="5211030"/>
              <a:ext cx="1260000" cy="1095985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grpSp>
          <p:nvGrpSpPr>
            <p:cNvPr id="106" name="그룹 105">
              <a:extLst>
                <a:ext uri="{FF2B5EF4-FFF2-40B4-BE49-F238E27FC236}">
                  <a16:creationId xmlns:a16="http://schemas.microsoft.com/office/drawing/2014/main" id="{E381131A-8F58-01D2-0770-A96E74CC795C}"/>
                </a:ext>
              </a:extLst>
            </p:cNvPr>
            <p:cNvGrpSpPr/>
            <p:nvPr/>
          </p:nvGrpSpPr>
          <p:grpSpPr>
            <a:xfrm>
              <a:off x="6434965" y="5619723"/>
              <a:ext cx="1080000" cy="431622"/>
              <a:chOff x="6679249" y="5544567"/>
              <a:chExt cx="1305343" cy="431622"/>
            </a:xfrm>
          </p:grpSpPr>
          <p:cxnSp>
            <p:nvCxnSpPr>
              <p:cNvPr id="107" name="직선 연결선[R] 201">
                <a:extLst>
                  <a:ext uri="{FF2B5EF4-FFF2-40B4-BE49-F238E27FC236}">
                    <a16:creationId xmlns:a16="http://schemas.microsoft.com/office/drawing/2014/main" id="{6E45A51B-6868-654C-62D9-FA7B9F0335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544567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8" name="직선 연결선[R] 203">
                <a:extLst>
                  <a:ext uri="{FF2B5EF4-FFF2-40B4-BE49-F238E27FC236}">
                    <a16:creationId xmlns:a16="http://schemas.microsoft.com/office/drawing/2014/main" id="{FFA05FE3-D30C-ACD4-E75A-0B08778B11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760378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9" name="직선 연결선[R] 205">
                <a:extLst>
                  <a:ext uri="{FF2B5EF4-FFF2-40B4-BE49-F238E27FC236}">
                    <a16:creationId xmlns:a16="http://schemas.microsoft.com/office/drawing/2014/main" id="{233F1225-A2FB-A876-5C1B-AC2EED5EC4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976189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B95CD046-A757-F4E7-EBB8-91E41E51A005}"/>
                </a:ext>
              </a:extLst>
            </p:cNvPr>
            <p:cNvSpPr txBox="1"/>
            <p:nvPr/>
          </p:nvSpPr>
          <p:spPr>
            <a:xfrm>
              <a:off x="6417450" y="5432789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F6A3BA9C-1291-73F5-EBA3-BE4C51F14B49}"/>
                </a:ext>
              </a:extLst>
            </p:cNvPr>
            <p:cNvSpPr txBox="1"/>
            <p:nvPr/>
          </p:nvSpPr>
          <p:spPr>
            <a:xfrm>
              <a:off x="6417450" y="5648600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C79BD6FD-D496-99F9-027D-DB47A6CF900F}"/>
                </a:ext>
              </a:extLst>
            </p:cNvPr>
            <p:cNvSpPr txBox="1"/>
            <p:nvPr/>
          </p:nvSpPr>
          <p:spPr>
            <a:xfrm>
              <a:off x="6417450" y="5864411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43CE66E3-D628-E1C7-E6A2-76598F0E552B}"/>
                </a:ext>
              </a:extLst>
            </p:cNvPr>
            <p:cNvSpPr txBox="1"/>
            <p:nvPr/>
          </p:nvSpPr>
          <p:spPr>
            <a:xfrm>
              <a:off x="6417450" y="6080219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115" name="모서리가 둥근 직사각형 208">
              <a:extLst>
                <a:ext uri="{FF2B5EF4-FFF2-40B4-BE49-F238E27FC236}">
                  <a16:creationId xmlns:a16="http://schemas.microsoft.com/office/drawing/2014/main" id="{6B6B00B4-930C-5D9C-6F54-FDA3020092E0}"/>
                </a:ext>
              </a:extLst>
            </p:cNvPr>
            <p:cNvSpPr/>
            <p:nvPr/>
          </p:nvSpPr>
          <p:spPr>
            <a:xfrm>
              <a:off x="4931760" y="5211030"/>
              <a:ext cx="1260000" cy="869189"/>
            </a:xfrm>
            <a:prstGeom prst="roundRect">
              <a:avLst>
                <a:gd name="adj" fmla="val 7653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grpSp>
          <p:nvGrpSpPr>
            <p:cNvPr id="350" name="그룹 349">
              <a:extLst>
                <a:ext uri="{FF2B5EF4-FFF2-40B4-BE49-F238E27FC236}">
                  <a16:creationId xmlns:a16="http://schemas.microsoft.com/office/drawing/2014/main" id="{A05B2921-0228-3216-C4A4-D33074BA1DF1}"/>
                </a:ext>
              </a:extLst>
            </p:cNvPr>
            <p:cNvGrpSpPr/>
            <p:nvPr/>
          </p:nvGrpSpPr>
          <p:grpSpPr>
            <a:xfrm>
              <a:off x="2762474" y="4935877"/>
              <a:ext cx="2799286" cy="176448"/>
              <a:chOff x="2762474" y="4932842"/>
              <a:chExt cx="2799286" cy="98310"/>
            </a:xfrm>
          </p:grpSpPr>
          <p:cxnSp>
            <p:nvCxnSpPr>
              <p:cNvPr id="97" name="직선 연결선[R] 244">
                <a:extLst>
                  <a:ext uri="{FF2B5EF4-FFF2-40B4-BE49-F238E27FC236}">
                    <a16:creationId xmlns:a16="http://schemas.microsoft.com/office/drawing/2014/main" id="{855F2F9C-0A63-B963-EFDD-2519D4C106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2474" y="4932842"/>
                <a:ext cx="0" cy="9831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[R] 246">
                <a:extLst>
                  <a:ext uri="{FF2B5EF4-FFF2-40B4-BE49-F238E27FC236}">
                    <a16:creationId xmlns:a16="http://schemas.microsoft.com/office/drawing/2014/main" id="{B17E1190-19AA-319C-1F56-96B2FB20CA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61760" y="4932842"/>
                <a:ext cx="0" cy="9831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AEB738E6-21F5-EC40-100B-DB9F04E725C8}"/>
                </a:ext>
              </a:extLst>
            </p:cNvPr>
            <p:cNvSpPr txBox="1"/>
            <p:nvPr/>
          </p:nvSpPr>
          <p:spPr>
            <a:xfrm>
              <a:off x="5008344" y="5432789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F94DE62F-185B-F2D6-C045-073005626A00}"/>
                </a:ext>
              </a:extLst>
            </p:cNvPr>
            <p:cNvSpPr txBox="1"/>
            <p:nvPr/>
          </p:nvSpPr>
          <p:spPr>
            <a:xfrm>
              <a:off x="5008344" y="5648600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93EA69BE-4A82-E201-A85A-EEDE68F508AF}"/>
                </a:ext>
              </a:extLst>
            </p:cNvPr>
            <p:cNvSpPr txBox="1"/>
            <p:nvPr/>
          </p:nvSpPr>
          <p:spPr>
            <a:xfrm>
              <a:off x="5008344" y="5864411"/>
              <a:ext cx="1106833" cy="1580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</a:t>
              </a:r>
            </a:p>
          </p:txBody>
        </p:sp>
        <p:grpSp>
          <p:nvGrpSpPr>
            <p:cNvPr id="138" name="그룹 137">
              <a:extLst>
                <a:ext uri="{FF2B5EF4-FFF2-40B4-BE49-F238E27FC236}">
                  <a16:creationId xmlns:a16="http://schemas.microsoft.com/office/drawing/2014/main" id="{A06805CA-B476-AE56-F87B-5FD0229C8DB3}"/>
                </a:ext>
              </a:extLst>
            </p:cNvPr>
            <p:cNvGrpSpPr/>
            <p:nvPr/>
          </p:nvGrpSpPr>
          <p:grpSpPr>
            <a:xfrm>
              <a:off x="5029627" y="5619723"/>
              <a:ext cx="1080000" cy="215811"/>
              <a:chOff x="6679249" y="5544567"/>
              <a:chExt cx="1305343" cy="215811"/>
            </a:xfrm>
          </p:grpSpPr>
          <p:cxnSp>
            <p:nvCxnSpPr>
              <p:cNvPr id="139" name="직선 연결선[R] 27">
                <a:extLst>
                  <a:ext uri="{FF2B5EF4-FFF2-40B4-BE49-F238E27FC236}">
                    <a16:creationId xmlns:a16="http://schemas.microsoft.com/office/drawing/2014/main" id="{A4408955-7DF6-C741-5C1C-75C64D544E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544567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0" name="직선 연결선[R] 28">
                <a:extLst>
                  <a:ext uri="{FF2B5EF4-FFF2-40B4-BE49-F238E27FC236}">
                    <a16:creationId xmlns:a16="http://schemas.microsoft.com/office/drawing/2014/main" id="{DEFAC341-8130-CD84-3E2E-27CFC5A016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760378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41" name="그룹 140">
              <a:extLst>
                <a:ext uri="{FF2B5EF4-FFF2-40B4-BE49-F238E27FC236}">
                  <a16:creationId xmlns:a16="http://schemas.microsoft.com/office/drawing/2014/main" id="{D985FD36-7DA2-C4B5-A9BC-B045477D2F89}"/>
                </a:ext>
              </a:extLst>
            </p:cNvPr>
            <p:cNvGrpSpPr/>
            <p:nvPr/>
          </p:nvGrpSpPr>
          <p:grpSpPr>
            <a:xfrm>
              <a:off x="3606800" y="5619723"/>
              <a:ext cx="1116000" cy="431622"/>
              <a:chOff x="6679249" y="5544567"/>
              <a:chExt cx="1305343" cy="431622"/>
            </a:xfrm>
          </p:grpSpPr>
          <p:cxnSp>
            <p:nvCxnSpPr>
              <p:cNvPr id="142" name="직선 연결선[R] 32">
                <a:extLst>
                  <a:ext uri="{FF2B5EF4-FFF2-40B4-BE49-F238E27FC236}">
                    <a16:creationId xmlns:a16="http://schemas.microsoft.com/office/drawing/2014/main" id="{A5A7346F-1E2E-B752-9A76-7F21AF339D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544567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3" name="직선 연결선[R] 33">
                <a:extLst>
                  <a:ext uri="{FF2B5EF4-FFF2-40B4-BE49-F238E27FC236}">
                    <a16:creationId xmlns:a16="http://schemas.microsoft.com/office/drawing/2014/main" id="{DB0F73EB-898B-76F4-4C77-F1E1F2928F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760378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4" name="직선 연결선[R] 36">
                <a:extLst>
                  <a:ext uri="{FF2B5EF4-FFF2-40B4-BE49-F238E27FC236}">
                    <a16:creationId xmlns:a16="http://schemas.microsoft.com/office/drawing/2014/main" id="{B653F4D4-2BB9-528C-BDCC-5C80190250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976189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352ED233-D9DC-E379-4E5C-3BF6D923ADCE}"/>
                </a:ext>
              </a:extLst>
            </p:cNvPr>
            <p:cNvGrpSpPr/>
            <p:nvPr/>
          </p:nvGrpSpPr>
          <p:grpSpPr>
            <a:xfrm>
              <a:off x="2222948" y="5619723"/>
              <a:ext cx="1079052" cy="215811"/>
              <a:chOff x="6679249" y="5544567"/>
              <a:chExt cx="1305343" cy="215811"/>
            </a:xfrm>
          </p:grpSpPr>
          <p:cxnSp>
            <p:nvCxnSpPr>
              <p:cNvPr id="146" name="직선 연결선[R] 38">
                <a:extLst>
                  <a:ext uri="{FF2B5EF4-FFF2-40B4-BE49-F238E27FC236}">
                    <a16:creationId xmlns:a16="http://schemas.microsoft.com/office/drawing/2014/main" id="{E587001E-F6F0-23BE-31DD-33C392B357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544567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7" name="직선 연결선[R] 40">
                <a:extLst>
                  <a:ext uri="{FF2B5EF4-FFF2-40B4-BE49-F238E27FC236}">
                    <a16:creationId xmlns:a16="http://schemas.microsoft.com/office/drawing/2014/main" id="{C439000E-97A6-1A00-9AB3-2B5D1819A8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9249" y="5760378"/>
                <a:ext cx="1305343" cy="0"/>
              </a:xfrm>
              <a:prstGeom prst="line">
                <a:avLst/>
              </a:prstGeom>
              <a:solidFill>
                <a:schemeClr val="bg1"/>
              </a:solidFill>
              <a:ln w="6350" cap="rnd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148" name="직선 연결선[R] 43">
              <a:extLst>
                <a:ext uri="{FF2B5EF4-FFF2-40B4-BE49-F238E27FC236}">
                  <a16:creationId xmlns:a16="http://schemas.microsoft.com/office/drawing/2014/main" id="{CB0A18DF-EF69-559A-44D3-E5DE22CE533A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6" y="5619723"/>
              <a:ext cx="1155819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69FC3B23-BFC2-508B-623B-0ECD775B3D17}"/>
                </a:ext>
              </a:extLst>
            </p:cNvPr>
            <p:cNvGrpSpPr/>
            <p:nvPr/>
          </p:nvGrpSpPr>
          <p:grpSpPr>
            <a:xfrm>
              <a:off x="1125932" y="2922848"/>
              <a:ext cx="782270" cy="173830"/>
              <a:chOff x="7211592" y="2293240"/>
              <a:chExt cx="782270" cy="173830"/>
            </a:xfrm>
          </p:grpSpPr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54C78550-ABC4-E04F-3B36-71658E8AA962}"/>
                  </a:ext>
                </a:extLst>
              </p:cNvPr>
              <p:cNvSpPr/>
              <p:nvPr/>
            </p:nvSpPr>
            <p:spPr>
              <a:xfrm>
                <a:off x="7211592" y="2299514"/>
                <a:ext cx="163208" cy="163208"/>
              </a:xfrm>
              <a:prstGeom prst="ellipse">
                <a:avLst/>
              </a:prstGeom>
              <a:solidFill>
                <a:srgbClr val="00BBC0"/>
              </a:solidFill>
              <a:ln w="25400">
                <a:noFill/>
              </a:ln>
              <a:scene3d>
                <a:camera prst="orthographicFront"/>
                <a:lightRig rig="threePt" dir="t"/>
              </a:scene3d>
              <a:sp3d extrusionH="31750" contourW="6350" prstMaterial="matte">
                <a:bevelT w="19050" h="12700" prst="angle"/>
                <a:bevelB w="25400" h="12700" prst="coolSlant"/>
                <a:extrusionClr>
                  <a:schemeClr val="bg1">
                    <a:lumMod val="85000"/>
                  </a:schemeClr>
                </a:extrusionClr>
                <a:contourClr>
                  <a:srgbClr val="00ACB0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endParaRP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D51EBAD-602F-0227-01CD-9F4F38730E84}"/>
                  </a:ext>
                </a:extLst>
              </p:cNvPr>
              <p:cNvSpPr txBox="1"/>
              <p:nvPr/>
            </p:nvSpPr>
            <p:spPr>
              <a:xfrm>
                <a:off x="7437941" y="2293240"/>
                <a:ext cx="555921" cy="1738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kumimoji="1" lang="ko-KR" altLang="en-US" sz="11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내용</a:t>
                </a:r>
                <a:r>
                  <a:rPr kumimoji="1" lang="en-US" altLang="ko-KR" sz="11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내</a:t>
                </a:r>
                <a:r>
                  <a:rPr kumimoji="1" lang="ko-KR" altLang="en-US" sz="11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내용</a:t>
                </a:r>
                <a:r>
                  <a:rPr kumimoji="1" lang="en-US" altLang="ko-KR" sz="1100" spc="-4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rPr>
                  <a:t>내</a:t>
                </a:r>
              </a:p>
            </p:txBody>
          </p:sp>
        </p:grpSp>
        <p:sp>
          <p:nvSpPr>
            <p:cNvPr id="92" name="모서리가 둥근 직사각형 167">
              <a:extLst>
                <a:ext uri="{FF2B5EF4-FFF2-40B4-BE49-F238E27FC236}">
                  <a16:creationId xmlns:a16="http://schemas.microsoft.com/office/drawing/2014/main" id="{EF612058-9A03-ECA3-AE59-D489E48BE31B}"/>
                </a:ext>
              </a:extLst>
            </p:cNvPr>
            <p:cNvSpPr/>
            <p:nvPr/>
          </p:nvSpPr>
          <p:spPr>
            <a:xfrm>
              <a:off x="3583603" y="5105664"/>
              <a:ext cx="1152000" cy="252000"/>
            </a:xfrm>
            <a:prstGeom prst="roundRect">
              <a:avLst>
                <a:gd name="adj" fmla="val 19831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sp>
          <p:nvSpPr>
            <p:cNvPr id="101" name="모서리가 둥근 직사각형 179">
              <a:extLst>
                <a:ext uri="{FF2B5EF4-FFF2-40B4-BE49-F238E27FC236}">
                  <a16:creationId xmlns:a16="http://schemas.microsoft.com/office/drawing/2014/main" id="{70109B2D-832D-1FF1-853B-4BF7288A161C}"/>
                </a:ext>
              </a:extLst>
            </p:cNvPr>
            <p:cNvSpPr/>
            <p:nvPr/>
          </p:nvSpPr>
          <p:spPr>
            <a:xfrm>
              <a:off x="2186474" y="5105664"/>
              <a:ext cx="1152000" cy="252000"/>
            </a:xfrm>
            <a:prstGeom prst="roundRect">
              <a:avLst>
                <a:gd name="adj" fmla="val 21506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sp>
          <p:nvSpPr>
            <p:cNvPr id="104" name="모서리가 둥근 직사각형 189">
              <a:extLst>
                <a:ext uri="{FF2B5EF4-FFF2-40B4-BE49-F238E27FC236}">
                  <a16:creationId xmlns:a16="http://schemas.microsoft.com/office/drawing/2014/main" id="{23C9FB6A-43F7-300C-F860-51E378ACCCD3}"/>
                </a:ext>
              </a:extLst>
            </p:cNvPr>
            <p:cNvSpPr/>
            <p:nvPr/>
          </p:nvSpPr>
          <p:spPr>
            <a:xfrm>
              <a:off x="778785" y="5105664"/>
              <a:ext cx="1152000" cy="252000"/>
            </a:xfrm>
            <a:prstGeom prst="roundRect">
              <a:avLst>
                <a:gd name="adj" fmla="val 15606"/>
              </a:avLst>
            </a:prstGeom>
            <a:solidFill>
              <a:srgbClr val="00BBC0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ACB0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r>
                <a:rPr kumimoji="1" lang="en" altLang="ko-KR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</a:p>
          </p:txBody>
        </p:sp>
        <p:sp>
          <p:nvSpPr>
            <p:cNvPr id="114" name="모서리가 둥근 직사각형 199">
              <a:extLst>
                <a:ext uri="{FF2B5EF4-FFF2-40B4-BE49-F238E27FC236}">
                  <a16:creationId xmlns:a16="http://schemas.microsoft.com/office/drawing/2014/main" id="{FE4F3CA5-5102-1D32-3B9D-D98828595BF0}"/>
                </a:ext>
              </a:extLst>
            </p:cNvPr>
            <p:cNvSpPr/>
            <p:nvPr/>
          </p:nvSpPr>
          <p:spPr>
            <a:xfrm>
              <a:off x="6394866" y="5105664"/>
              <a:ext cx="1152000" cy="252000"/>
            </a:xfrm>
            <a:prstGeom prst="roundRect">
              <a:avLst>
                <a:gd name="adj" fmla="val 17300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sp>
          <p:nvSpPr>
            <p:cNvPr id="117" name="모서리가 둥근 직사각형 209">
              <a:extLst>
                <a:ext uri="{FF2B5EF4-FFF2-40B4-BE49-F238E27FC236}">
                  <a16:creationId xmlns:a16="http://schemas.microsoft.com/office/drawing/2014/main" id="{CB9E6F2D-ED2C-A0BE-B647-282F7EC927EB}"/>
                </a:ext>
              </a:extLst>
            </p:cNvPr>
            <p:cNvSpPr/>
            <p:nvPr/>
          </p:nvSpPr>
          <p:spPr>
            <a:xfrm>
              <a:off x="4985760" y="5105664"/>
              <a:ext cx="1152000" cy="252000"/>
            </a:xfrm>
            <a:prstGeom prst="roundRect">
              <a:avLst>
                <a:gd name="adj" fmla="val 19830"/>
              </a:avLst>
            </a:prstGeom>
            <a:solidFill>
              <a:srgbClr val="00549A"/>
            </a:solidFill>
            <a:ln w="25400">
              <a:noFill/>
            </a:ln>
            <a:scene3d>
              <a:camera prst="orthographicFront"/>
              <a:lightRig rig="threePt" dir="t"/>
            </a:scene3d>
            <a:sp3d extrusionH="31750" contourW="6350" prstMaterial="matte">
              <a:bevelT w="19050" h="12700" prst="angle"/>
              <a:bevelB w="25400" h="12700" prst="coolSlant"/>
              <a:extrusionClr>
                <a:schemeClr val="bg1">
                  <a:lumMod val="85000"/>
                </a:schemeClr>
              </a:extrusionClr>
              <a:contourClr>
                <a:srgbClr val="00549A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1100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</p:grp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F8723E3B-CE7B-C258-1722-A4D2B9E1CBB5}"/>
              </a:ext>
            </a:extLst>
          </p:cNvPr>
          <p:cNvGrpSpPr/>
          <p:nvPr/>
        </p:nvGrpSpPr>
        <p:grpSpPr>
          <a:xfrm>
            <a:off x="8414642" y="4403510"/>
            <a:ext cx="3242094" cy="2100412"/>
            <a:chOff x="8414642" y="4403510"/>
            <a:chExt cx="3242094" cy="2100412"/>
          </a:xfrm>
        </p:grpSpPr>
        <p:graphicFrame>
          <p:nvGraphicFramePr>
            <p:cNvPr id="18" name="차트 17">
              <a:extLst>
                <a:ext uri="{FF2B5EF4-FFF2-40B4-BE49-F238E27FC236}">
                  <a16:creationId xmlns:a16="http://schemas.microsoft.com/office/drawing/2014/main" id="{9480B2B1-34A5-4CC7-7366-6090093560A6}"/>
                </a:ext>
              </a:extLst>
            </p:cNvPr>
            <p:cNvGraphicFramePr/>
            <p:nvPr/>
          </p:nvGraphicFramePr>
          <p:xfrm>
            <a:off x="9004209" y="4403510"/>
            <a:ext cx="2068604" cy="210041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9" name="모서리가 둥근 직사각형 269">
              <a:extLst>
                <a:ext uri="{FF2B5EF4-FFF2-40B4-BE49-F238E27FC236}">
                  <a16:creationId xmlns:a16="http://schemas.microsoft.com/office/drawing/2014/main" id="{00CC1401-C6A6-21EF-E000-C75CCC538425}"/>
                </a:ext>
              </a:extLst>
            </p:cNvPr>
            <p:cNvSpPr/>
            <p:nvPr/>
          </p:nvSpPr>
          <p:spPr>
            <a:xfrm>
              <a:off x="10648736" y="4932112"/>
              <a:ext cx="1008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274893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r>
                <a:rPr kumimoji="1" lang="ko-KR" altLang="en-US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kumimoji="1" lang="en-US" altLang="ko-KR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46내</a:t>
              </a:r>
              <a:endPara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20" name="모서리가 둥근 직사각형 270">
              <a:extLst>
                <a:ext uri="{FF2B5EF4-FFF2-40B4-BE49-F238E27FC236}">
                  <a16:creationId xmlns:a16="http://schemas.microsoft.com/office/drawing/2014/main" id="{582F35DD-FFDE-1956-C8F0-4948E11A2AF6}"/>
                </a:ext>
              </a:extLst>
            </p:cNvPr>
            <p:cNvSpPr/>
            <p:nvPr/>
          </p:nvSpPr>
          <p:spPr>
            <a:xfrm>
              <a:off x="8414642" y="5998264"/>
              <a:ext cx="1598329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129AEF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r>
                <a:rPr kumimoji="1" lang="en-US" altLang="ko-KR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  <a:r>
                <a:rPr kumimoji="1" lang="ko-KR" altLang="en-US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r>
                <a:rPr kumimoji="1" lang="en-US" altLang="ko-KR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  <a:r>
                <a:rPr kumimoji="1" lang="ko-KR" altLang="en-US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kumimoji="1" lang="en-US" altLang="ko-KR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62내</a:t>
              </a:r>
              <a:endPara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21" name="모서리가 둥근 직사각형 271">
              <a:extLst>
                <a:ext uri="{FF2B5EF4-FFF2-40B4-BE49-F238E27FC236}">
                  <a16:creationId xmlns:a16="http://schemas.microsoft.com/office/drawing/2014/main" id="{383CE223-C518-D486-5BB3-A24DD9BFE453}"/>
                </a:ext>
              </a:extLst>
            </p:cNvPr>
            <p:cNvSpPr/>
            <p:nvPr/>
          </p:nvSpPr>
          <p:spPr>
            <a:xfrm>
              <a:off x="8668279" y="4632812"/>
              <a:ext cx="1080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15AEBF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r>
                <a:rPr kumimoji="1" lang="ko-KR" altLang="en-US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kumimoji="1" lang="ko-KR" altLang="en-US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 </a:t>
              </a:r>
              <a:r>
                <a:rPr kumimoji="1" lang="en-US" altLang="ko-KR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31내</a:t>
              </a:r>
              <a:endPara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2C7122A8-6DA5-04F4-5909-363468BFED0C}"/>
                </a:ext>
              </a:extLst>
            </p:cNvPr>
            <p:cNvSpPr/>
            <p:nvPr/>
          </p:nvSpPr>
          <p:spPr>
            <a:xfrm>
              <a:off x="9621467" y="4988991"/>
              <a:ext cx="882410" cy="8824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274893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ko-KR" sz="12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5164</a:t>
              </a:r>
              <a:r>
                <a:rPr kumimoji="1" lang="ko-KR" altLang="en-US" sz="12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endParaRPr kumimoji="1" lang="en-US" altLang="ko-KR" sz="12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kumimoji="1" lang="en-US" altLang="ko-KR" sz="1500" b="1" spc="-15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4,362</a:t>
              </a:r>
              <a:r>
                <a:rPr kumimoji="1" lang="ko-KR" altLang="en-US" sz="1200" b="1" spc="-15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</a:t>
              </a:r>
            </a:p>
          </p:txBody>
        </p:sp>
      </p:grp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567158D3-2C45-D33C-91A1-D8AACAD4EEDF}"/>
              </a:ext>
            </a:extLst>
          </p:cNvPr>
          <p:cNvGrpSpPr/>
          <p:nvPr/>
        </p:nvGrpSpPr>
        <p:grpSpPr>
          <a:xfrm>
            <a:off x="8613629" y="1573564"/>
            <a:ext cx="2800805" cy="2250814"/>
            <a:chOff x="8613629" y="1573564"/>
            <a:chExt cx="2800805" cy="2250814"/>
          </a:xfrm>
        </p:grpSpPr>
        <p:graphicFrame>
          <p:nvGraphicFramePr>
            <p:cNvPr id="3" name="차트 2">
              <a:extLst>
                <a:ext uri="{FF2B5EF4-FFF2-40B4-BE49-F238E27FC236}">
                  <a16:creationId xmlns:a16="http://schemas.microsoft.com/office/drawing/2014/main" id="{657E8D9E-7F5E-E091-97E2-70D918520412}"/>
                </a:ext>
              </a:extLst>
            </p:cNvPr>
            <p:cNvGraphicFramePr/>
            <p:nvPr/>
          </p:nvGraphicFramePr>
          <p:xfrm>
            <a:off x="9004209" y="1723966"/>
            <a:ext cx="2068604" cy="210041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6" name="모서리가 둥근 직사각형 254">
              <a:extLst>
                <a:ext uri="{FF2B5EF4-FFF2-40B4-BE49-F238E27FC236}">
                  <a16:creationId xmlns:a16="http://schemas.microsoft.com/office/drawing/2014/main" id="{312A297A-4385-2ED8-1BBE-E2122359CB4F}"/>
                </a:ext>
              </a:extLst>
            </p:cNvPr>
            <p:cNvSpPr/>
            <p:nvPr/>
          </p:nvSpPr>
          <p:spPr>
            <a:xfrm>
              <a:off x="10692289" y="2339460"/>
              <a:ext cx="720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274893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en-US" altLang="ko-KR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47내</a:t>
              </a:r>
              <a:endParaRPr kumimoji="1" lang="ko-KR" altLang="en-US" sz="105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7" name="모서리가 둥근 직사각형 255">
              <a:extLst>
                <a:ext uri="{FF2B5EF4-FFF2-40B4-BE49-F238E27FC236}">
                  <a16:creationId xmlns:a16="http://schemas.microsoft.com/office/drawing/2014/main" id="{9421A4F0-C7E9-0849-1D04-D9ADDB84553D}"/>
                </a:ext>
              </a:extLst>
            </p:cNvPr>
            <p:cNvSpPr/>
            <p:nvPr/>
          </p:nvSpPr>
          <p:spPr>
            <a:xfrm>
              <a:off x="10262434" y="3446329"/>
              <a:ext cx="1152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2788BB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내용입력 </a:t>
              </a:r>
              <a:r>
                <a:rPr kumimoji="1" lang="en-US" altLang="ko-KR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40내</a:t>
              </a:r>
              <a:endParaRPr kumimoji="1" lang="ko-KR" altLang="en-US" sz="105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11" name="모서리가 둥근 직사각형 257">
              <a:extLst>
                <a:ext uri="{FF2B5EF4-FFF2-40B4-BE49-F238E27FC236}">
                  <a16:creationId xmlns:a16="http://schemas.microsoft.com/office/drawing/2014/main" id="{F9F955CB-86F0-3E81-1ED2-1AAE5ED85508}"/>
                </a:ext>
              </a:extLst>
            </p:cNvPr>
            <p:cNvSpPr/>
            <p:nvPr/>
          </p:nvSpPr>
          <p:spPr>
            <a:xfrm>
              <a:off x="8613629" y="2133074"/>
              <a:ext cx="648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129AEF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en-US" altLang="ko-KR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9내</a:t>
              </a:r>
              <a:endPara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14" name="모서리가 둥근 직사각형 258">
              <a:extLst>
                <a:ext uri="{FF2B5EF4-FFF2-40B4-BE49-F238E27FC236}">
                  <a16:creationId xmlns:a16="http://schemas.microsoft.com/office/drawing/2014/main" id="{854201E6-00AF-C25A-5A28-15904ADEDC18}"/>
                </a:ext>
              </a:extLst>
            </p:cNvPr>
            <p:cNvSpPr/>
            <p:nvPr/>
          </p:nvSpPr>
          <p:spPr>
            <a:xfrm>
              <a:off x="8884279" y="1853319"/>
              <a:ext cx="648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15AEBF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en-US" altLang="ko-KR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4내</a:t>
              </a:r>
              <a:endPara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15" name="모서리가 둥근 직사각형 259">
              <a:extLst>
                <a:ext uri="{FF2B5EF4-FFF2-40B4-BE49-F238E27FC236}">
                  <a16:creationId xmlns:a16="http://schemas.microsoft.com/office/drawing/2014/main" id="{68639998-610A-D7DA-7262-7F7DEE56D6CA}"/>
                </a:ext>
              </a:extLst>
            </p:cNvPr>
            <p:cNvSpPr/>
            <p:nvPr/>
          </p:nvSpPr>
          <p:spPr>
            <a:xfrm>
              <a:off x="9251838" y="1573564"/>
              <a:ext cx="648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15AEBF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en-US" altLang="ko-KR" sz="1050" spc="-4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4내</a:t>
              </a:r>
              <a:endParaRPr kumimoji="1" lang="ko-KR" altLang="en-US" sz="105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16" name="모서리가 둥근 직사각형 260">
              <a:extLst>
                <a:ext uri="{FF2B5EF4-FFF2-40B4-BE49-F238E27FC236}">
                  <a16:creationId xmlns:a16="http://schemas.microsoft.com/office/drawing/2014/main" id="{17C3A4D1-5A0B-20F2-6B1E-F0E5B4BF68D6}"/>
                </a:ext>
              </a:extLst>
            </p:cNvPr>
            <p:cNvSpPr/>
            <p:nvPr/>
          </p:nvSpPr>
          <p:spPr>
            <a:xfrm>
              <a:off x="9967618" y="1573564"/>
              <a:ext cx="648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en-US" altLang="ko-KR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2내</a:t>
              </a:r>
              <a:endPara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61631087-A8CC-BC02-7DD2-8F8A4ADD0A5C}"/>
                </a:ext>
              </a:extLst>
            </p:cNvPr>
            <p:cNvSpPr/>
            <p:nvPr/>
          </p:nvSpPr>
          <p:spPr>
            <a:xfrm>
              <a:off x="9621467" y="2327203"/>
              <a:ext cx="882410" cy="8824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274893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200" b="1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kumimoji="1" lang="en-US" altLang="ko-KR" sz="120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kumimoji="1" lang="en-US" altLang="ko-KR" sz="15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398</a:t>
              </a:r>
              <a:r>
                <a:rPr kumimoji="1" lang="ko-KR" altLang="en-US" sz="1200" b="1" spc="-40" dirty="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</a:p>
          </p:txBody>
        </p:sp>
        <p:sp>
          <p:nvSpPr>
            <p:cNvPr id="10" name="모서리가 둥근 직사각형 256">
              <a:extLst>
                <a:ext uri="{FF2B5EF4-FFF2-40B4-BE49-F238E27FC236}">
                  <a16:creationId xmlns:a16="http://schemas.microsoft.com/office/drawing/2014/main" id="{8C99C630-A590-9AAF-8DF8-77D22518244F}"/>
                </a:ext>
              </a:extLst>
            </p:cNvPr>
            <p:cNvSpPr/>
            <p:nvPr/>
          </p:nvSpPr>
          <p:spPr>
            <a:xfrm>
              <a:off x="8618147" y="2821206"/>
              <a:ext cx="720000" cy="2056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129AEF"/>
              </a:solidFill>
            </a:ln>
            <a:effectLst>
              <a:outerShdw blurRad="25400" dist="127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en-US" altLang="ko-KR" sz="105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33내</a:t>
              </a:r>
              <a:endParaRPr kumimoji="1" lang="ko-KR" altLang="en-US" sz="10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D16B7FB-6916-AEE4-D364-1B654A49B02A}"/>
              </a:ext>
            </a:extLst>
          </p:cNvPr>
          <p:cNvGrpSpPr/>
          <p:nvPr/>
        </p:nvGrpSpPr>
        <p:grpSpPr>
          <a:xfrm>
            <a:off x="8161172" y="995805"/>
            <a:ext cx="1848583" cy="383812"/>
            <a:chOff x="8219787" y="988527"/>
            <a:chExt cx="1848583" cy="38381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A709292-71D6-6095-7287-9C6745D85A95}"/>
                </a:ext>
              </a:extLst>
            </p:cNvPr>
            <p:cNvSpPr txBox="1"/>
            <p:nvPr/>
          </p:nvSpPr>
          <p:spPr>
            <a:xfrm>
              <a:off x="8219787" y="988527"/>
              <a:ext cx="1848583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b="1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0" lang="en-US" altLang="ko-KR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0" lang="en-US" altLang="ko-KR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499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D9B5D9FC-C516-6D60-3EEA-FEE9BC8E1A50}"/>
                </a:ext>
              </a:extLst>
            </p:cNvPr>
            <p:cNvGrpSpPr/>
            <p:nvPr/>
          </p:nvGrpSpPr>
          <p:grpSpPr>
            <a:xfrm>
              <a:off x="8306874" y="1372339"/>
              <a:ext cx="1721851" cy="0"/>
              <a:chOff x="8297637" y="1402483"/>
              <a:chExt cx="1721851" cy="0"/>
            </a:xfrm>
          </p:grpSpPr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DE157029-EA71-178D-1BE0-782FDC5546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4537" y="1402483"/>
                <a:ext cx="1554951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24" name="직선 연결선 123">
                <a:extLst>
                  <a:ext uri="{FF2B5EF4-FFF2-40B4-BE49-F238E27FC236}">
                    <a16:creationId xmlns:a16="http://schemas.microsoft.com/office/drawing/2014/main" id="{CAA69BBE-2FC7-F61F-9721-CA7CA3628F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7637" y="1402483"/>
                <a:ext cx="432000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129AEF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43579C56-91FA-F7C2-7D13-256FB5BE0241}"/>
              </a:ext>
            </a:extLst>
          </p:cNvPr>
          <p:cNvGrpSpPr/>
          <p:nvPr/>
        </p:nvGrpSpPr>
        <p:grpSpPr>
          <a:xfrm>
            <a:off x="8161172" y="3915306"/>
            <a:ext cx="1808938" cy="383812"/>
            <a:chOff x="8219787" y="3877206"/>
            <a:chExt cx="1808938" cy="383812"/>
          </a:xfrm>
        </p:grpSpPr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D1B86E07-77D7-5EC2-EC66-7CDF666CEAEF}"/>
                </a:ext>
              </a:extLst>
            </p:cNvPr>
            <p:cNvSpPr txBox="1"/>
            <p:nvPr/>
          </p:nvSpPr>
          <p:spPr>
            <a:xfrm>
              <a:off x="8219787" y="3877206"/>
              <a:ext cx="1808508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b="1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0" lang="en-US" altLang="ko-KR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4,362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</a:t>
              </a:r>
              <a:endParaRPr kumimoji="0" lang="en-US" altLang="ko-KR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DB4658E2-B79B-CE7A-932B-25E6B55A8A90}"/>
                </a:ext>
              </a:extLst>
            </p:cNvPr>
            <p:cNvGrpSpPr/>
            <p:nvPr/>
          </p:nvGrpSpPr>
          <p:grpSpPr>
            <a:xfrm>
              <a:off x="8306874" y="4261018"/>
              <a:ext cx="1721851" cy="0"/>
              <a:chOff x="8297637" y="1402483"/>
              <a:chExt cx="1721851" cy="0"/>
            </a:xfrm>
          </p:grpSpPr>
          <p:cxnSp>
            <p:nvCxnSpPr>
              <p:cNvPr id="128" name="직선 연결선 127">
                <a:extLst>
                  <a:ext uri="{FF2B5EF4-FFF2-40B4-BE49-F238E27FC236}">
                    <a16:creationId xmlns:a16="http://schemas.microsoft.com/office/drawing/2014/main" id="{6524A70B-77C5-A2F4-173F-A5BBEEA24B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4537" y="1402483"/>
                <a:ext cx="1554951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29" name="직선 연결선 128">
                <a:extLst>
                  <a:ext uri="{FF2B5EF4-FFF2-40B4-BE49-F238E27FC236}">
                    <a16:creationId xmlns:a16="http://schemas.microsoft.com/office/drawing/2014/main" id="{BFB580B3-1267-3DC1-6536-32F7F32F37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7637" y="1402483"/>
                <a:ext cx="432000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129AEF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C2417A79-F009-D0DC-AAB9-59CB1D63AC5A}"/>
              </a:ext>
            </a:extLst>
          </p:cNvPr>
          <p:cNvGrpSpPr/>
          <p:nvPr/>
        </p:nvGrpSpPr>
        <p:grpSpPr>
          <a:xfrm>
            <a:off x="494280" y="995805"/>
            <a:ext cx="2312084" cy="383812"/>
            <a:chOff x="494280" y="988527"/>
            <a:chExt cx="2312084" cy="383812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32EF9F35-3588-D410-86C8-8D2620C1B034}"/>
                </a:ext>
              </a:extLst>
            </p:cNvPr>
            <p:cNvSpPr txBox="1"/>
            <p:nvPr/>
          </p:nvSpPr>
          <p:spPr>
            <a:xfrm>
              <a:off x="494280" y="988527"/>
              <a:ext cx="23120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b="1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0" lang="en-US" altLang="ko-KR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24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0" lang="en-US" altLang="ko-KR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52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0" lang="en-US" altLang="ko-KR" sz="16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0" lang="ko-KR" altLang="en-US" sz="16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0" lang="en-US" altLang="ko-KR" sz="16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endParaRPr kumimoji="0" lang="ko-KR" altLang="en-US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47F4A6C5-84C4-8F33-4E38-BD0A7FD35BD5}"/>
                </a:ext>
              </a:extLst>
            </p:cNvPr>
            <p:cNvGrpSpPr/>
            <p:nvPr/>
          </p:nvGrpSpPr>
          <p:grpSpPr>
            <a:xfrm>
              <a:off x="572130" y="1372339"/>
              <a:ext cx="2074900" cy="0"/>
              <a:chOff x="8297637" y="1402483"/>
              <a:chExt cx="2074900" cy="0"/>
            </a:xfrm>
          </p:grpSpPr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2536AB2D-1982-025D-8FCD-F1B1E656BD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4537" y="1402483"/>
                <a:ext cx="1908000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34" name="직선 연결선 133">
                <a:extLst>
                  <a:ext uri="{FF2B5EF4-FFF2-40B4-BE49-F238E27FC236}">
                    <a16:creationId xmlns:a16="http://schemas.microsoft.com/office/drawing/2014/main" id="{5555AE84-9130-818D-B1C4-F6ECA06AAA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7637" y="1402483"/>
                <a:ext cx="432000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129AEF"/>
                </a:solidFill>
                <a:prstDash val="solid"/>
                <a:miter lim="800000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18238583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7B28FAA8-8E84-71D6-4CC1-927F2146778D}"/>
              </a:ext>
            </a:extLst>
          </p:cNvPr>
          <p:cNvGrpSpPr/>
          <p:nvPr/>
        </p:nvGrpSpPr>
        <p:grpSpPr>
          <a:xfrm>
            <a:off x="494280" y="1004802"/>
            <a:ext cx="2312084" cy="383812"/>
            <a:chOff x="494280" y="988527"/>
            <a:chExt cx="2312084" cy="38381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C450537-FC08-C59B-F016-D063E0513ED5}"/>
                </a:ext>
              </a:extLst>
            </p:cNvPr>
            <p:cNvSpPr txBox="1"/>
            <p:nvPr/>
          </p:nvSpPr>
          <p:spPr>
            <a:xfrm>
              <a:off x="494280" y="988527"/>
              <a:ext cx="23120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b="1" dirty="0" err="1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b="1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4F6FA0C-2751-56D3-773E-82B3D65DE0A8}"/>
                </a:ext>
              </a:extLst>
            </p:cNvPr>
            <p:cNvGrpSpPr/>
            <p:nvPr/>
          </p:nvGrpSpPr>
          <p:grpSpPr>
            <a:xfrm>
              <a:off x="572130" y="1372339"/>
              <a:ext cx="1204118" cy="0"/>
              <a:chOff x="8297637" y="1402483"/>
              <a:chExt cx="1204118" cy="0"/>
            </a:xfrm>
          </p:grpSpPr>
          <p:cxnSp>
            <p:nvCxnSpPr>
              <p:cNvPr id="8" name="직선 연결선 7">
                <a:extLst>
                  <a:ext uri="{FF2B5EF4-FFF2-40B4-BE49-F238E27FC236}">
                    <a16:creationId xmlns:a16="http://schemas.microsoft.com/office/drawing/2014/main" id="{F802CD50-A0D6-B29C-0D0C-032E45B42C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4537" y="1402483"/>
                <a:ext cx="1037218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8DF21F35-0A48-19EB-2AB7-FA024E4A2F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7637" y="1402483"/>
                <a:ext cx="612000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129AEF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49E07AB-11C2-EB19-6D86-8B080D8E9D1B}"/>
              </a:ext>
            </a:extLst>
          </p:cNvPr>
          <p:cNvGrpSpPr/>
          <p:nvPr/>
        </p:nvGrpSpPr>
        <p:grpSpPr>
          <a:xfrm>
            <a:off x="494280" y="3739599"/>
            <a:ext cx="2312084" cy="383812"/>
            <a:chOff x="494280" y="988527"/>
            <a:chExt cx="2312084" cy="38381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D6E47C7-9207-3FCD-971C-377D5E35DAFD}"/>
                </a:ext>
              </a:extLst>
            </p:cNvPr>
            <p:cNvSpPr txBox="1"/>
            <p:nvPr/>
          </p:nvSpPr>
          <p:spPr>
            <a:xfrm>
              <a:off x="494280" y="988527"/>
              <a:ext cx="23120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b="1" dirty="0" err="1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b="1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3D1C22A3-AC0E-DCCB-754A-84BFBE22AD6D}"/>
                </a:ext>
              </a:extLst>
            </p:cNvPr>
            <p:cNvGrpSpPr/>
            <p:nvPr/>
          </p:nvGrpSpPr>
          <p:grpSpPr>
            <a:xfrm>
              <a:off x="572130" y="1372339"/>
              <a:ext cx="1995972" cy="0"/>
              <a:chOff x="8297637" y="1402483"/>
              <a:chExt cx="1995972" cy="0"/>
            </a:xfrm>
          </p:grpSpPr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84BAE9B1-ECE3-DE20-A31B-37A886E43E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4537" y="1402483"/>
                <a:ext cx="1829072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CBCAC9FA-CE7E-6A3C-7FDF-DF2113988B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7637" y="1402483"/>
                <a:ext cx="432000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129AEF"/>
                </a:solidFill>
                <a:prstDash val="solid"/>
                <a:miter lim="800000"/>
              </a:ln>
              <a:effectLst/>
            </p:spPr>
          </p:cxnSp>
        </p:grp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752A867E-28AE-FCB7-1772-8053D695C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99E25AD-21C5-E400-A1B4-F8BAAA5D868D}"/>
              </a:ext>
            </a:extLst>
          </p:cNvPr>
          <p:cNvGrpSpPr/>
          <p:nvPr/>
        </p:nvGrpSpPr>
        <p:grpSpPr>
          <a:xfrm>
            <a:off x="6726062" y="1014327"/>
            <a:ext cx="2312084" cy="374287"/>
            <a:chOff x="494280" y="998052"/>
            <a:chExt cx="2312084" cy="37428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26DBE19-171E-9645-2D1C-7DA062D9AECB}"/>
                </a:ext>
              </a:extLst>
            </p:cNvPr>
            <p:cNvSpPr txBox="1"/>
            <p:nvPr/>
          </p:nvSpPr>
          <p:spPr>
            <a:xfrm>
              <a:off x="494280" y="998052"/>
              <a:ext cx="23120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b="1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0" lang="ko-KR" altLang="en-US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</a:t>
              </a:r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1EE28F5D-4C25-B7E6-C748-9509E799A77C}"/>
                </a:ext>
              </a:extLst>
            </p:cNvPr>
            <p:cNvGrpSpPr/>
            <p:nvPr/>
          </p:nvGrpSpPr>
          <p:grpSpPr>
            <a:xfrm>
              <a:off x="572130" y="1372339"/>
              <a:ext cx="1331095" cy="0"/>
              <a:chOff x="8297637" y="1402483"/>
              <a:chExt cx="1331095" cy="0"/>
            </a:xfrm>
          </p:grpSpPr>
          <p:cxnSp>
            <p:nvCxnSpPr>
              <p:cNvPr id="14" name="직선 연결선 13">
                <a:extLst>
                  <a:ext uri="{FF2B5EF4-FFF2-40B4-BE49-F238E27FC236}">
                    <a16:creationId xmlns:a16="http://schemas.microsoft.com/office/drawing/2014/main" id="{DCFCBDF2-9AC1-6408-8C56-6D2EC837B8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4537" y="1402483"/>
                <a:ext cx="1164195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5E75DAD7-4ECB-990B-66D9-C7F65C9745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7637" y="1402483"/>
                <a:ext cx="612000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129AEF"/>
                </a:solidFill>
                <a:prstDash val="solid"/>
                <a:miter lim="800000"/>
              </a:ln>
              <a:effectLst/>
            </p:spPr>
          </p:cxnSp>
        </p:grpSp>
      </p:grp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010FB54-8491-29A6-A086-3589D2230C92}"/>
              </a:ext>
            </a:extLst>
          </p:cNvPr>
          <p:cNvCxnSpPr/>
          <p:nvPr/>
        </p:nvCxnSpPr>
        <p:spPr>
          <a:xfrm>
            <a:off x="6592331" y="1087763"/>
            <a:ext cx="0" cy="5387248"/>
          </a:xfrm>
          <a:prstGeom prst="line">
            <a:avLst/>
          </a:prstGeom>
          <a:solidFill>
            <a:schemeClr val="bg1"/>
          </a:solidFill>
          <a:ln w="19050" cap="rnd">
            <a:solidFill>
              <a:schemeClr val="bg1">
                <a:lumMod val="85000"/>
              </a:schemeClr>
            </a:solidFill>
            <a:prstDash val="sysDot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4347046-B234-C2CA-CCCA-8C76E57C3199}"/>
              </a:ext>
            </a:extLst>
          </p:cNvPr>
          <p:cNvGrpSpPr/>
          <p:nvPr/>
        </p:nvGrpSpPr>
        <p:grpSpPr>
          <a:xfrm>
            <a:off x="1733161" y="4094248"/>
            <a:ext cx="4663111" cy="2376419"/>
            <a:chOff x="1733161" y="4094248"/>
            <a:chExt cx="4663111" cy="2376419"/>
          </a:xfrm>
        </p:grpSpPr>
        <p:pic>
          <p:nvPicPr>
            <p:cNvPr id="881" name="그림 880">
              <a:extLst>
                <a:ext uri="{FF2B5EF4-FFF2-40B4-BE49-F238E27FC236}">
                  <a16:creationId xmlns:a16="http://schemas.microsoft.com/office/drawing/2014/main" id="{8BEA98DC-E19C-E2E0-3AA9-8B6F41494C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733161" y="4094248"/>
              <a:ext cx="4663111" cy="2376419"/>
            </a:xfrm>
            <a:prstGeom prst="roundRect">
              <a:avLst>
                <a:gd name="adj" fmla="val 5787"/>
              </a:avLst>
            </a:prstGeom>
            <a:ln w="6350">
              <a:solidFill>
                <a:srgbClr val="39BCBD">
                  <a:lumMod val="40000"/>
                  <a:lumOff val="60000"/>
                </a:srgbClr>
              </a:solidFill>
            </a:ln>
          </p:spPr>
        </p:pic>
        <p:sp>
          <p:nvSpPr>
            <p:cNvPr id="882" name="TextBox 881">
              <a:extLst>
                <a:ext uri="{FF2B5EF4-FFF2-40B4-BE49-F238E27FC236}">
                  <a16:creationId xmlns:a16="http://schemas.microsoft.com/office/drawing/2014/main" id="{02F29B63-F322-1EB0-7E2F-347491F3A78C}"/>
                </a:ext>
              </a:extLst>
            </p:cNvPr>
            <p:cNvSpPr txBox="1"/>
            <p:nvPr/>
          </p:nvSpPr>
          <p:spPr>
            <a:xfrm>
              <a:off x="4595179" y="4827551"/>
              <a:ext cx="1525695" cy="246221"/>
            </a:xfrm>
            <a:prstGeom prst="rect">
              <a:avLst/>
            </a:prstGeom>
            <a:noFill/>
          </p:spPr>
          <p:txBody>
            <a:bodyPr wrap="square" anchor="ctr">
              <a:spAutoFit/>
              <a:scene3d>
                <a:camera prst="orthographicFront"/>
                <a:lightRig rig="threePt" dir="t"/>
              </a:scene3d>
              <a:sp3d extrusionH="19050" contourW="31750">
                <a:bevelT w="0" h="50800"/>
                <a:contourClr>
                  <a:schemeClr val="tx2">
                    <a:lumMod val="50000"/>
                  </a:schemeClr>
                </a:contourClr>
              </a:sp3d>
            </a:bodyPr>
            <a:lstStyle/>
            <a:p>
              <a:pPr algn="ctr"/>
              <a:r>
                <a:rPr lang="ko-KR" altLang="en-US" sz="10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 </a:t>
              </a:r>
              <a:r>
                <a:rPr lang="ko-KR" altLang="en-US" sz="1000" kern="0" dirty="0" err="1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</a:t>
              </a:r>
              <a:r>
                <a:rPr lang="en-US" altLang="ko-KR" sz="10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 </a:t>
              </a:r>
              <a:r>
                <a:rPr lang="ko-KR" altLang="en-US" sz="10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내용입력</a:t>
              </a:r>
            </a:p>
          </p:txBody>
        </p:sp>
      </p:grpSp>
      <p:grpSp>
        <p:nvGrpSpPr>
          <p:cNvPr id="905" name="그룹 904">
            <a:extLst>
              <a:ext uri="{FF2B5EF4-FFF2-40B4-BE49-F238E27FC236}">
                <a16:creationId xmlns:a16="http://schemas.microsoft.com/office/drawing/2014/main" id="{64CF80B2-32B7-B139-B580-AF83412BED58}"/>
              </a:ext>
            </a:extLst>
          </p:cNvPr>
          <p:cNvGrpSpPr/>
          <p:nvPr/>
        </p:nvGrpSpPr>
        <p:grpSpPr>
          <a:xfrm>
            <a:off x="1733161" y="1379730"/>
            <a:ext cx="4697770" cy="2384284"/>
            <a:chOff x="1733161" y="1243174"/>
            <a:chExt cx="4697770" cy="2384284"/>
          </a:xfrm>
        </p:grpSpPr>
        <p:pic>
          <p:nvPicPr>
            <p:cNvPr id="879" name="Picture 4">
              <a:extLst>
                <a:ext uri="{FF2B5EF4-FFF2-40B4-BE49-F238E27FC236}">
                  <a16:creationId xmlns:a16="http://schemas.microsoft.com/office/drawing/2014/main" id="{431C15D0-CE45-2D03-A1CB-699F0D94AC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3161" y="1243174"/>
              <a:ext cx="4663111" cy="2384284"/>
            </a:xfrm>
            <a:prstGeom prst="roundRect">
              <a:avLst>
                <a:gd name="adj" fmla="val 5787"/>
              </a:avLst>
            </a:prstGeom>
            <a:ln w="6350">
              <a:solidFill>
                <a:srgbClr val="39BCBD">
                  <a:lumMod val="40000"/>
                  <a:lumOff val="60000"/>
                </a:srgbClr>
              </a:solidFill>
            </a:ln>
          </p:spPr>
        </p:pic>
        <p:pic>
          <p:nvPicPr>
            <p:cNvPr id="880" name="_x523218736" descr="EMB000021382b31">
              <a:extLst>
                <a:ext uri="{FF2B5EF4-FFF2-40B4-BE49-F238E27FC236}">
                  <a16:creationId xmlns:a16="http://schemas.microsoft.com/office/drawing/2014/main" id="{D677D021-D921-3B5E-8B5A-0BFF50164A3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27434" y="2470727"/>
              <a:ext cx="1236490" cy="976103"/>
            </a:xfrm>
            <a:prstGeom prst="ellipse">
              <a:avLst/>
            </a:prstGeom>
            <a:ln w="12700">
              <a:solidFill>
                <a:sysClr val="window" lastClr="FFFFF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83" name="TextBox 882">
              <a:extLst>
                <a:ext uri="{FF2B5EF4-FFF2-40B4-BE49-F238E27FC236}">
                  <a16:creationId xmlns:a16="http://schemas.microsoft.com/office/drawing/2014/main" id="{BECDE6F8-75DA-0425-F093-8F8DD0767534}"/>
                </a:ext>
              </a:extLst>
            </p:cNvPr>
            <p:cNvSpPr txBox="1"/>
            <p:nvPr/>
          </p:nvSpPr>
          <p:spPr>
            <a:xfrm>
              <a:off x="4844708" y="3302913"/>
              <a:ext cx="1586223" cy="246221"/>
            </a:xfrm>
            <a:prstGeom prst="rect">
              <a:avLst/>
            </a:prstGeom>
            <a:noFill/>
          </p:spPr>
          <p:txBody>
            <a:bodyPr wrap="square" anchor="ctr">
              <a:spAutoFit/>
              <a:scene3d>
                <a:camera prst="orthographicFront"/>
                <a:lightRig rig="threePt" dir="t"/>
              </a:scene3d>
              <a:sp3d extrusionH="19050" contourW="31750">
                <a:bevelT w="0" h="19050"/>
                <a:contourClr>
                  <a:schemeClr val="tx2">
                    <a:lumMod val="50000"/>
                  </a:schemeClr>
                </a:contourClr>
              </a:sp3d>
            </a:bodyPr>
            <a:lstStyle/>
            <a:p>
              <a:pPr algn="ctr"/>
              <a:r>
                <a:rPr lang="ko-KR" altLang="en-US" sz="10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 </a:t>
              </a:r>
              <a:r>
                <a:rPr lang="ko-KR" altLang="en-US" sz="1000" kern="0" dirty="0" err="1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</a:t>
              </a:r>
              <a:r>
                <a:rPr lang="en-US" altLang="ko-KR" sz="10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 </a:t>
              </a:r>
              <a:r>
                <a:rPr lang="en-US" altLang="ko-KR" sz="9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</a:t>
              </a:r>
              <a:r>
                <a:rPr lang="ko-KR" altLang="en-US" sz="9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 </a:t>
              </a:r>
              <a:r>
                <a:rPr lang="en-US" altLang="ko-KR" sz="9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4내용</a:t>
              </a:r>
              <a:r>
                <a:rPr lang="ko-KR" altLang="en-US" sz="9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</a:t>
              </a:r>
              <a:r>
                <a:rPr lang="en-US" altLang="ko-KR" sz="900" kern="0" dirty="0">
                  <a:gradFill>
                    <a:gsLst>
                      <a:gs pos="100000">
                        <a:prstClr val="white"/>
                      </a:gs>
                      <a:gs pos="38000">
                        <a:prstClr val="white"/>
                      </a:gs>
                    </a:gsLst>
                    <a:lin ang="5400000" scaled="0"/>
                  </a:gra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</a:t>
              </a:r>
            </a:p>
          </p:txBody>
        </p:sp>
      </p:grpSp>
      <p:sp>
        <p:nvSpPr>
          <p:cNvPr id="893" name="TextBox 892">
            <a:extLst>
              <a:ext uri="{FF2B5EF4-FFF2-40B4-BE49-F238E27FC236}">
                <a16:creationId xmlns:a16="http://schemas.microsoft.com/office/drawing/2014/main" id="{FC10DDE3-AA9E-E826-ED8F-60C1E7D7283F}"/>
              </a:ext>
            </a:extLst>
          </p:cNvPr>
          <p:cNvSpPr txBox="1"/>
          <p:nvPr/>
        </p:nvSpPr>
        <p:spPr>
          <a:xfrm>
            <a:off x="515300" y="1485251"/>
            <a:ext cx="125707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1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lang="ko-KR" altLang="en-US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92,061 용</a:t>
            </a:r>
            <a:r>
              <a:rPr lang="en-US" altLang="ko-KR" sz="1100" baseline="30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내30,139</a:t>
            </a:r>
            <a:r>
              <a:rPr lang="ko-KR" altLang="en-US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  <a:p>
            <a:r>
              <a:rPr lang="ko-KR" altLang="en-US" sz="11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lang="ko-KR" altLang="en-US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48,344 용</a:t>
            </a:r>
            <a:r>
              <a:rPr lang="en-US" altLang="ko-KR" sz="1100" baseline="30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내16,839</a:t>
            </a:r>
            <a:r>
              <a:rPr lang="ko-KR" altLang="en-US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</a:p>
        </p:txBody>
      </p:sp>
      <p:sp>
        <p:nvSpPr>
          <p:cNvPr id="894" name="TextBox 893">
            <a:extLst>
              <a:ext uri="{FF2B5EF4-FFF2-40B4-BE49-F238E27FC236}">
                <a16:creationId xmlns:a16="http://schemas.microsoft.com/office/drawing/2014/main" id="{21762D87-13DE-7234-3A52-694626C4CDBB}"/>
              </a:ext>
            </a:extLst>
          </p:cNvPr>
          <p:cNvSpPr txBox="1"/>
          <p:nvPr/>
        </p:nvSpPr>
        <p:spPr>
          <a:xfrm>
            <a:off x="515300" y="4213165"/>
            <a:ext cx="123623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1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lang="ko-KR" altLang="en-US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39,139 용</a:t>
            </a:r>
            <a:r>
              <a:rPr lang="en-US" altLang="ko-KR" sz="1100" baseline="30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내14,139</a:t>
            </a:r>
            <a:r>
              <a:rPr lang="ko-KR" altLang="en-US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  <a:p>
            <a:r>
              <a:rPr lang="ko-KR" altLang="en-US" sz="11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lang="ko-KR" altLang="en-US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15,739 용</a:t>
            </a:r>
            <a:r>
              <a:rPr lang="en-US" altLang="ko-KR" sz="1100" baseline="30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내6,939</a:t>
            </a:r>
            <a:r>
              <a:rPr lang="ko-KR" altLang="en-US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lang="en-US" altLang="ko-KR" sz="1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1243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F3B36253-1124-967E-491D-255D93FE97EC}"/>
              </a:ext>
            </a:extLst>
          </p:cNvPr>
          <p:cNvGrpSpPr/>
          <p:nvPr/>
        </p:nvGrpSpPr>
        <p:grpSpPr>
          <a:xfrm>
            <a:off x="6817424" y="948747"/>
            <a:ext cx="4998435" cy="5394944"/>
            <a:chOff x="6817424" y="948747"/>
            <a:chExt cx="4998435" cy="5394944"/>
          </a:xfrm>
        </p:grpSpPr>
        <p:grpSp>
          <p:nvGrpSpPr>
            <p:cNvPr id="733" name="그룹 732">
              <a:extLst>
                <a:ext uri="{FF2B5EF4-FFF2-40B4-BE49-F238E27FC236}">
                  <a16:creationId xmlns:a16="http://schemas.microsoft.com/office/drawing/2014/main" id="{8E7349E6-06AB-FAE0-6927-D62FF370A242}"/>
                </a:ext>
              </a:extLst>
            </p:cNvPr>
            <p:cNvGrpSpPr/>
            <p:nvPr/>
          </p:nvGrpSpPr>
          <p:grpSpPr>
            <a:xfrm>
              <a:off x="6888851" y="1615680"/>
              <a:ext cx="3496800" cy="4720852"/>
              <a:chOff x="1146141" y="1637679"/>
              <a:chExt cx="3132972" cy="4229667"/>
            </a:xfrm>
            <a:solidFill>
              <a:schemeClr val="accent1">
                <a:lumMod val="20000"/>
                <a:lumOff val="80000"/>
              </a:schemeClr>
            </a:solidFill>
            <a:effectLst>
              <a:outerShdw dist="76200" dir="2700000" algn="tl" rotWithShape="0">
                <a:schemeClr val="accent3">
                  <a:alpha val="9000"/>
                </a:schemeClr>
              </a:outerShdw>
            </a:effectLst>
          </p:grpSpPr>
          <p:sp>
            <p:nvSpPr>
              <p:cNvPr id="775" name="Freeform 5">
                <a:extLst>
                  <a:ext uri="{FF2B5EF4-FFF2-40B4-BE49-F238E27FC236}">
                    <a16:creationId xmlns:a16="http://schemas.microsoft.com/office/drawing/2014/main" id="{FE485D92-D6C9-ADA5-7FFC-0E715BAED3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808" y="2296535"/>
                <a:ext cx="112079" cy="236727"/>
              </a:xfrm>
              <a:custGeom>
                <a:avLst/>
                <a:gdLst>
                  <a:gd name="T0" fmla="*/ 31 w 77"/>
                  <a:gd name="T1" fmla="*/ 0 h 162"/>
                  <a:gd name="T2" fmla="*/ 13 w 77"/>
                  <a:gd name="T3" fmla="*/ 12 h 162"/>
                  <a:gd name="T4" fmla="*/ 0 w 77"/>
                  <a:gd name="T5" fmla="*/ 33 h 162"/>
                  <a:gd name="T6" fmla="*/ 2 w 77"/>
                  <a:gd name="T7" fmla="*/ 56 h 162"/>
                  <a:gd name="T8" fmla="*/ 13 w 77"/>
                  <a:gd name="T9" fmla="*/ 85 h 162"/>
                  <a:gd name="T10" fmla="*/ 15 w 77"/>
                  <a:gd name="T11" fmla="*/ 105 h 162"/>
                  <a:gd name="T12" fmla="*/ 10 w 77"/>
                  <a:gd name="T13" fmla="*/ 126 h 162"/>
                  <a:gd name="T14" fmla="*/ 10 w 77"/>
                  <a:gd name="T15" fmla="*/ 144 h 162"/>
                  <a:gd name="T16" fmla="*/ 31 w 77"/>
                  <a:gd name="T17" fmla="*/ 157 h 162"/>
                  <a:gd name="T18" fmla="*/ 62 w 77"/>
                  <a:gd name="T19" fmla="*/ 159 h 162"/>
                  <a:gd name="T20" fmla="*/ 75 w 77"/>
                  <a:gd name="T21" fmla="*/ 146 h 162"/>
                  <a:gd name="T22" fmla="*/ 77 w 77"/>
                  <a:gd name="T23" fmla="*/ 121 h 162"/>
                  <a:gd name="T24" fmla="*/ 77 w 77"/>
                  <a:gd name="T25" fmla="*/ 97 h 162"/>
                  <a:gd name="T26" fmla="*/ 77 w 77"/>
                  <a:gd name="T27" fmla="*/ 72 h 162"/>
                  <a:gd name="T28" fmla="*/ 69 w 77"/>
                  <a:gd name="T29" fmla="*/ 43 h 162"/>
                  <a:gd name="T30" fmla="*/ 62 w 77"/>
                  <a:gd name="T31" fmla="*/ 20 h 162"/>
                  <a:gd name="T32" fmla="*/ 44 w 77"/>
                  <a:gd name="T33" fmla="*/ 2 h 162"/>
                  <a:gd name="T34" fmla="*/ 31 w 77"/>
                  <a:gd name="T35" fmla="*/ 0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7" h="162">
                    <a:moveTo>
                      <a:pt x="31" y="0"/>
                    </a:moveTo>
                    <a:cubicBezTo>
                      <a:pt x="13" y="12"/>
                      <a:pt x="13" y="12"/>
                      <a:pt x="13" y="12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33"/>
                      <a:pt x="2" y="48"/>
                      <a:pt x="2" y="56"/>
                    </a:cubicBezTo>
                    <a:cubicBezTo>
                      <a:pt x="2" y="64"/>
                      <a:pt x="13" y="85"/>
                      <a:pt x="13" y="85"/>
                    </a:cubicBezTo>
                    <a:cubicBezTo>
                      <a:pt x="15" y="105"/>
                      <a:pt x="15" y="105"/>
                      <a:pt x="15" y="105"/>
                    </a:cubicBezTo>
                    <a:cubicBezTo>
                      <a:pt x="10" y="126"/>
                      <a:pt x="10" y="126"/>
                      <a:pt x="10" y="126"/>
                    </a:cubicBezTo>
                    <a:cubicBezTo>
                      <a:pt x="10" y="126"/>
                      <a:pt x="2" y="136"/>
                      <a:pt x="10" y="144"/>
                    </a:cubicBezTo>
                    <a:cubicBezTo>
                      <a:pt x="18" y="151"/>
                      <a:pt x="20" y="154"/>
                      <a:pt x="31" y="157"/>
                    </a:cubicBezTo>
                    <a:cubicBezTo>
                      <a:pt x="41" y="159"/>
                      <a:pt x="54" y="162"/>
                      <a:pt x="62" y="159"/>
                    </a:cubicBezTo>
                    <a:cubicBezTo>
                      <a:pt x="69" y="157"/>
                      <a:pt x="75" y="146"/>
                      <a:pt x="75" y="146"/>
                    </a:cubicBezTo>
                    <a:cubicBezTo>
                      <a:pt x="75" y="146"/>
                      <a:pt x="77" y="128"/>
                      <a:pt x="77" y="121"/>
                    </a:cubicBezTo>
                    <a:cubicBezTo>
                      <a:pt x="77" y="113"/>
                      <a:pt x="77" y="97"/>
                      <a:pt x="77" y="97"/>
                    </a:cubicBezTo>
                    <a:cubicBezTo>
                      <a:pt x="77" y="97"/>
                      <a:pt x="77" y="79"/>
                      <a:pt x="77" y="72"/>
                    </a:cubicBezTo>
                    <a:cubicBezTo>
                      <a:pt x="77" y="64"/>
                      <a:pt x="69" y="43"/>
                      <a:pt x="69" y="43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44" y="2"/>
                      <a:pt x="44" y="2"/>
                      <a:pt x="44" y="2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76" name="Freeform 6">
                <a:extLst>
                  <a:ext uri="{FF2B5EF4-FFF2-40B4-BE49-F238E27FC236}">
                    <a16:creationId xmlns:a16="http://schemas.microsoft.com/office/drawing/2014/main" id="{2E5A1B4F-A8E5-78D2-DECD-45A6B3ED2A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6061" y="2292345"/>
                <a:ext cx="63895" cy="56563"/>
              </a:xfrm>
              <a:custGeom>
                <a:avLst/>
                <a:gdLst>
                  <a:gd name="T0" fmla="*/ 18 w 44"/>
                  <a:gd name="T1" fmla="*/ 0 h 39"/>
                  <a:gd name="T2" fmla="*/ 0 w 44"/>
                  <a:gd name="T3" fmla="*/ 23 h 39"/>
                  <a:gd name="T4" fmla="*/ 10 w 44"/>
                  <a:gd name="T5" fmla="*/ 39 h 39"/>
                  <a:gd name="T6" fmla="*/ 41 w 44"/>
                  <a:gd name="T7" fmla="*/ 33 h 39"/>
                  <a:gd name="T8" fmla="*/ 44 w 44"/>
                  <a:gd name="T9" fmla="*/ 23 h 39"/>
                  <a:gd name="T10" fmla="*/ 41 w 44"/>
                  <a:gd name="T11" fmla="*/ 5 h 39"/>
                  <a:gd name="T12" fmla="*/ 18 w 44"/>
                  <a:gd name="T13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39">
                    <a:moveTo>
                      <a:pt x="18" y="0"/>
                    </a:move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2" y="39"/>
                      <a:pt x="10" y="39"/>
                    </a:cubicBezTo>
                    <a:cubicBezTo>
                      <a:pt x="18" y="39"/>
                      <a:pt x="41" y="33"/>
                      <a:pt x="41" y="33"/>
                    </a:cubicBezTo>
                    <a:cubicBezTo>
                      <a:pt x="41" y="33"/>
                      <a:pt x="44" y="31"/>
                      <a:pt x="44" y="23"/>
                    </a:cubicBezTo>
                    <a:cubicBezTo>
                      <a:pt x="44" y="15"/>
                      <a:pt x="41" y="5"/>
                      <a:pt x="41" y="5"/>
                    </a:cubicBezTo>
                    <a:lnTo>
                      <a:pt x="18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77" name="Freeform 7">
                <a:extLst>
                  <a:ext uri="{FF2B5EF4-FFF2-40B4-BE49-F238E27FC236}">
                    <a16:creationId xmlns:a16="http://schemas.microsoft.com/office/drawing/2014/main" id="{8E47A91A-1270-C4E4-90D0-09B3A6CE69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9580" y="2366715"/>
                <a:ext cx="56563" cy="108936"/>
              </a:xfrm>
              <a:custGeom>
                <a:avLst/>
                <a:gdLst>
                  <a:gd name="T0" fmla="*/ 15 w 39"/>
                  <a:gd name="T1" fmla="*/ 0 h 75"/>
                  <a:gd name="T2" fmla="*/ 0 w 39"/>
                  <a:gd name="T3" fmla="*/ 24 h 75"/>
                  <a:gd name="T4" fmla="*/ 5 w 39"/>
                  <a:gd name="T5" fmla="*/ 39 h 75"/>
                  <a:gd name="T6" fmla="*/ 18 w 39"/>
                  <a:gd name="T7" fmla="*/ 55 h 75"/>
                  <a:gd name="T8" fmla="*/ 23 w 39"/>
                  <a:gd name="T9" fmla="*/ 75 h 75"/>
                  <a:gd name="T10" fmla="*/ 39 w 39"/>
                  <a:gd name="T11" fmla="*/ 65 h 75"/>
                  <a:gd name="T12" fmla="*/ 39 w 39"/>
                  <a:gd name="T13" fmla="*/ 47 h 75"/>
                  <a:gd name="T14" fmla="*/ 36 w 39"/>
                  <a:gd name="T15" fmla="*/ 37 h 75"/>
                  <a:gd name="T16" fmla="*/ 33 w 39"/>
                  <a:gd name="T17" fmla="*/ 24 h 75"/>
                  <a:gd name="T18" fmla="*/ 26 w 39"/>
                  <a:gd name="T19" fmla="*/ 8 h 75"/>
                  <a:gd name="T20" fmla="*/ 15 w 39"/>
                  <a:gd name="T21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9" h="75">
                    <a:moveTo>
                      <a:pt x="15" y="0"/>
                    </a:moveTo>
                    <a:cubicBezTo>
                      <a:pt x="8" y="13"/>
                      <a:pt x="0" y="24"/>
                      <a:pt x="0" y="24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18" y="55"/>
                      <a:pt x="18" y="55"/>
                      <a:pt x="18" y="55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39" y="65"/>
                      <a:pt x="39" y="65"/>
                      <a:pt x="39" y="65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26" y="8"/>
                      <a:pt x="26" y="8"/>
                      <a:pt x="26" y="8"/>
                    </a:cubicBezTo>
                    <a:lnTo>
                      <a:pt x="15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78" name="Freeform 8">
                <a:extLst>
                  <a:ext uri="{FF2B5EF4-FFF2-40B4-BE49-F238E27FC236}">
                    <a16:creationId xmlns:a16="http://schemas.microsoft.com/office/drawing/2014/main" id="{0EB82C3D-4BD0-2BAE-DA19-7A0952EE73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7763" y="2604490"/>
                <a:ext cx="185402" cy="100557"/>
              </a:xfrm>
              <a:custGeom>
                <a:avLst/>
                <a:gdLst>
                  <a:gd name="T0" fmla="*/ 122 w 177"/>
                  <a:gd name="T1" fmla="*/ 0 h 96"/>
                  <a:gd name="T2" fmla="*/ 90 w 177"/>
                  <a:gd name="T3" fmla="*/ 18 h 96"/>
                  <a:gd name="T4" fmla="*/ 54 w 177"/>
                  <a:gd name="T5" fmla="*/ 18 h 96"/>
                  <a:gd name="T6" fmla="*/ 22 w 177"/>
                  <a:gd name="T7" fmla="*/ 21 h 96"/>
                  <a:gd name="T8" fmla="*/ 0 w 177"/>
                  <a:gd name="T9" fmla="*/ 57 h 96"/>
                  <a:gd name="T10" fmla="*/ 43 w 177"/>
                  <a:gd name="T11" fmla="*/ 96 h 96"/>
                  <a:gd name="T12" fmla="*/ 76 w 177"/>
                  <a:gd name="T13" fmla="*/ 96 h 96"/>
                  <a:gd name="T14" fmla="*/ 101 w 177"/>
                  <a:gd name="T15" fmla="*/ 86 h 96"/>
                  <a:gd name="T16" fmla="*/ 136 w 177"/>
                  <a:gd name="T17" fmla="*/ 75 h 96"/>
                  <a:gd name="T18" fmla="*/ 147 w 177"/>
                  <a:gd name="T19" fmla="*/ 57 h 96"/>
                  <a:gd name="T20" fmla="*/ 177 w 177"/>
                  <a:gd name="T21" fmla="*/ 43 h 96"/>
                  <a:gd name="T22" fmla="*/ 166 w 177"/>
                  <a:gd name="T23" fmla="*/ 14 h 96"/>
                  <a:gd name="T24" fmla="*/ 143 w 177"/>
                  <a:gd name="T25" fmla="*/ 3 h 96"/>
                  <a:gd name="T26" fmla="*/ 122 w 177"/>
                  <a:gd name="T27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7" h="96">
                    <a:moveTo>
                      <a:pt x="122" y="0"/>
                    </a:moveTo>
                    <a:lnTo>
                      <a:pt x="90" y="18"/>
                    </a:lnTo>
                    <a:lnTo>
                      <a:pt x="54" y="18"/>
                    </a:lnTo>
                    <a:lnTo>
                      <a:pt x="22" y="21"/>
                    </a:lnTo>
                    <a:lnTo>
                      <a:pt x="0" y="57"/>
                    </a:lnTo>
                    <a:lnTo>
                      <a:pt x="43" y="96"/>
                    </a:lnTo>
                    <a:lnTo>
                      <a:pt x="76" y="96"/>
                    </a:lnTo>
                    <a:lnTo>
                      <a:pt x="101" y="86"/>
                    </a:lnTo>
                    <a:lnTo>
                      <a:pt x="136" y="75"/>
                    </a:lnTo>
                    <a:lnTo>
                      <a:pt x="147" y="57"/>
                    </a:lnTo>
                    <a:lnTo>
                      <a:pt x="177" y="43"/>
                    </a:lnTo>
                    <a:lnTo>
                      <a:pt x="166" y="14"/>
                    </a:lnTo>
                    <a:lnTo>
                      <a:pt x="143" y="3"/>
                    </a:lnTo>
                    <a:lnTo>
                      <a:pt x="122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79" name="Freeform 9">
                <a:extLst>
                  <a:ext uri="{FF2B5EF4-FFF2-40B4-BE49-F238E27FC236}">
                    <a16:creationId xmlns:a16="http://schemas.microsoft.com/office/drawing/2014/main" id="{2C101BAB-1538-F057-D0FB-C3401C673E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6618" y="2728091"/>
                <a:ext cx="37709" cy="46088"/>
              </a:xfrm>
              <a:custGeom>
                <a:avLst/>
                <a:gdLst>
                  <a:gd name="T0" fmla="*/ 7 w 36"/>
                  <a:gd name="T1" fmla="*/ 0 h 44"/>
                  <a:gd name="T2" fmla="*/ 0 w 36"/>
                  <a:gd name="T3" fmla="*/ 32 h 44"/>
                  <a:gd name="T4" fmla="*/ 22 w 36"/>
                  <a:gd name="T5" fmla="*/ 44 h 44"/>
                  <a:gd name="T6" fmla="*/ 36 w 36"/>
                  <a:gd name="T7" fmla="*/ 18 h 44"/>
                  <a:gd name="T8" fmla="*/ 22 w 36"/>
                  <a:gd name="T9" fmla="*/ 0 h 44"/>
                  <a:gd name="T10" fmla="*/ 7 w 36"/>
                  <a:gd name="T11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44">
                    <a:moveTo>
                      <a:pt x="7" y="0"/>
                    </a:moveTo>
                    <a:lnTo>
                      <a:pt x="0" y="32"/>
                    </a:lnTo>
                    <a:lnTo>
                      <a:pt x="22" y="44"/>
                    </a:lnTo>
                    <a:lnTo>
                      <a:pt x="36" y="18"/>
                    </a:lnTo>
                    <a:lnTo>
                      <a:pt x="22" y="0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0" name="Freeform 10">
                <a:extLst>
                  <a:ext uri="{FF2B5EF4-FFF2-40B4-BE49-F238E27FC236}">
                    <a16:creationId xmlns:a16="http://schemas.microsoft.com/office/drawing/2014/main" id="{49C17CA4-2AF9-D479-36FB-618C7F4905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8434" y="2566781"/>
                <a:ext cx="55516" cy="37709"/>
              </a:xfrm>
              <a:custGeom>
                <a:avLst/>
                <a:gdLst>
                  <a:gd name="T0" fmla="*/ 0 w 38"/>
                  <a:gd name="T1" fmla="*/ 5 h 26"/>
                  <a:gd name="T2" fmla="*/ 5 w 38"/>
                  <a:gd name="T3" fmla="*/ 21 h 26"/>
                  <a:gd name="T4" fmla="*/ 18 w 38"/>
                  <a:gd name="T5" fmla="*/ 23 h 26"/>
                  <a:gd name="T6" fmla="*/ 38 w 38"/>
                  <a:gd name="T7" fmla="*/ 18 h 26"/>
                  <a:gd name="T8" fmla="*/ 36 w 38"/>
                  <a:gd name="T9" fmla="*/ 3 h 26"/>
                  <a:gd name="T10" fmla="*/ 10 w 38"/>
                  <a:gd name="T11" fmla="*/ 0 h 26"/>
                  <a:gd name="T12" fmla="*/ 0 w 38"/>
                  <a:gd name="T13" fmla="*/ 5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" h="26">
                    <a:moveTo>
                      <a:pt x="0" y="5"/>
                    </a:moveTo>
                    <a:cubicBezTo>
                      <a:pt x="5" y="21"/>
                      <a:pt x="5" y="21"/>
                      <a:pt x="5" y="21"/>
                    </a:cubicBezTo>
                    <a:cubicBezTo>
                      <a:pt x="5" y="21"/>
                      <a:pt x="10" y="21"/>
                      <a:pt x="18" y="23"/>
                    </a:cubicBezTo>
                    <a:cubicBezTo>
                      <a:pt x="26" y="26"/>
                      <a:pt x="38" y="18"/>
                      <a:pt x="38" y="18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10" y="0"/>
                      <a:pt x="10" y="0"/>
                      <a:pt x="10" y="0"/>
                    </a:cubicBezTo>
                    <a:lnTo>
                      <a:pt x="0" y="5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1" name="Freeform 11">
                <a:extLst>
                  <a:ext uri="{FF2B5EF4-FFF2-40B4-BE49-F238E27FC236}">
                    <a16:creationId xmlns:a16="http://schemas.microsoft.com/office/drawing/2014/main" id="{D4E26338-C5F4-D328-C956-C70C14C605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1969" y="2453655"/>
                <a:ext cx="26187" cy="59706"/>
              </a:xfrm>
              <a:custGeom>
                <a:avLst/>
                <a:gdLst>
                  <a:gd name="T0" fmla="*/ 23 w 25"/>
                  <a:gd name="T1" fmla="*/ 0 h 57"/>
                  <a:gd name="T2" fmla="*/ 0 w 25"/>
                  <a:gd name="T3" fmla="*/ 28 h 57"/>
                  <a:gd name="T4" fmla="*/ 4 w 25"/>
                  <a:gd name="T5" fmla="*/ 57 h 57"/>
                  <a:gd name="T6" fmla="*/ 25 w 25"/>
                  <a:gd name="T7" fmla="*/ 35 h 57"/>
                  <a:gd name="T8" fmla="*/ 23 w 25"/>
                  <a:gd name="T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57">
                    <a:moveTo>
                      <a:pt x="23" y="0"/>
                    </a:moveTo>
                    <a:lnTo>
                      <a:pt x="0" y="28"/>
                    </a:lnTo>
                    <a:lnTo>
                      <a:pt x="4" y="57"/>
                    </a:lnTo>
                    <a:lnTo>
                      <a:pt x="25" y="3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2" name="Freeform 12">
                <a:extLst>
                  <a:ext uri="{FF2B5EF4-FFF2-40B4-BE49-F238E27FC236}">
                    <a16:creationId xmlns:a16="http://schemas.microsoft.com/office/drawing/2014/main" id="{06B3BABF-F5DF-A778-95D6-EAB90E6474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1495" y="3528355"/>
                <a:ext cx="86940" cy="181212"/>
              </a:xfrm>
              <a:custGeom>
                <a:avLst/>
                <a:gdLst>
                  <a:gd name="T0" fmla="*/ 10 w 59"/>
                  <a:gd name="T1" fmla="*/ 3 h 124"/>
                  <a:gd name="T2" fmla="*/ 0 w 59"/>
                  <a:gd name="T3" fmla="*/ 34 h 124"/>
                  <a:gd name="T4" fmla="*/ 5 w 59"/>
                  <a:gd name="T5" fmla="*/ 70 h 124"/>
                  <a:gd name="T6" fmla="*/ 7 w 59"/>
                  <a:gd name="T7" fmla="*/ 96 h 124"/>
                  <a:gd name="T8" fmla="*/ 18 w 59"/>
                  <a:gd name="T9" fmla="*/ 121 h 124"/>
                  <a:gd name="T10" fmla="*/ 41 w 59"/>
                  <a:gd name="T11" fmla="*/ 124 h 124"/>
                  <a:gd name="T12" fmla="*/ 59 w 59"/>
                  <a:gd name="T13" fmla="*/ 103 h 124"/>
                  <a:gd name="T14" fmla="*/ 54 w 59"/>
                  <a:gd name="T15" fmla="*/ 65 h 124"/>
                  <a:gd name="T16" fmla="*/ 43 w 59"/>
                  <a:gd name="T17" fmla="*/ 23 h 124"/>
                  <a:gd name="T18" fmla="*/ 28 w 59"/>
                  <a:gd name="T19" fmla="*/ 0 h 124"/>
                  <a:gd name="T20" fmla="*/ 10 w 59"/>
                  <a:gd name="T21" fmla="*/ 3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9" h="124">
                    <a:moveTo>
                      <a:pt x="10" y="3"/>
                    </a:moveTo>
                    <a:cubicBezTo>
                      <a:pt x="0" y="34"/>
                      <a:pt x="0" y="34"/>
                      <a:pt x="0" y="34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18" y="121"/>
                      <a:pt x="18" y="121"/>
                      <a:pt x="18" y="121"/>
                    </a:cubicBezTo>
                    <a:cubicBezTo>
                      <a:pt x="41" y="124"/>
                      <a:pt x="41" y="124"/>
                      <a:pt x="41" y="124"/>
                    </a:cubicBezTo>
                    <a:cubicBezTo>
                      <a:pt x="41" y="124"/>
                      <a:pt x="59" y="111"/>
                      <a:pt x="59" y="103"/>
                    </a:cubicBezTo>
                    <a:cubicBezTo>
                      <a:pt x="59" y="96"/>
                      <a:pt x="54" y="72"/>
                      <a:pt x="54" y="65"/>
                    </a:cubicBezTo>
                    <a:cubicBezTo>
                      <a:pt x="54" y="57"/>
                      <a:pt x="43" y="31"/>
                      <a:pt x="43" y="23"/>
                    </a:cubicBezTo>
                    <a:cubicBezTo>
                      <a:pt x="43" y="16"/>
                      <a:pt x="28" y="0"/>
                      <a:pt x="28" y="0"/>
                    </a:cubicBezTo>
                    <a:lnTo>
                      <a:pt x="10" y="3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3" name="Freeform 13">
                <a:extLst>
                  <a:ext uri="{FF2B5EF4-FFF2-40B4-BE49-F238E27FC236}">
                    <a16:creationId xmlns:a16="http://schemas.microsoft.com/office/drawing/2014/main" id="{54C0EEC1-F4E8-42F2-5FF6-F2D6DE246F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4050" y="1637679"/>
                <a:ext cx="1745079" cy="1632999"/>
              </a:xfrm>
              <a:custGeom>
                <a:avLst/>
                <a:gdLst>
                  <a:gd name="T0" fmla="*/ 49 w 1195"/>
                  <a:gd name="T1" fmla="*/ 268 h 1118"/>
                  <a:gd name="T2" fmla="*/ 103 w 1195"/>
                  <a:gd name="T3" fmla="*/ 255 h 1118"/>
                  <a:gd name="T4" fmla="*/ 91 w 1195"/>
                  <a:gd name="T5" fmla="*/ 314 h 1118"/>
                  <a:gd name="T6" fmla="*/ 139 w 1195"/>
                  <a:gd name="T7" fmla="*/ 311 h 1118"/>
                  <a:gd name="T8" fmla="*/ 176 w 1195"/>
                  <a:gd name="T9" fmla="*/ 342 h 1118"/>
                  <a:gd name="T10" fmla="*/ 237 w 1195"/>
                  <a:gd name="T11" fmla="*/ 414 h 1118"/>
                  <a:gd name="T12" fmla="*/ 261 w 1195"/>
                  <a:gd name="T13" fmla="*/ 481 h 1118"/>
                  <a:gd name="T14" fmla="*/ 206 w 1195"/>
                  <a:gd name="T15" fmla="*/ 528 h 1118"/>
                  <a:gd name="T16" fmla="*/ 196 w 1195"/>
                  <a:gd name="T17" fmla="*/ 574 h 1118"/>
                  <a:gd name="T18" fmla="*/ 217 w 1195"/>
                  <a:gd name="T19" fmla="*/ 615 h 1118"/>
                  <a:gd name="T20" fmla="*/ 219 w 1195"/>
                  <a:gd name="T21" fmla="*/ 659 h 1118"/>
                  <a:gd name="T22" fmla="*/ 266 w 1195"/>
                  <a:gd name="T23" fmla="*/ 651 h 1118"/>
                  <a:gd name="T24" fmla="*/ 348 w 1195"/>
                  <a:gd name="T25" fmla="*/ 708 h 1118"/>
                  <a:gd name="T26" fmla="*/ 325 w 1195"/>
                  <a:gd name="T27" fmla="*/ 742 h 1118"/>
                  <a:gd name="T28" fmla="*/ 325 w 1195"/>
                  <a:gd name="T29" fmla="*/ 811 h 1118"/>
                  <a:gd name="T30" fmla="*/ 304 w 1195"/>
                  <a:gd name="T31" fmla="*/ 896 h 1118"/>
                  <a:gd name="T32" fmla="*/ 320 w 1195"/>
                  <a:gd name="T33" fmla="*/ 981 h 1118"/>
                  <a:gd name="T34" fmla="*/ 397 w 1195"/>
                  <a:gd name="T35" fmla="*/ 966 h 1118"/>
                  <a:gd name="T36" fmla="*/ 446 w 1195"/>
                  <a:gd name="T37" fmla="*/ 919 h 1118"/>
                  <a:gd name="T38" fmla="*/ 474 w 1195"/>
                  <a:gd name="T39" fmla="*/ 976 h 1118"/>
                  <a:gd name="T40" fmla="*/ 552 w 1195"/>
                  <a:gd name="T41" fmla="*/ 953 h 1118"/>
                  <a:gd name="T42" fmla="*/ 626 w 1195"/>
                  <a:gd name="T43" fmla="*/ 968 h 1118"/>
                  <a:gd name="T44" fmla="*/ 588 w 1195"/>
                  <a:gd name="T45" fmla="*/ 997 h 1118"/>
                  <a:gd name="T46" fmla="*/ 626 w 1195"/>
                  <a:gd name="T47" fmla="*/ 1015 h 1118"/>
                  <a:gd name="T48" fmla="*/ 673 w 1195"/>
                  <a:gd name="T49" fmla="*/ 1038 h 1118"/>
                  <a:gd name="T50" fmla="*/ 737 w 1195"/>
                  <a:gd name="T51" fmla="*/ 1053 h 1118"/>
                  <a:gd name="T52" fmla="*/ 801 w 1195"/>
                  <a:gd name="T53" fmla="*/ 1089 h 1118"/>
                  <a:gd name="T54" fmla="*/ 850 w 1195"/>
                  <a:gd name="T55" fmla="*/ 1082 h 1118"/>
                  <a:gd name="T56" fmla="*/ 902 w 1195"/>
                  <a:gd name="T57" fmla="*/ 1079 h 1118"/>
                  <a:gd name="T58" fmla="*/ 930 w 1195"/>
                  <a:gd name="T59" fmla="*/ 1092 h 1118"/>
                  <a:gd name="T60" fmla="*/ 974 w 1195"/>
                  <a:gd name="T61" fmla="*/ 1084 h 1118"/>
                  <a:gd name="T62" fmla="*/ 1041 w 1195"/>
                  <a:gd name="T63" fmla="*/ 1079 h 1118"/>
                  <a:gd name="T64" fmla="*/ 1110 w 1195"/>
                  <a:gd name="T65" fmla="*/ 1118 h 1118"/>
                  <a:gd name="T66" fmla="*/ 1170 w 1195"/>
                  <a:gd name="T67" fmla="*/ 1066 h 1118"/>
                  <a:gd name="T68" fmla="*/ 1193 w 1195"/>
                  <a:gd name="T69" fmla="*/ 1002 h 1118"/>
                  <a:gd name="T70" fmla="*/ 1152 w 1195"/>
                  <a:gd name="T71" fmla="*/ 901 h 1118"/>
                  <a:gd name="T72" fmla="*/ 1085 w 1195"/>
                  <a:gd name="T73" fmla="*/ 798 h 1118"/>
                  <a:gd name="T74" fmla="*/ 1054 w 1195"/>
                  <a:gd name="T75" fmla="*/ 734 h 1118"/>
                  <a:gd name="T76" fmla="*/ 1015 w 1195"/>
                  <a:gd name="T77" fmla="*/ 633 h 1118"/>
                  <a:gd name="T78" fmla="*/ 912 w 1195"/>
                  <a:gd name="T79" fmla="*/ 469 h 1118"/>
                  <a:gd name="T80" fmla="*/ 850 w 1195"/>
                  <a:gd name="T81" fmla="*/ 358 h 1118"/>
                  <a:gd name="T82" fmla="*/ 796 w 1195"/>
                  <a:gd name="T83" fmla="*/ 198 h 1118"/>
                  <a:gd name="T84" fmla="*/ 742 w 1195"/>
                  <a:gd name="T85" fmla="*/ 67 h 1118"/>
                  <a:gd name="T86" fmla="*/ 704 w 1195"/>
                  <a:gd name="T87" fmla="*/ 2 h 1118"/>
                  <a:gd name="T88" fmla="*/ 673 w 1195"/>
                  <a:gd name="T89" fmla="*/ 62 h 1118"/>
                  <a:gd name="T90" fmla="*/ 619 w 1195"/>
                  <a:gd name="T91" fmla="*/ 157 h 1118"/>
                  <a:gd name="T92" fmla="*/ 531 w 1195"/>
                  <a:gd name="T93" fmla="*/ 201 h 1118"/>
                  <a:gd name="T94" fmla="*/ 431 w 1195"/>
                  <a:gd name="T95" fmla="*/ 170 h 1118"/>
                  <a:gd name="T96" fmla="*/ 394 w 1195"/>
                  <a:gd name="T97" fmla="*/ 188 h 1118"/>
                  <a:gd name="T98" fmla="*/ 353 w 1195"/>
                  <a:gd name="T99" fmla="*/ 172 h 1118"/>
                  <a:gd name="T100" fmla="*/ 289 w 1195"/>
                  <a:gd name="T101" fmla="*/ 172 h 1118"/>
                  <a:gd name="T102" fmla="*/ 237 w 1195"/>
                  <a:gd name="T103" fmla="*/ 178 h 1118"/>
                  <a:gd name="T104" fmla="*/ 194 w 1195"/>
                  <a:gd name="T105" fmla="*/ 170 h 1118"/>
                  <a:gd name="T106" fmla="*/ 129 w 1195"/>
                  <a:gd name="T107" fmla="*/ 162 h 1118"/>
                  <a:gd name="T108" fmla="*/ 75 w 1195"/>
                  <a:gd name="T109" fmla="*/ 154 h 1118"/>
                  <a:gd name="T110" fmla="*/ 6 w 1195"/>
                  <a:gd name="T111" fmla="*/ 178 h 1118"/>
                  <a:gd name="T112" fmla="*/ 29 w 1195"/>
                  <a:gd name="T113" fmla="*/ 211 h 1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195" h="1118">
                    <a:moveTo>
                      <a:pt x="29" y="211"/>
                    </a:moveTo>
                    <a:cubicBezTo>
                      <a:pt x="44" y="242"/>
                      <a:pt x="44" y="242"/>
                      <a:pt x="44" y="242"/>
                    </a:cubicBezTo>
                    <a:cubicBezTo>
                      <a:pt x="49" y="268"/>
                      <a:pt x="49" y="268"/>
                      <a:pt x="49" y="268"/>
                    </a:cubicBezTo>
                    <a:cubicBezTo>
                      <a:pt x="65" y="275"/>
                      <a:pt x="65" y="275"/>
                      <a:pt x="65" y="275"/>
                    </a:cubicBezTo>
                    <a:cubicBezTo>
                      <a:pt x="83" y="265"/>
                      <a:pt x="83" y="265"/>
                      <a:pt x="83" y="265"/>
                    </a:cubicBezTo>
                    <a:cubicBezTo>
                      <a:pt x="103" y="255"/>
                      <a:pt x="103" y="255"/>
                      <a:pt x="103" y="255"/>
                    </a:cubicBezTo>
                    <a:cubicBezTo>
                      <a:pt x="111" y="268"/>
                      <a:pt x="111" y="268"/>
                      <a:pt x="111" y="268"/>
                    </a:cubicBezTo>
                    <a:cubicBezTo>
                      <a:pt x="101" y="288"/>
                      <a:pt x="101" y="288"/>
                      <a:pt x="101" y="288"/>
                    </a:cubicBezTo>
                    <a:cubicBezTo>
                      <a:pt x="91" y="314"/>
                      <a:pt x="91" y="314"/>
                      <a:pt x="91" y="314"/>
                    </a:cubicBezTo>
                    <a:cubicBezTo>
                      <a:pt x="109" y="322"/>
                      <a:pt x="109" y="322"/>
                      <a:pt x="109" y="322"/>
                    </a:cubicBezTo>
                    <a:cubicBezTo>
                      <a:pt x="129" y="317"/>
                      <a:pt x="129" y="317"/>
                      <a:pt x="129" y="317"/>
                    </a:cubicBezTo>
                    <a:cubicBezTo>
                      <a:pt x="139" y="311"/>
                      <a:pt x="139" y="311"/>
                      <a:pt x="139" y="311"/>
                    </a:cubicBezTo>
                    <a:cubicBezTo>
                      <a:pt x="163" y="311"/>
                      <a:pt x="163" y="311"/>
                      <a:pt x="163" y="311"/>
                    </a:cubicBezTo>
                    <a:cubicBezTo>
                      <a:pt x="173" y="317"/>
                      <a:pt x="173" y="317"/>
                      <a:pt x="173" y="317"/>
                    </a:cubicBezTo>
                    <a:cubicBezTo>
                      <a:pt x="176" y="342"/>
                      <a:pt x="176" y="342"/>
                      <a:pt x="176" y="342"/>
                    </a:cubicBezTo>
                    <a:cubicBezTo>
                      <a:pt x="181" y="376"/>
                      <a:pt x="181" y="376"/>
                      <a:pt x="181" y="376"/>
                    </a:cubicBezTo>
                    <a:cubicBezTo>
                      <a:pt x="212" y="394"/>
                      <a:pt x="224" y="391"/>
                      <a:pt x="224" y="391"/>
                    </a:cubicBezTo>
                    <a:cubicBezTo>
                      <a:pt x="237" y="414"/>
                      <a:pt x="237" y="414"/>
                      <a:pt x="237" y="414"/>
                    </a:cubicBezTo>
                    <a:cubicBezTo>
                      <a:pt x="255" y="430"/>
                      <a:pt x="255" y="430"/>
                      <a:pt x="255" y="430"/>
                    </a:cubicBezTo>
                    <a:cubicBezTo>
                      <a:pt x="271" y="456"/>
                      <a:pt x="271" y="456"/>
                      <a:pt x="271" y="456"/>
                    </a:cubicBezTo>
                    <a:cubicBezTo>
                      <a:pt x="261" y="481"/>
                      <a:pt x="261" y="481"/>
                      <a:pt x="261" y="481"/>
                    </a:cubicBezTo>
                    <a:cubicBezTo>
                      <a:pt x="240" y="487"/>
                      <a:pt x="240" y="487"/>
                      <a:pt x="240" y="487"/>
                    </a:cubicBezTo>
                    <a:cubicBezTo>
                      <a:pt x="217" y="502"/>
                      <a:pt x="217" y="502"/>
                      <a:pt x="217" y="502"/>
                    </a:cubicBezTo>
                    <a:cubicBezTo>
                      <a:pt x="217" y="502"/>
                      <a:pt x="206" y="520"/>
                      <a:pt x="206" y="528"/>
                    </a:cubicBezTo>
                    <a:cubicBezTo>
                      <a:pt x="206" y="536"/>
                      <a:pt x="209" y="546"/>
                      <a:pt x="209" y="546"/>
                    </a:cubicBezTo>
                    <a:cubicBezTo>
                      <a:pt x="204" y="564"/>
                      <a:pt x="204" y="564"/>
                      <a:pt x="204" y="564"/>
                    </a:cubicBezTo>
                    <a:cubicBezTo>
                      <a:pt x="204" y="564"/>
                      <a:pt x="196" y="566"/>
                      <a:pt x="196" y="574"/>
                    </a:cubicBezTo>
                    <a:cubicBezTo>
                      <a:pt x="196" y="582"/>
                      <a:pt x="201" y="592"/>
                      <a:pt x="201" y="592"/>
                    </a:cubicBezTo>
                    <a:cubicBezTo>
                      <a:pt x="219" y="595"/>
                      <a:pt x="219" y="595"/>
                      <a:pt x="219" y="595"/>
                    </a:cubicBezTo>
                    <a:cubicBezTo>
                      <a:pt x="217" y="615"/>
                      <a:pt x="217" y="615"/>
                      <a:pt x="217" y="615"/>
                    </a:cubicBezTo>
                    <a:cubicBezTo>
                      <a:pt x="217" y="615"/>
                      <a:pt x="219" y="623"/>
                      <a:pt x="214" y="631"/>
                    </a:cubicBezTo>
                    <a:cubicBezTo>
                      <a:pt x="209" y="639"/>
                      <a:pt x="209" y="654"/>
                      <a:pt x="209" y="654"/>
                    </a:cubicBezTo>
                    <a:cubicBezTo>
                      <a:pt x="219" y="659"/>
                      <a:pt x="219" y="659"/>
                      <a:pt x="219" y="659"/>
                    </a:cubicBezTo>
                    <a:cubicBezTo>
                      <a:pt x="219" y="659"/>
                      <a:pt x="227" y="649"/>
                      <a:pt x="235" y="649"/>
                    </a:cubicBezTo>
                    <a:cubicBezTo>
                      <a:pt x="243" y="649"/>
                      <a:pt x="243" y="649"/>
                      <a:pt x="243" y="649"/>
                    </a:cubicBezTo>
                    <a:cubicBezTo>
                      <a:pt x="266" y="651"/>
                      <a:pt x="266" y="651"/>
                      <a:pt x="266" y="651"/>
                    </a:cubicBezTo>
                    <a:cubicBezTo>
                      <a:pt x="266" y="651"/>
                      <a:pt x="273" y="664"/>
                      <a:pt x="281" y="672"/>
                    </a:cubicBezTo>
                    <a:cubicBezTo>
                      <a:pt x="289" y="680"/>
                      <a:pt x="284" y="677"/>
                      <a:pt x="299" y="687"/>
                    </a:cubicBezTo>
                    <a:cubicBezTo>
                      <a:pt x="315" y="698"/>
                      <a:pt x="348" y="708"/>
                      <a:pt x="348" y="708"/>
                    </a:cubicBezTo>
                    <a:cubicBezTo>
                      <a:pt x="369" y="711"/>
                      <a:pt x="369" y="711"/>
                      <a:pt x="369" y="711"/>
                    </a:cubicBezTo>
                    <a:cubicBezTo>
                      <a:pt x="348" y="729"/>
                      <a:pt x="348" y="729"/>
                      <a:pt x="348" y="729"/>
                    </a:cubicBezTo>
                    <a:cubicBezTo>
                      <a:pt x="325" y="742"/>
                      <a:pt x="325" y="742"/>
                      <a:pt x="325" y="742"/>
                    </a:cubicBezTo>
                    <a:cubicBezTo>
                      <a:pt x="320" y="765"/>
                      <a:pt x="320" y="765"/>
                      <a:pt x="320" y="765"/>
                    </a:cubicBezTo>
                    <a:cubicBezTo>
                      <a:pt x="340" y="780"/>
                      <a:pt x="340" y="780"/>
                      <a:pt x="340" y="780"/>
                    </a:cubicBezTo>
                    <a:cubicBezTo>
                      <a:pt x="325" y="811"/>
                      <a:pt x="325" y="811"/>
                      <a:pt x="325" y="811"/>
                    </a:cubicBezTo>
                    <a:cubicBezTo>
                      <a:pt x="315" y="832"/>
                      <a:pt x="315" y="832"/>
                      <a:pt x="315" y="832"/>
                    </a:cubicBezTo>
                    <a:cubicBezTo>
                      <a:pt x="315" y="865"/>
                      <a:pt x="315" y="865"/>
                      <a:pt x="315" y="865"/>
                    </a:cubicBezTo>
                    <a:cubicBezTo>
                      <a:pt x="304" y="896"/>
                      <a:pt x="304" y="896"/>
                      <a:pt x="304" y="896"/>
                    </a:cubicBezTo>
                    <a:cubicBezTo>
                      <a:pt x="304" y="896"/>
                      <a:pt x="294" y="917"/>
                      <a:pt x="294" y="932"/>
                    </a:cubicBezTo>
                    <a:cubicBezTo>
                      <a:pt x="294" y="948"/>
                      <a:pt x="297" y="966"/>
                      <a:pt x="297" y="966"/>
                    </a:cubicBezTo>
                    <a:cubicBezTo>
                      <a:pt x="297" y="966"/>
                      <a:pt x="297" y="976"/>
                      <a:pt x="320" y="981"/>
                    </a:cubicBezTo>
                    <a:cubicBezTo>
                      <a:pt x="343" y="986"/>
                      <a:pt x="379" y="986"/>
                      <a:pt x="379" y="986"/>
                    </a:cubicBezTo>
                    <a:cubicBezTo>
                      <a:pt x="392" y="978"/>
                      <a:pt x="392" y="978"/>
                      <a:pt x="392" y="978"/>
                    </a:cubicBezTo>
                    <a:cubicBezTo>
                      <a:pt x="397" y="966"/>
                      <a:pt x="397" y="966"/>
                      <a:pt x="397" y="966"/>
                    </a:cubicBezTo>
                    <a:cubicBezTo>
                      <a:pt x="397" y="945"/>
                      <a:pt x="397" y="945"/>
                      <a:pt x="397" y="945"/>
                    </a:cubicBezTo>
                    <a:cubicBezTo>
                      <a:pt x="407" y="932"/>
                      <a:pt x="428" y="922"/>
                      <a:pt x="428" y="922"/>
                    </a:cubicBezTo>
                    <a:cubicBezTo>
                      <a:pt x="446" y="919"/>
                      <a:pt x="446" y="919"/>
                      <a:pt x="446" y="919"/>
                    </a:cubicBezTo>
                    <a:cubicBezTo>
                      <a:pt x="446" y="919"/>
                      <a:pt x="454" y="930"/>
                      <a:pt x="456" y="937"/>
                    </a:cubicBezTo>
                    <a:cubicBezTo>
                      <a:pt x="459" y="945"/>
                      <a:pt x="459" y="966"/>
                      <a:pt x="459" y="966"/>
                    </a:cubicBezTo>
                    <a:cubicBezTo>
                      <a:pt x="474" y="976"/>
                      <a:pt x="474" y="976"/>
                      <a:pt x="474" y="976"/>
                    </a:cubicBezTo>
                    <a:cubicBezTo>
                      <a:pt x="474" y="976"/>
                      <a:pt x="490" y="966"/>
                      <a:pt x="497" y="966"/>
                    </a:cubicBezTo>
                    <a:cubicBezTo>
                      <a:pt x="505" y="966"/>
                      <a:pt x="503" y="953"/>
                      <a:pt x="521" y="953"/>
                    </a:cubicBezTo>
                    <a:cubicBezTo>
                      <a:pt x="539" y="953"/>
                      <a:pt x="552" y="953"/>
                      <a:pt x="552" y="953"/>
                    </a:cubicBezTo>
                    <a:cubicBezTo>
                      <a:pt x="567" y="942"/>
                      <a:pt x="567" y="942"/>
                      <a:pt x="567" y="942"/>
                    </a:cubicBezTo>
                    <a:cubicBezTo>
                      <a:pt x="567" y="942"/>
                      <a:pt x="593" y="955"/>
                      <a:pt x="601" y="958"/>
                    </a:cubicBezTo>
                    <a:cubicBezTo>
                      <a:pt x="608" y="960"/>
                      <a:pt x="626" y="968"/>
                      <a:pt x="626" y="968"/>
                    </a:cubicBezTo>
                    <a:cubicBezTo>
                      <a:pt x="619" y="981"/>
                      <a:pt x="619" y="981"/>
                      <a:pt x="619" y="981"/>
                    </a:cubicBezTo>
                    <a:cubicBezTo>
                      <a:pt x="601" y="986"/>
                      <a:pt x="601" y="986"/>
                      <a:pt x="601" y="986"/>
                    </a:cubicBezTo>
                    <a:cubicBezTo>
                      <a:pt x="588" y="997"/>
                      <a:pt x="588" y="997"/>
                      <a:pt x="588" y="997"/>
                    </a:cubicBezTo>
                    <a:cubicBezTo>
                      <a:pt x="588" y="1012"/>
                      <a:pt x="588" y="1012"/>
                      <a:pt x="588" y="1012"/>
                    </a:cubicBezTo>
                    <a:cubicBezTo>
                      <a:pt x="598" y="1015"/>
                      <a:pt x="598" y="1015"/>
                      <a:pt x="598" y="1015"/>
                    </a:cubicBezTo>
                    <a:cubicBezTo>
                      <a:pt x="626" y="1015"/>
                      <a:pt x="626" y="1015"/>
                      <a:pt x="626" y="1015"/>
                    </a:cubicBezTo>
                    <a:cubicBezTo>
                      <a:pt x="644" y="1004"/>
                      <a:pt x="644" y="1004"/>
                      <a:pt x="644" y="1004"/>
                    </a:cubicBezTo>
                    <a:cubicBezTo>
                      <a:pt x="667" y="1012"/>
                      <a:pt x="667" y="1012"/>
                      <a:pt x="667" y="1012"/>
                    </a:cubicBezTo>
                    <a:cubicBezTo>
                      <a:pt x="667" y="1012"/>
                      <a:pt x="670" y="1030"/>
                      <a:pt x="673" y="1038"/>
                    </a:cubicBezTo>
                    <a:cubicBezTo>
                      <a:pt x="675" y="1045"/>
                      <a:pt x="698" y="1048"/>
                      <a:pt x="698" y="1048"/>
                    </a:cubicBezTo>
                    <a:cubicBezTo>
                      <a:pt x="716" y="1043"/>
                      <a:pt x="716" y="1043"/>
                      <a:pt x="716" y="1043"/>
                    </a:cubicBezTo>
                    <a:cubicBezTo>
                      <a:pt x="737" y="1053"/>
                      <a:pt x="737" y="1053"/>
                      <a:pt x="737" y="1053"/>
                    </a:cubicBezTo>
                    <a:cubicBezTo>
                      <a:pt x="737" y="1053"/>
                      <a:pt x="750" y="1063"/>
                      <a:pt x="758" y="1069"/>
                    </a:cubicBezTo>
                    <a:cubicBezTo>
                      <a:pt x="765" y="1074"/>
                      <a:pt x="791" y="1076"/>
                      <a:pt x="791" y="1076"/>
                    </a:cubicBezTo>
                    <a:cubicBezTo>
                      <a:pt x="801" y="1089"/>
                      <a:pt x="801" y="1089"/>
                      <a:pt x="801" y="1089"/>
                    </a:cubicBezTo>
                    <a:cubicBezTo>
                      <a:pt x="830" y="1100"/>
                      <a:pt x="830" y="1100"/>
                      <a:pt x="830" y="1100"/>
                    </a:cubicBezTo>
                    <a:cubicBezTo>
                      <a:pt x="848" y="1097"/>
                      <a:pt x="848" y="1097"/>
                      <a:pt x="848" y="1097"/>
                    </a:cubicBezTo>
                    <a:cubicBezTo>
                      <a:pt x="850" y="1082"/>
                      <a:pt x="850" y="1082"/>
                      <a:pt x="850" y="1082"/>
                    </a:cubicBezTo>
                    <a:cubicBezTo>
                      <a:pt x="871" y="1069"/>
                      <a:pt x="871" y="1069"/>
                      <a:pt x="871" y="1069"/>
                    </a:cubicBezTo>
                    <a:cubicBezTo>
                      <a:pt x="881" y="1069"/>
                      <a:pt x="881" y="1069"/>
                      <a:pt x="881" y="1069"/>
                    </a:cubicBezTo>
                    <a:cubicBezTo>
                      <a:pt x="902" y="1079"/>
                      <a:pt x="902" y="1079"/>
                      <a:pt x="902" y="1079"/>
                    </a:cubicBezTo>
                    <a:cubicBezTo>
                      <a:pt x="907" y="1097"/>
                      <a:pt x="907" y="1097"/>
                      <a:pt x="907" y="1097"/>
                    </a:cubicBezTo>
                    <a:cubicBezTo>
                      <a:pt x="922" y="1102"/>
                      <a:pt x="922" y="1102"/>
                      <a:pt x="922" y="1102"/>
                    </a:cubicBezTo>
                    <a:cubicBezTo>
                      <a:pt x="930" y="1092"/>
                      <a:pt x="930" y="1092"/>
                      <a:pt x="930" y="1092"/>
                    </a:cubicBezTo>
                    <a:cubicBezTo>
                      <a:pt x="946" y="1082"/>
                      <a:pt x="946" y="1082"/>
                      <a:pt x="946" y="1082"/>
                    </a:cubicBezTo>
                    <a:cubicBezTo>
                      <a:pt x="958" y="1079"/>
                      <a:pt x="958" y="1079"/>
                      <a:pt x="958" y="1079"/>
                    </a:cubicBezTo>
                    <a:cubicBezTo>
                      <a:pt x="958" y="1079"/>
                      <a:pt x="966" y="1082"/>
                      <a:pt x="974" y="1084"/>
                    </a:cubicBezTo>
                    <a:cubicBezTo>
                      <a:pt x="982" y="1087"/>
                      <a:pt x="1000" y="1092"/>
                      <a:pt x="1000" y="1092"/>
                    </a:cubicBezTo>
                    <a:cubicBezTo>
                      <a:pt x="1020" y="1092"/>
                      <a:pt x="1020" y="1092"/>
                      <a:pt x="1020" y="1092"/>
                    </a:cubicBezTo>
                    <a:cubicBezTo>
                      <a:pt x="1041" y="1079"/>
                      <a:pt x="1041" y="1079"/>
                      <a:pt x="1041" y="1079"/>
                    </a:cubicBezTo>
                    <a:cubicBezTo>
                      <a:pt x="1072" y="1082"/>
                      <a:pt x="1072" y="1082"/>
                      <a:pt x="1072" y="1082"/>
                    </a:cubicBezTo>
                    <a:cubicBezTo>
                      <a:pt x="1072" y="1082"/>
                      <a:pt x="1074" y="1100"/>
                      <a:pt x="1087" y="1107"/>
                    </a:cubicBezTo>
                    <a:cubicBezTo>
                      <a:pt x="1100" y="1115"/>
                      <a:pt x="1110" y="1118"/>
                      <a:pt x="1110" y="1118"/>
                    </a:cubicBezTo>
                    <a:cubicBezTo>
                      <a:pt x="1123" y="1094"/>
                      <a:pt x="1123" y="1094"/>
                      <a:pt x="1123" y="1094"/>
                    </a:cubicBezTo>
                    <a:cubicBezTo>
                      <a:pt x="1139" y="1074"/>
                      <a:pt x="1139" y="1074"/>
                      <a:pt x="1139" y="1074"/>
                    </a:cubicBezTo>
                    <a:cubicBezTo>
                      <a:pt x="1170" y="1066"/>
                      <a:pt x="1170" y="1066"/>
                      <a:pt x="1170" y="1066"/>
                    </a:cubicBezTo>
                    <a:cubicBezTo>
                      <a:pt x="1195" y="1055"/>
                      <a:pt x="1195" y="1055"/>
                      <a:pt x="1195" y="1055"/>
                    </a:cubicBezTo>
                    <a:cubicBezTo>
                      <a:pt x="1194" y="1052"/>
                      <a:pt x="1193" y="1050"/>
                      <a:pt x="1193" y="1048"/>
                    </a:cubicBezTo>
                    <a:cubicBezTo>
                      <a:pt x="1190" y="1040"/>
                      <a:pt x="1193" y="1009"/>
                      <a:pt x="1193" y="1002"/>
                    </a:cubicBezTo>
                    <a:cubicBezTo>
                      <a:pt x="1193" y="994"/>
                      <a:pt x="1193" y="978"/>
                      <a:pt x="1193" y="978"/>
                    </a:cubicBezTo>
                    <a:cubicBezTo>
                      <a:pt x="1162" y="930"/>
                      <a:pt x="1162" y="930"/>
                      <a:pt x="1162" y="930"/>
                    </a:cubicBezTo>
                    <a:cubicBezTo>
                      <a:pt x="1162" y="930"/>
                      <a:pt x="1159" y="912"/>
                      <a:pt x="1152" y="901"/>
                    </a:cubicBezTo>
                    <a:cubicBezTo>
                      <a:pt x="1144" y="891"/>
                      <a:pt x="1134" y="863"/>
                      <a:pt x="1134" y="863"/>
                    </a:cubicBezTo>
                    <a:cubicBezTo>
                      <a:pt x="1134" y="863"/>
                      <a:pt x="1113" y="834"/>
                      <a:pt x="1108" y="827"/>
                    </a:cubicBezTo>
                    <a:cubicBezTo>
                      <a:pt x="1103" y="819"/>
                      <a:pt x="1085" y="798"/>
                      <a:pt x="1085" y="798"/>
                    </a:cubicBezTo>
                    <a:cubicBezTo>
                      <a:pt x="1077" y="775"/>
                      <a:pt x="1077" y="775"/>
                      <a:pt x="1077" y="775"/>
                    </a:cubicBezTo>
                    <a:cubicBezTo>
                      <a:pt x="1064" y="757"/>
                      <a:pt x="1064" y="757"/>
                      <a:pt x="1064" y="757"/>
                    </a:cubicBezTo>
                    <a:cubicBezTo>
                      <a:pt x="1064" y="757"/>
                      <a:pt x="1059" y="752"/>
                      <a:pt x="1054" y="734"/>
                    </a:cubicBezTo>
                    <a:cubicBezTo>
                      <a:pt x="1049" y="716"/>
                      <a:pt x="1046" y="711"/>
                      <a:pt x="1046" y="703"/>
                    </a:cubicBezTo>
                    <a:cubicBezTo>
                      <a:pt x="1046" y="695"/>
                      <a:pt x="1046" y="672"/>
                      <a:pt x="1046" y="672"/>
                    </a:cubicBezTo>
                    <a:cubicBezTo>
                      <a:pt x="1015" y="633"/>
                      <a:pt x="1015" y="633"/>
                      <a:pt x="1015" y="633"/>
                    </a:cubicBezTo>
                    <a:cubicBezTo>
                      <a:pt x="964" y="564"/>
                      <a:pt x="964" y="564"/>
                      <a:pt x="964" y="564"/>
                    </a:cubicBezTo>
                    <a:cubicBezTo>
                      <a:pt x="930" y="507"/>
                      <a:pt x="930" y="507"/>
                      <a:pt x="930" y="507"/>
                    </a:cubicBezTo>
                    <a:cubicBezTo>
                      <a:pt x="912" y="469"/>
                      <a:pt x="912" y="469"/>
                      <a:pt x="912" y="469"/>
                    </a:cubicBezTo>
                    <a:cubicBezTo>
                      <a:pt x="884" y="440"/>
                      <a:pt x="884" y="440"/>
                      <a:pt x="884" y="440"/>
                    </a:cubicBezTo>
                    <a:cubicBezTo>
                      <a:pt x="858" y="414"/>
                      <a:pt x="858" y="414"/>
                      <a:pt x="858" y="414"/>
                    </a:cubicBezTo>
                    <a:cubicBezTo>
                      <a:pt x="850" y="358"/>
                      <a:pt x="850" y="358"/>
                      <a:pt x="850" y="358"/>
                    </a:cubicBezTo>
                    <a:cubicBezTo>
                      <a:pt x="835" y="306"/>
                      <a:pt x="835" y="306"/>
                      <a:pt x="835" y="306"/>
                    </a:cubicBezTo>
                    <a:cubicBezTo>
                      <a:pt x="835" y="306"/>
                      <a:pt x="822" y="281"/>
                      <a:pt x="822" y="270"/>
                    </a:cubicBezTo>
                    <a:cubicBezTo>
                      <a:pt x="822" y="260"/>
                      <a:pt x="796" y="198"/>
                      <a:pt x="796" y="198"/>
                    </a:cubicBezTo>
                    <a:cubicBezTo>
                      <a:pt x="796" y="198"/>
                      <a:pt x="778" y="178"/>
                      <a:pt x="778" y="162"/>
                    </a:cubicBezTo>
                    <a:cubicBezTo>
                      <a:pt x="778" y="147"/>
                      <a:pt x="760" y="98"/>
                      <a:pt x="760" y="98"/>
                    </a:cubicBezTo>
                    <a:cubicBezTo>
                      <a:pt x="742" y="67"/>
                      <a:pt x="742" y="67"/>
                      <a:pt x="742" y="67"/>
                    </a:cubicBezTo>
                    <a:cubicBezTo>
                      <a:pt x="734" y="33"/>
                      <a:pt x="734" y="33"/>
                      <a:pt x="734" y="33"/>
                    </a:cubicBezTo>
                    <a:cubicBezTo>
                      <a:pt x="719" y="0"/>
                      <a:pt x="719" y="0"/>
                      <a:pt x="719" y="0"/>
                    </a:cubicBezTo>
                    <a:cubicBezTo>
                      <a:pt x="704" y="2"/>
                      <a:pt x="704" y="2"/>
                      <a:pt x="704" y="2"/>
                    </a:cubicBezTo>
                    <a:cubicBezTo>
                      <a:pt x="686" y="5"/>
                      <a:pt x="686" y="5"/>
                      <a:pt x="686" y="5"/>
                    </a:cubicBezTo>
                    <a:cubicBezTo>
                      <a:pt x="673" y="28"/>
                      <a:pt x="673" y="28"/>
                      <a:pt x="673" y="28"/>
                    </a:cubicBezTo>
                    <a:cubicBezTo>
                      <a:pt x="673" y="62"/>
                      <a:pt x="673" y="62"/>
                      <a:pt x="673" y="62"/>
                    </a:cubicBezTo>
                    <a:cubicBezTo>
                      <a:pt x="675" y="100"/>
                      <a:pt x="675" y="100"/>
                      <a:pt x="675" y="100"/>
                    </a:cubicBezTo>
                    <a:cubicBezTo>
                      <a:pt x="657" y="129"/>
                      <a:pt x="657" y="129"/>
                      <a:pt x="657" y="129"/>
                    </a:cubicBezTo>
                    <a:cubicBezTo>
                      <a:pt x="619" y="157"/>
                      <a:pt x="619" y="157"/>
                      <a:pt x="619" y="157"/>
                    </a:cubicBezTo>
                    <a:cubicBezTo>
                      <a:pt x="593" y="165"/>
                      <a:pt x="593" y="165"/>
                      <a:pt x="593" y="165"/>
                    </a:cubicBezTo>
                    <a:cubicBezTo>
                      <a:pt x="559" y="180"/>
                      <a:pt x="559" y="180"/>
                      <a:pt x="559" y="180"/>
                    </a:cubicBezTo>
                    <a:cubicBezTo>
                      <a:pt x="531" y="201"/>
                      <a:pt x="531" y="201"/>
                      <a:pt x="531" y="201"/>
                    </a:cubicBezTo>
                    <a:cubicBezTo>
                      <a:pt x="490" y="188"/>
                      <a:pt x="490" y="188"/>
                      <a:pt x="490" y="188"/>
                    </a:cubicBezTo>
                    <a:cubicBezTo>
                      <a:pt x="459" y="180"/>
                      <a:pt x="459" y="180"/>
                      <a:pt x="459" y="180"/>
                    </a:cubicBezTo>
                    <a:cubicBezTo>
                      <a:pt x="431" y="170"/>
                      <a:pt x="431" y="170"/>
                      <a:pt x="431" y="170"/>
                    </a:cubicBezTo>
                    <a:cubicBezTo>
                      <a:pt x="415" y="175"/>
                      <a:pt x="415" y="175"/>
                      <a:pt x="415" y="175"/>
                    </a:cubicBezTo>
                    <a:cubicBezTo>
                      <a:pt x="407" y="193"/>
                      <a:pt x="407" y="193"/>
                      <a:pt x="407" y="193"/>
                    </a:cubicBezTo>
                    <a:cubicBezTo>
                      <a:pt x="394" y="188"/>
                      <a:pt x="394" y="188"/>
                      <a:pt x="394" y="188"/>
                    </a:cubicBezTo>
                    <a:cubicBezTo>
                      <a:pt x="384" y="170"/>
                      <a:pt x="384" y="170"/>
                      <a:pt x="384" y="170"/>
                    </a:cubicBezTo>
                    <a:cubicBezTo>
                      <a:pt x="371" y="165"/>
                      <a:pt x="371" y="165"/>
                      <a:pt x="371" y="165"/>
                    </a:cubicBezTo>
                    <a:cubicBezTo>
                      <a:pt x="353" y="172"/>
                      <a:pt x="353" y="172"/>
                      <a:pt x="353" y="172"/>
                    </a:cubicBezTo>
                    <a:cubicBezTo>
                      <a:pt x="322" y="175"/>
                      <a:pt x="322" y="175"/>
                      <a:pt x="322" y="175"/>
                    </a:cubicBezTo>
                    <a:cubicBezTo>
                      <a:pt x="307" y="172"/>
                      <a:pt x="307" y="172"/>
                      <a:pt x="307" y="172"/>
                    </a:cubicBezTo>
                    <a:cubicBezTo>
                      <a:pt x="289" y="172"/>
                      <a:pt x="289" y="172"/>
                      <a:pt x="289" y="172"/>
                    </a:cubicBezTo>
                    <a:cubicBezTo>
                      <a:pt x="271" y="165"/>
                      <a:pt x="271" y="165"/>
                      <a:pt x="271" y="165"/>
                    </a:cubicBezTo>
                    <a:cubicBezTo>
                      <a:pt x="261" y="167"/>
                      <a:pt x="261" y="167"/>
                      <a:pt x="261" y="167"/>
                    </a:cubicBezTo>
                    <a:cubicBezTo>
                      <a:pt x="237" y="178"/>
                      <a:pt x="237" y="178"/>
                      <a:pt x="237" y="178"/>
                    </a:cubicBezTo>
                    <a:cubicBezTo>
                      <a:pt x="224" y="183"/>
                      <a:pt x="224" y="183"/>
                      <a:pt x="224" y="183"/>
                    </a:cubicBezTo>
                    <a:cubicBezTo>
                      <a:pt x="214" y="178"/>
                      <a:pt x="214" y="178"/>
                      <a:pt x="214" y="178"/>
                    </a:cubicBezTo>
                    <a:cubicBezTo>
                      <a:pt x="194" y="170"/>
                      <a:pt x="194" y="170"/>
                      <a:pt x="194" y="170"/>
                    </a:cubicBezTo>
                    <a:cubicBezTo>
                      <a:pt x="183" y="157"/>
                      <a:pt x="183" y="157"/>
                      <a:pt x="183" y="157"/>
                    </a:cubicBezTo>
                    <a:cubicBezTo>
                      <a:pt x="147" y="157"/>
                      <a:pt x="147" y="157"/>
                      <a:pt x="147" y="157"/>
                    </a:cubicBezTo>
                    <a:cubicBezTo>
                      <a:pt x="147" y="157"/>
                      <a:pt x="129" y="154"/>
                      <a:pt x="129" y="162"/>
                    </a:cubicBezTo>
                    <a:cubicBezTo>
                      <a:pt x="129" y="170"/>
                      <a:pt x="116" y="167"/>
                      <a:pt x="116" y="167"/>
                    </a:cubicBezTo>
                    <a:cubicBezTo>
                      <a:pt x="98" y="152"/>
                      <a:pt x="98" y="152"/>
                      <a:pt x="98" y="152"/>
                    </a:cubicBezTo>
                    <a:cubicBezTo>
                      <a:pt x="75" y="154"/>
                      <a:pt x="75" y="154"/>
                      <a:pt x="75" y="154"/>
                    </a:cubicBezTo>
                    <a:cubicBezTo>
                      <a:pt x="52" y="154"/>
                      <a:pt x="52" y="154"/>
                      <a:pt x="52" y="154"/>
                    </a:cubicBezTo>
                    <a:cubicBezTo>
                      <a:pt x="24" y="162"/>
                      <a:pt x="24" y="162"/>
                      <a:pt x="24" y="162"/>
                    </a:cubicBezTo>
                    <a:cubicBezTo>
                      <a:pt x="6" y="178"/>
                      <a:pt x="6" y="178"/>
                      <a:pt x="6" y="178"/>
                    </a:cubicBezTo>
                    <a:cubicBezTo>
                      <a:pt x="5" y="178"/>
                      <a:pt x="5" y="178"/>
                      <a:pt x="5" y="178"/>
                    </a:cubicBezTo>
                    <a:cubicBezTo>
                      <a:pt x="0" y="201"/>
                      <a:pt x="0" y="201"/>
                      <a:pt x="0" y="201"/>
                    </a:cubicBezTo>
                    <a:lnTo>
                      <a:pt x="29" y="211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4" name="Freeform 14">
                <a:extLst>
                  <a:ext uri="{FF2B5EF4-FFF2-40B4-BE49-F238E27FC236}">
                    <a16:creationId xmlns:a16="http://schemas.microsoft.com/office/drawing/2014/main" id="{6F02A428-61A5-39B0-0AAD-BBBCB9D560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0497" y="2519645"/>
                <a:ext cx="137218" cy="256629"/>
              </a:xfrm>
              <a:custGeom>
                <a:avLst/>
                <a:gdLst>
                  <a:gd name="T0" fmla="*/ 77 w 94"/>
                  <a:gd name="T1" fmla="*/ 158 h 176"/>
                  <a:gd name="T2" fmla="*/ 81 w 94"/>
                  <a:gd name="T3" fmla="*/ 137 h 176"/>
                  <a:gd name="T4" fmla="*/ 81 w 94"/>
                  <a:gd name="T5" fmla="*/ 119 h 176"/>
                  <a:gd name="T6" fmla="*/ 69 w 94"/>
                  <a:gd name="T7" fmla="*/ 110 h 176"/>
                  <a:gd name="T8" fmla="*/ 65 w 94"/>
                  <a:gd name="T9" fmla="*/ 92 h 176"/>
                  <a:gd name="T10" fmla="*/ 75 w 94"/>
                  <a:gd name="T11" fmla="*/ 89 h 176"/>
                  <a:gd name="T12" fmla="*/ 83 w 94"/>
                  <a:gd name="T13" fmla="*/ 65 h 176"/>
                  <a:gd name="T14" fmla="*/ 94 w 94"/>
                  <a:gd name="T15" fmla="*/ 44 h 176"/>
                  <a:gd name="T16" fmla="*/ 85 w 94"/>
                  <a:gd name="T17" fmla="*/ 35 h 176"/>
                  <a:gd name="T18" fmla="*/ 52 w 94"/>
                  <a:gd name="T19" fmla="*/ 17 h 176"/>
                  <a:gd name="T20" fmla="*/ 42 w 94"/>
                  <a:gd name="T21" fmla="*/ 0 h 176"/>
                  <a:gd name="T22" fmla="*/ 17 w 94"/>
                  <a:gd name="T23" fmla="*/ 2 h 176"/>
                  <a:gd name="T24" fmla="*/ 0 w 94"/>
                  <a:gd name="T25" fmla="*/ 22 h 176"/>
                  <a:gd name="T26" fmla="*/ 5 w 94"/>
                  <a:gd name="T27" fmla="*/ 58 h 176"/>
                  <a:gd name="T28" fmla="*/ 5 w 94"/>
                  <a:gd name="T29" fmla="*/ 73 h 176"/>
                  <a:gd name="T30" fmla="*/ 5 w 94"/>
                  <a:gd name="T31" fmla="*/ 109 h 176"/>
                  <a:gd name="T32" fmla="*/ 18 w 94"/>
                  <a:gd name="T33" fmla="*/ 143 h 176"/>
                  <a:gd name="T34" fmla="*/ 41 w 94"/>
                  <a:gd name="T35" fmla="*/ 161 h 176"/>
                  <a:gd name="T36" fmla="*/ 51 w 94"/>
                  <a:gd name="T37" fmla="*/ 171 h 176"/>
                  <a:gd name="T38" fmla="*/ 52 w 94"/>
                  <a:gd name="T39" fmla="*/ 176 h 176"/>
                  <a:gd name="T40" fmla="*/ 67 w 94"/>
                  <a:gd name="T41" fmla="*/ 166 h 176"/>
                  <a:gd name="T42" fmla="*/ 77 w 94"/>
                  <a:gd name="T43" fmla="*/ 158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4" h="176">
                    <a:moveTo>
                      <a:pt x="77" y="158"/>
                    </a:moveTo>
                    <a:cubicBezTo>
                      <a:pt x="81" y="137"/>
                      <a:pt x="81" y="137"/>
                      <a:pt x="81" y="137"/>
                    </a:cubicBezTo>
                    <a:cubicBezTo>
                      <a:pt x="81" y="137"/>
                      <a:pt x="81" y="125"/>
                      <a:pt x="81" y="119"/>
                    </a:cubicBezTo>
                    <a:cubicBezTo>
                      <a:pt x="81" y="114"/>
                      <a:pt x="69" y="110"/>
                      <a:pt x="69" y="110"/>
                    </a:cubicBezTo>
                    <a:cubicBezTo>
                      <a:pt x="69" y="110"/>
                      <a:pt x="65" y="98"/>
                      <a:pt x="65" y="92"/>
                    </a:cubicBezTo>
                    <a:cubicBezTo>
                      <a:pt x="65" y="87"/>
                      <a:pt x="75" y="89"/>
                      <a:pt x="75" y="89"/>
                    </a:cubicBezTo>
                    <a:cubicBezTo>
                      <a:pt x="83" y="65"/>
                      <a:pt x="83" y="65"/>
                      <a:pt x="83" y="65"/>
                    </a:cubicBezTo>
                    <a:cubicBezTo>
                      <a:pt x="94" y="44"/>
                      <a:pt x="94" y="44"/>
                      <a:pt x="94" y="44"/>
                    </a:cubicBezTo>
                    <a:cubicBezTo>
                      <a:pt x="85" y="35"/>
                      <a:pt x="85" y="35"/>
                      <a:pt x="85" y="35"/>
                    </a:cubicBezTo>
                    <a:cubicBezTo>
                      <a:pt x="85" y="35"/>
                      <a:pt x="60" y="21"/>
                      <a:pt x="52" y="17"/>
                    </a:cubicBezTo>
                    <a:cubicBezTo>
                      <a:pt x="44" y="13"/>
                      <a:pt x="42" y="0"/>
                      <a:pt x="42" y="0"/>
                    </a:cubicBezTo>
                    <a:cubicBezTo>
                      <a:pt x="42" y="0"/>
                      <a:pt x="23" y="2"/>
                      <a:pt x="17" y="2"/>
                    </a:cubicBezTo>
                    <a:cubicBezTo>
                      <a:pt x="11" y="2"/>
                      <a:pt x="0" y="22"/>
                      <a:pt x="0" y="22"/>
                    </a:cubicBezTo>
                    <a:cubicBezTo>
                      <a:pt x="5" y="58"/>
                      <a:pt x="5" y="58"/>
                      <a:pt x="5" y="58"/>
                    </a:cubicBezTo>
                    <a:cubicBezTo>
                      <a:pt x="5" y="73"/>
                      <a:pt x="5" y="73"/>
                      <a:pt x="5" y="73"/>
                    </a:cubicBezTo>
                    <a:cubicBezTo>
                      <a:pt x="5" y="109"/>
                      <a:pt x="5" y="109"/>
                      <a:pt x="5" y="109"/>
                    </a:cubicBezTo>
                    <a:cubicBezTo>
                      <a:pt x="18" y="143"/>
                      <a:pt x="18" y="143"/>
                      <a:pt x="18" y="143"/>
                    </a:cubicBezTo>
                    <a:cubicBezTo>
                      <a:pt x="41" y="161"/>
                      <a:pt x="41" y="161"/>
                      <a:pt x="41" y="161"/>
                    </a:cubicBezTo>
                    <a:cubicBezTo>
                      <a:pt x="51" y="171"/>
                      <a:pt x="51" y="171"/>
                      <a:pt x="51" y="171"/>
                    </a:cubicBezTo>
                    <a:cubicBezTo>
                      <a:pt x="52" y="176"/>
                      <a:pt x="52" y="176"/>
                      <a:pt x="52" y="176"/>
                    </a:cubicBezTo>
                    <a:cubicBezTo>
                      <a:pt x="58" y="172"/>
                      <a:pt x="64" y="168"/>
                      <a:pt x="67" y="166"/>
                    </a:cubicBezTo>
                    <a:cubicBezTo>
                      <a:pt x="77" y="158"/>
                      <a:pt x="77" y="158"/>
                      <a:pt x="77" y="158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5" name="Freeform 15">
                <a:extLst>
                  <a:ext uri="{FF2B5EF4-FFF2-40B4-BE49-F238E27FC236}">
                    <a16:creationId xmlns:a16="http://schemas.microsoft.com/office/drawing/2014/main" id="{5A22A86A-4BC7-DDC2-D3E0-A26EBA4026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0956" y="2490316"/>
                <a:ext cx="333094" cy="254534"/>
              </a:xfrm>
              <a:custGeom>
                <a:avLst/>
                <a:gdLst>
                  <a:gd name="T0" fmla="*/ 23 w 228"/>
                  <a:gd name="T1" fmla="*/ 97 h 174"/>
                  <a:gd name="T2" fmla="*/ 31 w 228"/>
                  <a:gd name="T3" fmla="*/ 114 h 174"/>
                  <a:gd name="T4" fmla="*/ 27 w 228"/>
                  <a:gd name="T5" fmla="*/ 128 h 174"/>
                  <a:gd name="T6" fmla="*/ 44 w 228"/>
                  <a:gd name="T7" fmla="*/ 132 h 174"/>
                  <a:gd name="T8" fmla="*/ 62 w 228"/>
                  <a:gd name="T9" fmla="*/ 143 h 174"/>
                  <a:gd name="T10" fmla="*/ 85 w 228"/>
                  <a:gd name="T11" fmla="*/ 163 h 174"/>
                  <a:gd name="T12" fmla="*/ 104 w 228"/>
                  <a:gd name="T13" fmla="*/ 163 h 174"/>
                  <a:gd name="T14" fmla="*/ 127 w 228"/>
                  <a:gd name="T15" fmla="*/ 157 h 174"/>
                  <a:gd name="T16" fmla="*/ 135 w 228"/>
                  <a:gd name="T17" fmla="*/ 165 h 174"/>
                  <a:gd name="T18" fmla="*/ 147 w 228"/>
                  <a:gd name="T19" fmla="*/ 174 h 174"/>
                  <a:gd name="T20" fmla="*/ 158 w 228"/>
                  <a:gd name="T21" fmla="*/ 174 h 174"/>
                  <a:gd name="T22" fmla="*/ 172 w 228"/>
                  <a:gd name="T23" fmla="*/ 174 h 174"/>
                  <a:gd name="T24" fmla="*/ 189 w 228"/>
                  <a:gd name="T25" fmla="*/ 157 h 174"/>
                  <a:gd name="T26" fmla="*/ 210 w 228"/>
                  <a:gd name="T27" fmla="*/ 141 h 174"/>
                  <a:gd name="T28" fmla="*/ 216 w 228"/>
                  <a:gd name="T29" fmla="*/ 122 h 174"/>
                  <a:gd name="T30" fmla="*/ 218 w 228"/>
                  <a:gd name="T31" fmla="*/ 105 h 174"/>
                  <a:gd name="T32" fmla="*/ 228 w 228"/>
                  <a:gd name="T33" fmla="*/ 91 h 174"/>
                  <a:gd name="T34" fmla="*/ 218 w 228"/>
                  <a:gd name="T35" fmla="*/ 87 h 174"/>
                  <a:gd name="T36" fmla="*/ 201 w 228"/>
                  <a:gd name="T37" fmla="*/ 87 h 174"/>
                  <a:gd name="T38" fmla="*/ 189 w 228"/>
                  <a:gd name="T39" fmla="*/ 80 h 174"/>
                  <a:gd name="T40" fmla="*/ 191 w 228"/>
                  <a:gd name="T41" fmla="*/ 72 h 174"/>
                  <a:gd name="T42" fmla="*/ 197 w 228"/>
                  <a:gd name="T43" fmla="*/ 56 h 174"/>
                  <a:gd name="T44" fmla="*/ 197 w 228"/>
                  <a:gd name="T45" fmla="*/ 41 h 174"/>
                  <a:gd name="T46" fmla="*/ 195 w 228"/>
                  <a:gd name="T47" fmla="*/ 27 h 174"/>
                  <a:gd name="T48" fmla="*/ 189 w 228"/>
                  <a:gd name="T49" fmla="*/ 12 h 174"/>
                  <a:gd name="T50" fmla="*/ 176 w 228"/>
                  <a:gd name="T51" fmla="*/ 4 h 174"/>
                  <a:gd name="T52" fmla="*/ 145 w 228"/>
                  <a:gd name="T53" fmla="*/ 0 h 174"/>
                  <a:gd name="T54" fmla="*/ 137 w 228"/>
                  <a:gd name="T55" fmla="*/ 14 h 174"/>
                  <a:gd name="T56" fmla="*/ 120 w 228"/>
                  <a:gd name="T57" fmla="*/ 27 h 174"/>
                  <a:gd name="T58" fmla="*/ 98 w 228"/>
                  <a:gd name="T59" fmla="*/ 22 h 174"/>
                  <a:gd name="T60" fmla="*/ 89 w 228"/>
                  <a:gd name="T61" fmla="*/ 41 h 174"/>
                  <a:gd name="T62" fmla="*/ 77 w 228"/>
                  <a:gd name="T63" fmla="*/ 62 h 174"/>
                  <a:gd name="T64" fmla="*/ 48 w 228"/>
                  <a:gd name="T65" fmla="*/ 60 h 174"/>
                  <a:gd name="T66" fmla="*/ 27 w 228"/>
                  <a:gd name="T67" fmla="*/ 55 h 174"/>
                  <a:gd name="T68" fmla="*/ 7 w 228"/>
                  <a:gd name="T69" fmla="*/ 60 h 174"/>
                  <a:gd name="T70" fmla="*/ 11 w 228"/>
                  <a:gd name="T71" fmla="*/ 64 h 174"/>
                  <a:gd name="T72" fmla="*/ 0 w 228"/>
                  <a:gd name="T73" fmla="*/ 85 h 174"/>
                  <a:gd name="T74" fmla="*/ 0 w 228"/>
                  <a:gd name="T75" fmla="*/ 86 h 174"/>
                  <a:gd name="T76" fmla="*/ 10 w 228"/>
                  <a:gd name="T77" fmla="*/ 87 h 174"/>
                  <a:gd name="T78" fmla="*/ 23 w 228"/>
                  <a:gd name="T79" fmla="*/ 97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28" h="174">
                    <a:moveTo>
                      <a:pt x="23" y="97"/>
                    </a:moveTo>
                    <a:cubicBezTo>
                      <a:pt x="31" y="114"/>
                      <a:pt x="31" y="114"/>
                      <a:pt x="31" y="114"/>
                    </a:cubicBezTo>
                    <a:cubicBezTo>
                      <a:pt x="27" y="128"/>
                      <a:pt x="27" y="128"/>
                      <a:pt x="27" y="128"/>
                    </a:cubicBezTo>
                    <a:cubicBezTo>
                      <a:pt x="44" y="132"/>
                      <a:pt x="44" y="132"/>
                      <a:pt x="44" y="132"/>
                    </a:cubicBezTo>
                    <a:cubicBezTo>
                      <a:pt x="62" y="143"/>
                      <a:pt x="62" y="143"/>
                      <a:pt x="62" y="143"/>
                    </a:cubicBezTo>
                    <a:cubicBezTo>
                      <a:pt x="85" y="163"/>
                      <a:pt x="85" y="163"/>
                      <a:pt x="85" y="163"/>
                    </a:cubicBezTo>
                    <a:cubicBezTo>
                      <a:pt x="104" y="163"/>
                      <a:pt x="104" y="163"/>
                      <a:pt x="104" y="163"/>
                    </a:cubicBezTo>
                    <a:cubicBezTo>
                      <a:pt x="104" y="163"/>
                      <a:pt x="122" y="157"/>
                      <a:pt x="127" y="157"/>
                    </a:cubicBezTo>
                    <a:cubicBezTo>
                      <a:pt x="133" y="157"/>
                      <a:pt x="135" y="165"/>
                      <a:pt x="135" y="165"/>
                    </a:cubicBezTo>
                    <a:cubicBezTo>
                      <a:pt x="147" y="174"/>
                      <a:pt x="147" y="174"/>
                      <a:pt x="147" y="174"/>
                    </a:cubicBezTo>
                    <a:cubicBezTo>
                      <a:pt x="158" y="174"/>
                      <a:pt x="158" y="174"/>
                      <a:pt x="158" y="174"/>
                    </a:cubicBezTo>
                    <a:cubicBezTo>
                      <a:pt x="172" y="174"/>
                      <a:pt x="172" y="174"/>
                      <a:pt x="172" y="174"/>
                    </a:cubicBezTo>
                    <a:cubicBezTo>
                      <a:pt x="189" y="157"/>
                      <a:pt x="189" y="157"/>
                      <a:pt x="189" y="157"/>
                    </a:cubicBezTo>
                    <a:cubicBezTo>
                      <a:pt x="210" y="141"/>
                      <a:pt x="210" y="141"/>
                      <a:pt x="210" y="141"/>
                    </a:cubicBezTo>
                    <a:cubicBezTo>
                      <a:pt x="210" y="141"/>
                      <a:pt x="216" y="128"/>
                      <a:pt x="216" y="122"/>
                    </a:cubicBezTo>
                    <a:cubicBezTo>
                      <a:pt x="216" y="116"/>
                      <a:pt x="218" y="105"/>
                      <a:pt x="218" y="105"/>
                    </a:cubicBezTo>
                    <a:cubicBezTo>
                      <a:pt x="228" y="91"/>
                      <a:pt x="228" y="91"/>
                      <a:pt x="228" y="91"/>
                    </a:cubicBezTo>
                    <a:cubicBezTo>
                      <a:pt x="218" y="87"/>
                      <a:pt x="218" y="87"/>
                      <a:pt x="218" y="87"/>
                    </a:cubicBezTo>
                    <a:cubicBezTo>
                      <a:pt x="201" y="87"/>
                      <a:pt x="201" y="87"/>
                      <a:pt x="201" y="87"/>
                    </a:cubicBezTo>
                    <a:cubicBezTo>
                      <a:pt x="189" y="80"/>
                      <a:pt x="189" y="80"/>
                      <a:pt x="189" y="80"/>
                    </a:cubicBezTo>
                    <a:cubicBezTo>
                      <a:pt x="191" y="72"/>
                      <a:pt x="191" y="72"/>
                      <a:pt x="191" y="72"/>
                    </a:cubicBezTo>
                    <a:cubicBezTo>
                      <a:pt x="197" y="56"/>
                      <a:pt x="197" y="56"/>
                      <a:pt x="197" y="56"/>
                    </a:cubicBezTo>
                    <a:cubicBezTo>
                      <a:pt x="197" y="41"/>
                      <a:pt x="197" y="41"/>
                      <a:pt x="197" y="41"/>
                    </a:cubicBezTo>
                    <a:cubicBezTo>
                      <a:pt x="195" y="27"/>
                      <a:pt x="195" y="27"/>
                      <a:pt x="195" y="27"/>
                    </a:cubicBezTo>
                    <a:cubicBezTo>
                      <a:pt x="195" y="27"/>
                      <a:pt x="193" y="18"/>
                      <a:pt x="189" y="12"/>
                    </a:cubicBezTo>
                    <a:cubicBezTo>
                      <a:pt x="185" y="6"/>
                      <a:pt x="176" y="4"/>
                      <a:pt x="176" y="4"/>
                    </a:cubicBezTo>
                    <a:cubicBezTo>
                      <a:pt x="145" y="0"/>
                      <a:pt x="145" y="0"/>
                      <a:pt x="145" y="0"/>
                    </a:cubicBezTo>
                    <a:cubicBezTo>
                      <a:pt x="137" y="14"/>
                      <a:pt x="137" y="14"/>
                      <a:pt x="137" y="14"/>
                    </a:cubicBezTo>
                    <a:cubicBezTo>
                      <a:pt x="120" y="27"/>
                      <a:pt x="120" y="27"/>
                      <a:pt x="120" y="27"/>
                    </a:cubicBezTo>
                    <a:cubicBezTo>
                      <a:pt x="98" y="22"/>
                      <a:pt x="98" y="22"/>
                      <a:pt x="98" y="22"/>
                    </a:cubicBezTo>
                    <a:cubicBezTo>
                      <a:pt x="89" y="41"/>
                      <a:pt x="89" y="41"/>
                      <a:pt x="89" y="41"/>
                    </a:cubicBezTo>
                    <a:cubicBezTo>
                      <a:pt x="77" y="62"/>
                      <a:pt x="77" y="62"/>
                      <a:pt x="77" y="62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27" y="55"/>
                      <a:pt x="27" y="55"/>
                      <a:pt x="27" y="55"/>
                    </a:cubicBezTo>
                    <a:cubicBezTo>
                      <a:pt x="7" y="60"/>
                      <a:pt x="7" y="60"/>
                      <a:pt x="7" y="60"/>
                    </a:cubicBezTo>
                    <a:cubicBezTo>
                      <a:pt x="11" y="64"/>
                      <a:pt x="11" y="64"/>
                      <a:pt x="11" y="64"/>
                    </a:cubicBezTo>
                    <a:cubicBezTo>
                      <a:pt x="0" y="85"/>
                      <a:pt x="0" y="85"/>
                      <a:pt x="0" y="85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10" y="87"/>
                      <a:pt x="10" y="87"/>
                      <a:pt x="10" y="87"/>
                    </a:cubicBezTo>
                    <a:lnTo>
                      <a:pt x="23" y="97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6" name="Freeform 16">
                <a:extLst>
                  <a:ext uri="{FF2B5EF4-FFF2-40B4-BE49-F238E27FC236}">
                    <a16:creationId xmlns:a16="http://schemas.microsoft.com/office/drawing/2014/main" id="{72D2A8B2-36CF-549D-45D2-AF2CB81B6F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0792" y="1897451"/>
                <a:ext cx="1052704" cy="1403604"/>
              </a:xfrm>
              <a:custGeom>
                <a:avLst/>
                <a:gdLst>
                  <a:gd name="T0" fmla="*/ 321 w 721"/>
                  <a:gd name="T1" fmla="*/ 909 h 961"/>
                  <a:gd name="T2" fmla="*/ 408 w 721"/>
                  <a:gd name="T3" fmla="*/ 936 h 961"/>
                  <a:gd name="T4" fmla="*/ 508 w 721"/>
                  <a:gd name="T5" fmla="*/ 855 h 961"/>
                  <a:gd name="T6" fmla="*/ 589 w 721"/>
                  <a:gd name="T7" fmla="*/ 824 h 961"/>
                  <a:gd name="T8" fmla="*/ 626 w 721"/>
                  <a:gd name="T9" fmla="*/ 793 h 961"/>
                  <a:gd name="T10" fmla="*/ 667 w 721"/>
                  <a:gd name="T11" fmla="*/ 687 h 961"/>
                  <a:gd name="T12" fmla="*/ 672 w 721"/>
                  <a:gd name="T13" fmla="*/ 587 h 961"/>
                  <a:gd name="T14" fmla="*/ 700 w 721"/>
                  <a:gd name="T15" fmla="*/ 530 h 961"/>
                  <a:gd name="T16" fmla="*/ 595 w 721"/>
                  <a:gd name="T17" fmla="*/ 471 h 961"/>
                  <a:gd name="T18" fmla="*/ 566 w 721"/>
                  <a:gd name="T19" fmla="*/ 453 h 961"/>
                  <a:gd name="T20" fmla="*/ 548 w 721"/>
                  <a:gd name="T21" fmla="*/ 396 h 961"/>
                  <a:gd name="T22" fmla="*/ 569 w 721"/>
                  <a:gd name="T23" fmla="*/ 324 h 961"/>
                  <a:gd name="T24" fmla="*/ 607 w 721"/>
                  <a:gd name="T25" fmla="*/ 252 h 961"/>
                  <a:gd name="T26" fmla="*/ 528 w 721"/>
                  <a:gd name="T27" fmla="*/ 164 h 961"/>
                  <a:gd name="T28" fmla="*/ 481 w 721"/>
                  <a:gd name="T29" fmla="*/ 139 h 961"/>
                  <a:gd name="T30" fmla="*/ 463 w 721"/>
                  <a:gd name="T31" fmla="*/ 90 h 961"/>
                  <a:gd name="T32" fmla="*/ 401 w 721"/>
                  <a:gd name="T33" fmla="*/ 90 h 961"/>
                  <a:gd name="T34" fmla="*/ 357 w 721"/>
                  <a:gd name="T35" fmla="*/ 0 h 961"/>
                  <a:gd name="T36" fmla="*/ 285 w 721"/>
                  <a:gd name="T37" fmla="*/ 48 h 961"/>
                  <a:gd name="T38" fmla="*/ 208 w 721"/>
                  <a:gd name="T39" fmla="*/ 38 h 961"/>
                  <a:gd name="T40" fmla="*/ 159 w 721"/>
                  <a:gd name="T41" fmla="*/ 115 h 961"/>
                  <a:gd name="T42" fmla="*/ 231 w 721"/>
                  <a:gd name="T43" fmla="*/ 136 h 961"/>
                  <a:gd name="T44" fmla="*/ 188 w 721"/>
                  <a:gd name="T45" fmla="*/ 177 h 961"/>
                  <a:gd name="T46" fmla="*/ 188 w 721"/>
                  <a:gd name="T47" fmla="*/ 236 h 961"/>
                  <a:gd name="T48" fmla="*/ 154 w 721"/>
                  <a:gd name="T49" fmla="*/ 206 h 961"/>
                  <a:gd name="T50" fmla="*/ 95 w 721"/>
                  <a:gd name="T51" fmla="*/ 224 h 961"/>
                  <a:gd name="T52" fmla="*/ 113 w 721"/>
                  <a:gd name="T53" fmla="*/ 280 h 961"/>
                  <a:gd name="T54" fmla="*/ 105 w 721"/>
                  <a:gd name="T55" fmla="*/ 388 h 961"/>
                  <a:gd name="T56" fmla="*/ 49 w 721"/>
                  <a:gd name="T57" fmla="*/ 332 h 961"/>
                  <a:gd name="T58" fmla="*/ 23 w 721"/>
                  <a:gd name="T59" fmla="*/ 412 h 961"/>
                  <a:gd name="T60" fmla="*/ 83 w 721"/>
                  <a:gd name="T61" fmla="*/ 426 h 961"/>
                  <a:gd name="T62" fmla="*/ 151 w 721"/>
                  <a:gd name="T63" fmla="*/ 461 h 961"/>
                  <a:gd name="T64" fmla="*/ 222 w 721"/>
                  <a:gd name="T65" fmla="*/ 428 h 961"/>
                  <a:gd name="T66" fmla="*/ 300 w 721"/>
                  <a:gd name="T67" fmla="*/ 410 h 961"/>
                  <a:gd name="T68" fmla="*/ 321 w 721"/>
                  <a:gd name="T69" fmla="*/ 462 h 961"/>
                  <a:gd name="T70" fmla="*/ 342 w 721"/>
                  <a:gd name="T71" fmla="*/ 493 h 961"/>
                  <a:gd name="T72" fmla="*/ 334 w 721"/>
                  <a:gd name="T73" fmla="*/ 547 h 961"/>
                  <a:gd name="T74" fmla="*/ 271 w 721"/>
                  <a:gd name="T75" fmla="*/ 580 h 961"/>
                  <a:gd name="T76" fmla="*/ 209 w 721"/>
                  <a:gd name="T77" fmla="*/ 569 h 961"/>
                  <a:gd name="T78" fmla="*/ 155 w 721"/>
                  <a:gd name="T79" fmla="*/ 520 h 961"/>
                  <a:gd name="T80" fmla="*/ 116 w 721"/>
                  <a:gd name="T81" fmla="*/ 515 h 961"/>
                  <a:gd name="T82" fmla="*/ 122 w 721"/>
                  <a:gd name="T83" fmla="*/ 563 h 961"/>
                  <a:gd name="T84" fmla="*/ 95 w 721"/>
                  <a:gd name="T85" fmla="*/ 620 h 961"/>
                  <a:gd name="T86" fmla="*/ 87 w 721"/>
                  <a:gd name="T87" fmla="*/ 672 h 961"/>
                  <a:gd name="T88" fmla="*/ 0 w 721"/>
                  <a:gd name="T89" fmla="*/ 703 h 961"/>
                  <a:gd name="T90" fmla="*/ 59 w 721"/>
                  <a:gd name="T91" fmla="*/ 772 h 961"/>
                  <a:gd name="T92" fmla="*/ 121 w 721"/>
                  <a:gd name="T93" fmla="*/ 785 h 961"/>
                  <a:gd name="T94" fmla="*/ 131 w 721"/>
                  <a:gd name="T95" fmla="*/ 888 h 961"/>
                  <a:gd name="T96" fmla="*/ 251 w 721"/>
                  <a:gd name="T97" fmla="*/ 920 h 9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721" h="961">
                    <a:moveTo>
                      <a:pt x="251" y="920"/>
                    </a:moveTo>
                    <a:cubicBezTo>
                      <a:pt x="257" y="920"/>
                      <a:pt x="280" y="918"/>
                      <a:pt x="280" y="918"/>
                    </a:cubicBezTo>
                    <a:cubicBezTo>
                      <a:pt x="298" y="903"/>
                      <a:pt x="298" y="903"/>
                      <a:pt x="298" y="903"/>
                    </a:cubicBezTo>
                    <a:cubicBezTo>
                      <a:pt x="298" y="903"/>
                      <a:pt x="317" y="903"/>
                      <a:pt x="321" y="909"/>
                    </a:cubicBezTo>
                    <a:cubicBezTo>
                      <a:pt x="325" y="914"/>
                      <a:pt x="350" y="940"/>
                      <a:pt x="350" y="940"/>
                    </a:cubicBezTo>
                    <a:cubicBezTo>
                      <a:pt x="371" y="957"/>
                      <a:pt x="371" y="957"/>
                      <a:pt x="371" y="957"/>
                    </a:cubicBezTo>
                    <a:cubicBezTo>
                      <a:pt x="383" y="961"/>
                      <a:pt x="383" y="961"/>
                      <a:pt x="383" y="961"/>
                    </a:cubicBezTo>
                    <a:cubicBezTo>
                      <a:pt x="408" y="936"/>
                      <a:pt x="408" y="936"/>
                      <a:pt x="408" y="936"/>
                    </a:cubicBezTo>
                    <a:cubicBezTo>
                      <a:pt x="433" y="909"/>
                      <a:pt x="433" y="909"/>
                      <a:pt x="433" y="909"/>
                    </a:cubicBezTo>
                    <a:cubicBezTo>
                      <a:pt x="466" y="882"/>
                      <a:pt x="466" y="882"/>
                      <a:pt x="466" y="882"/>
                    </a:cubicBezTo>
                    <a:cubicBezTo>
                      <a:pt x="487" y="870"/>
                      <a:pt x="487" y="870"/>
                      <a:pt x="487" y="870"/>
                    </a:cubicBezTo>
                    <a:cubicBezTo>
                      <a:pt x="487" y="870"/>
                      <a:pt x="502" y="855"/>
                      <a:pt x="508" y="855"/>
                    </a:cubicBezTo>
                    <a:cubicBezTo>
                      <a:pt x="514" y="855"/>
                      <a:pt x="526" y="853"/>
                      <a:pt x="531" y="855"/>
                    </a:cubicBezTo>
                    <a:cubicBezTo>
                      <a:pt x="537" y="856"/>
                      <a:pt x="541" y="856"/>
                      <a:pt x="547" y="856"/>
                    </a:cubicBezTo>
                    <a:cubicBezTo>
                      <a:pt x="553" y="856"/>
                      <a:pt x="580" y="843"/>
                      <a:pt x="580" y="843"/>
                    </a:cubicBezTo>
                    <a:cubicBezTo>
                      <a:pt x="589" y="824"/>
                      <a:pt x="589" y="824"/>
                      <a:pt x="589" y="824"/>
                    </a:cubicBezTo>
                    <a:cubicBezTo>
                      <a:pt x="591" y="806"/>
                      <a:pt x="591" y="806"/>
                      <a:pt x="591" y="806"/>
                    </a:cubicBezTo>
                    <a:cubicBezTo>
                      <a:pt x="603" y="799"/>
                      <a:pt x="603" y="799"/>
                      <a:pt x="603" y="799"/>
                    </a:cubicBezTo>
                    <a:cubicBezTo>
                      <a:pt x="614" y="800"/>
                      <a:pt x="614" y="800"/>
                      <a:pt x="614" y="800"/>
                    </a:cubicBezTo>
                    <a:cubicBezTo>
                      <a:pt x="614" y="800"/>
                      <a:pt x="620" y="799"/>
                      <a:pt x="626" y="793"/>
                    </a:cubicBezTo>
                    <a:cubicBezTo>
                      <a:pt x="631" y="788"/>
                      <a:pt x="642" y="777"/>
                      <a:pt x="647" y="772"/>
                    </a:cubicBezTo>
                    <a:cubicBezTo>
                      <a:pt x="646" y="766"/>
                      <a:pt x="646" y="760"/>
                      <a:pt x="646" y="754"/>
                    </a:cubicBezTo>
                    <a:cubicBezTo>
                      <a:pt x="646" y="739"/>
                      <a:pt x="656" y="718"/>
                      <a:pt x="656" y="718"/>
                    </a:cubicBezTo>
                    <a:cubicBezTo>
                      <a:pt x="667" y="687"/>
                      <a:pt x="667" y="687"/>
                      <a:pt x="667" y="687"/>
                    </a:cubicBezTo>
                    <a:cubicBezTo>
                      <a:pt x="667" y="654"/>
                      <a:pt x="667" y="654"/>
                      <a:pt x="667" y="654"/>
                    </a:cubicBezTo>
                    <a:cubicBezTo>
                      <a:pt x="677" y="633"/>
                      <a:pt x="677" y="633"/>
                      <a:pt x="677" y="633"/>
                    </a:cubicBezTo>
                    <a:cubicBezTo>
                      <a:pt x="692" y="602"/>
                      <a:pt x="692" y="602"/>
                      <a:pt x="692" y="602"/>
                    </a:cubicBezTo>
                    <a:cubicBezTo>
                      <a:pt x="672" y="587"/>
                      <a:pt x="672" y="587"/>
                      <a:pt x="672" y="587"/>
                    </a:cubicBezTo>
                    <a:cubicBezTo>
                      <a:pt x="677" y="564"/>
                      <a:pt x="677" y="564"/>
                      <a:pt x="677" y="564"/>
                    </a:cubicBezTo>
                    <a:cubicBezTo>
                      <a:pt x="700" y="551"/>
                      <a:pt x="700" y="551"/>
                      <a:pt x="700" y="551"/>
                    </a:cubicBezTo>
                    <a:cubicBezTo>
                      <a:pt x="721" y="533"/>
                      <a:pt x="721" y="533"/>
                      <a:pt x="721" y="533"/>
                    </a:cubicBezTo>
                    <a:cubicBezTo>
                      <a:pt x="700" y="530"/>
                      <a:pt x="700" y="530"/>
                      <a:pt x="700" y="530"/>
                    </a:cubicBezTo>
                    <a:cubicBezTo>
                      <a:pt x="700" y="530"/>
                      <a:pt x="667" y="520"/>
                      <a:pt x="651" y="509"/>
                    </a:cubicBezTo>
                    <a:cubicBezTo>
                      <a:pt x="636" y="499"/>
                      <a:pt x="641" y="502"/>
                      <a:pt x="633" y="494"/>
                    </a:cubicBezTo>
                    <a:cubicBezTo>
                      <a:pt x="625" y="486"/>
                      <a:pt x="618" y="473"/>
                      <a:pt x="618" y="473"/>
                    </a:cubicBezTo>
                    <a:cubicBezTo>
                      <a:pt x="595" y="471"/>
                      <a:pt x="595" y="471"/>
                      <a:pt x="595" y="471"/>
                    </a:cubicBezTo>
                    <a:cubicBezTo>
                      <a:pt x="595" y="471"/>
                      <a:pt x="595" y="471"/>
                      <a:pt x="587" y="471"/>
                    </a:cubicBezTo>
                    <a:cubicBezTo>
                      <a:pt x="579" y="471"/>
                      <a:pt x="571" y="481"/>
                      <a:pt x="571" y="481"/>
                    </a:cubicBezTo>
                    <a:cubicBezTo>
                      <a:pt x="561" y="476"/>
                      <a:pt x="561" y="476"/>
                      <a:pt x="561" y="476"/>
                    </a:cubicBezTo>
                    <a:cubicBezTo>
                      <a:pt x="561" y="476"/>
                      <a:pt x="561" y="461"/>
                      <a:pt x="566" y="453"/>
                    </a:cubicBezTo>
                    <a:cubicBezTo>
                      <a:pt x="571" y="445"/>
                      <a:pt x="569" y="437"/>
                      <a:pt x="569" y="437"/>
                    </a:cubicBezTo>
                    <a:cubicBezTo>
                      <a:pt x="571" y="417"/>
                      <a:pt x="571" y="417"/>
                      <a:pt x="571" y="417"/>
                    </a:cubicBezTo>
                    <a:cubicBezTo>
                      <a:pt x="553" y="414"/>
                      <a:pt x="553" y="414"/>
                      <a:pt x="553" y="414"/>
                    </a:cubicBezTo>
                    <a:cubicBezTo>
                      <a:pt x="553" y="414"/>
                      <a:pt x="548" y="404"/>
                      <a:pt x="548" y="396"/>
                    </a:cubicBezTo>
                    <a:cubicBezTo>
                      <a:pt x="548" y="388"/>
                      <a:pt x="556" y="386"/>
                      <a:pt x="556" y="386"/>
                    </a:cubicBezTo>
                    <a:cubicBezTo>
                      <a:pt x="561" y="368"/>
                      <a:pt x="561" y="368"/>
                      <a:pt x="561" y="368"/>
                    </a:cubicBezTo>
                    <a:cubicBezTo>
                      <a:pt x="561" y="368"/>
                      <a:pt x="558" y="358"/>
                      <a:pt x="558" y="350"/>
                    </a:cubicBezTo>
                    <a:cubicBezTo>
                      <a:pt x="558" y="342"/>
                      <a:pt x="569" y="324"/>
                      <a:pt x="569" y="324"/>
                    </a:cubicBezTo>
                    <a:cubicBezTo>
                      <a:pt x="592" y="309"/>
                      <a:pt x="592" y="309"/>
                      <a:pt x="592" y="309"/>
                    </a:cubicBezTo>
                    <a:cubicBezTo>
                      <a:pt x="613" y="303"/>
                      <a:pt x="613" y="303"/>
                      <a:pt x="613" y="303"/>
                    </a:cubicBezTo>
                    <a:cubicBezTo>
                      <a:pt x="623" y="278"/>
                      <a:pt x="623" y="278"/>
                      <a:pt x="623" y="278"/>
                    </a:cubicBezTo>
                    <a:cubicBezTo>
                      <a:pt x="607" y="252"/>
                      <a:pt x="607" y="252"/>
                      <a:pt x="607" y="252"/>
                    </a:cubicBezTo>
                    <a:cubicBezTo>
                      <a:pt x="589" y="236"/>
                      <a:pt x="589" y="236"/>
                      <a:pt x="589" y="236"/>
                    </a:cubicBezTo>
                    <a:cubicBezTo>
                      <a:pt x="576" y="213"/>
                      <a:pt x="576" y="213"/>
                      <a:pt x="576" y="213"/>
                    </a:cubicBezTo>
                    <a:cubicBezTo>
                      <a:pt x="576" y="213"/>
                      <a:pt x="564" y="216"/>
                      <a:pt x="533" y="198"/>
                    </a:cubicBezTo>
                    <a:cubicBezTo>
                      <a:pt x="528" y="164"/>
                      <a:pt x="528" y="164"/>
                      <a:pt x="528" y="164"/>
                    </a:cubicBezTo>
                    <a:cubicBezTo>
                      <a:pt x="525" y="139"/>
                      <a:pt x="525" y="139"/>
                      <a:pt x="525" y="139"/>
                    </a:cubicBezTo>
                    <a:cubicBezTo>
                      <a:pt x="515" y="133"/>
                      <a:pt x="515" y="133"/>
                      <a:pt x="515" y="133"/>
                    </a:cubicBezTo>
                    <a:cubicBezTo>
                      <a:pt x="491" y="133"/>
                      <a:pt x="491" y="133"/>
                      <a:pt x="491" y="133"/>
                    </a:cubicBezTo>
                    <a:cubicBezTo>
                      <a:pt x="481" y="139"/>
                      <a:pt x="481" y="139"/>
                      <a:pt x="481" y="139"/>
                    </a:cubicBezTo>
                    <a:cubicBezTo>
                      <a:pt x="461" y="144"/>
                      <a:pt x="461" y="144"/>
                      <a:pt x="461" y="144"/>
                    </a:cubicBezTo>
                    <a:cubicBezTo>
                      <a:pt x="443" y="136"/>
                      <a:pt x="443" y="136"/>
                      <a:pt x="443" y="136"/>
                    </a:cubicBezTo>
                    <a:cubicBezTo>
                      <a:pt x="453" y="110"/>
                      <a:pt x="453" y="110"/>
                      <a:pt x="453" y="110"/>
                    </a:cubicBezTo>
                    <a:cubicBezTo>
                      <a:pt x="463" y="90"/>
                      <a:pt x="463" y="90"/>
                      <a:pt x="463" y="90"/>
                    </a:cubicBezTo>
                    <a:cubicBezTo>
                      <a:pt x="455" y="77"/>
                      <a:pt x="455" y="77"/>
                      <a:pt x="455" y="77"/>
                    </a:cubicBezTo>
                    <a:cubicBezTo>
                      <a:pt x="435" y="87"/>
                      <a:pt x="435" y="87"/>
                      <a:pt x="435" y="87"/>
                    </a:cubicBezTo>
                    <a:cubicBezTo>
                      <a:pt x="417" y="97"/>
                      <a:pt x="417" y="97"/>
                      <a:pt x="417" y="97"/>
                    </a:cubicBezTo>
                    <a:cubicBezTo>
                      <a:pt x="401" y="90"/>
                      <a:pt x="401" y="90"/>
                      <a:pt x="401" y="90"/>
                    </a:cubicBezTo>
                    <a:cubicBezTo>
                      <a:pt x="396" y="64"/>
                      <a:pt x="396" y="64"/>
                      <a:pt x="396" y="64"/>
                    </a:cubicBezTo>
                    <a:cubicBezTo>
                      <a:pt x="381" y="33"/>
                      <a:pt x="381" y="33"/>
                      <a:pt x="381" y="33"/>
                    </a:cubicBezTo>
                    <a:cubicBezTo>
                      <a:pt x="352" y="23"/>
                      <a:pt x="352" y="23"/>
                      <a:pt x="352" y="23"/>
                    </a:cubicBezTo>
                    <a:cubicBezTo>
                      <a:pt x="357" y="0"/>
                      <a:pt x="357" y="0"/>
                      <a:pt x="357" y="0"/>
                    </a:cubicBezTo>
                    <a:cubicBezTo>
                      <a:pt x="337" y="7"/>
                      <a:pt x="337" y="7"/>
                      <a:pt x="337" y="7"/>
                    </a:cubicBezTo>
                    <a:cubicBezTo>
                      <a:pt x="306" y="12"/>
                      <a:pt x="306" y="12"/>
                      <a:pt x="306" y="12"/>
                    </a:cubicBezTo>
                    <a:cubicBezTo>
                      <a:pt x="288" y="23"/>
                      <a:pt x="288" y="23"/>
                      <a:pt x="288" y="23"/>
                    </a:cubicBezTo>
                    <a:cubicBezTo>
                      <a:pt x="285" y="48"/>
                      <a:pt x="285" y="48"/>
                      <a:pt x="285" y="48"/>
                    </a:cubicBezTo>
                    <a:cubicBezTo>
                      <a:pt x="275" y="54"/>
                      <a:pt x="275" y="54"/>
                      <a:pt x="275" y="54"/>
                    </a:cubicBezTo>
                    <a:cubicBezTo>
                      <a:pt x="247" y="38"/>
                      <a:pt x="247" y="38"/>
                      <a:pt x="247" y="38"/>
                    </a:cubicBezTo>
                    <a:cubicBezTo>
                      <a:pt x="224" y="36"/>
                      <a:pt x="224" y="36"/>
                      <a:pt x="224" y="36"/>
                    </a:cubicBezTo>
                    <a:cubicBezTo>
                      <a:pt x="208" y="38"/>
                      <a:pt x="208" y="38"/>
                      <a:pt x="208" y="38"/>
                    </a:cubicBezTo>
                    <a:cubicBezTo>
                      <a:pt x="180" y="54"/>
                      <a:pt x="180" y="54"/>
                      <a:pt x="180" y="54"/>
                    </a:cubicBezTo>
                    <a:cubicBezTo>
                      <a:pt x="157" y="72"/>
                      <a:pt x="157" y="72"/>
                      <a:pt x="157" y="72"/>
                    </a:cubicBezTo>
                    <a:cubicBezTo>
                      <a:pt x="154" y="95"/>
                      <a:pt x="154" y="95"/>
                      <a:pt x="154" y="95"/>
                    </a:cubicBezTo>
                    <a:cubicBezTo>
                      <a:pt x="159" y="115"/>
                      <a:pt x="159" y="115"/>
                      <a:pt x="159" y="115"/>
                    </a:cubicBezTo>
                    <a:cubicBezTo>
                      <a:pt x="175" y="126"/>
                      <a:pt x="175" y="126"/>
                      <a:pt x="175" y="126"/>
                    </a:cubicBezTo>
                    <a:cubicBezTo>
                      <a:pt x="175" y="126"/>
                      <a:pt x="182" y="128"/>
                      <a:pt x="195" y="126"/>
                    </a:cubicBezTo>
                    <a:cubicBezTo>
                      <a:pt x="208" y="123"/>
                      <a:pt x="221" y="128"/>
                      <a:pt x="221" y="128"/>
                    </a:cubicBezTo>
                    <a:cubicBezTo>
                      <a:pt x="231" y="136"/>
                      <a:pt x="231" y="136"/>
                      <a:pt x="231" y="136"/>
                    </a:cubicBezTo>
                    <a:cubicBezTo>
                      <a:pt x="224" y="149"/>
                      <a:pt x="224" y="149"/>
                      <a:pt x="224" y="149"/>
                    </a:cubicBezTo>
                    <a:cubicBezTo>
                      <a:pt x="218" y="162"/>
                      <a:pt x="218" y="162"/>
                      <a:pt x="218" y="162"/>
                    </a:cubicBezTo>
                    <a:cubicBezTo>
                      <a:pt x="198" y="164"/>
                      <a:pt x="198" y="164"/>
                      <a:pt x="198" y="164"/>
                    </a:cubicBezTo>
                    <a:cubicBezTo>
                      <a:pt x="188" y="177"/>
                      <a:pt x="188" y="177"/>
                      <a:pt x="188" y="177"/>
                    </a:cubicBezTo>
                    <a:cubicBezTo>
                      <a:pt x="177" y="182"/>
                      <a:pt x="177" y="182"/>
                      <a:pt x="177" y="182"/>
                    </a:cubicBezTo>
                    <a:cubicBezTo>
                      <a:pt x="175" y="195"/>
                      <a:pt x="175" y="195"/>
                      <a:pt x="175" y="195"/>
                    </a:cubicBezTo>
                    <a:cubicBezTo>
                      <a:pt x="188" y="216"/>
                      <a:pt x="188" y="216"/>
                      <a:pt x="188" y="216"/>
                    </a:cubicBezTo>
                    <a:cubicBezTo>
                      <a:pt x="188" y="236"/>
                      <a:pt x="188" y="236"/>
                      <a:pt x="188" y="236"/>
                    </a:cubicBezTo>
                    <a:cubicBezTo>
                      <a:pt x="177" y="244"/>
                      <a:pt x="177" y="244"/>
                      <a:pt x="177" y="244"/>
                    </a:cubicBezTo>
                    <a:cubicBezTo>
                      <a:pt x="167" y="239"/>
                      <a:pt x="167" y="239"/>
                      <a:pt x="167" y="239"/>
                    </a:cubicBezTo>
                    <a:cubicBezTo>
                      <a:pt x="152" y="224"/>
                      <a:pt x="152" y="224"/>
                      <a:pt x="152" y="224"/>
                    </a:cubicBezTo>
                    <a:cubicBezTo>
                      <a:pt x="154" y="206"/>
                      <a:pt x="154" y="206"/>
                      <a:pt x="154" y="206"/>
                    </a:cubicBezTo>
                    <a:cubicBezTo>
                      <a:pt x="141" y="206"/>
                      <a:pt x="141" y="206"/>
                      <a:pt x="141" y="206"/>
                    </a:cubicBezTo>
                    <a:cubicBezTo>
                      <a:pt x="141" y="206"/>
                      <a:pt x="134" y="213"/>
                      <a:pt x="126" y="213"/>
                    </a:cubicBezTo>
                    <a:cubicBezTo>
                      <a:pt x="118" y="213"/>
                      <a:pt x="103" y="213"/>
                      <a:pt x="103" y="213"/>
                    </a:cubicBezTo>
                    <a:cubicBezTo>
                      <a:pt x="95" y="224"/>
                      <a:pt x="95" y="224"/>
                      <a:pt x="95" y="224"/>
                    </a:cubicBezTo>
                    <a:cubicBezTo>
                      <a:pt x="113" y="231"/>
                      <a:pt x="113" y="231"/>
                      <a:pt x="113" y="231"/>
                    </a:cubicBezTo>
                    <a:cubicBezTo>
                      <a:pt x="113" y="231"/>
                      <a:pt x="126" y="239"/>
                      <a:pt x="128" y="247"/>
                    </a:cubicBezTo>
                    <a:cubicBezTo>
                      <a:pt x="131" y="254"/>
                      <a:pt x="134" y="275"/>
                      <a:pt x="134" y="275"/>
                    </a:cubicBezTo>
                    <a:cubicBezTo>
                      <a:pt x="113" y="280"/>
                      <a:pt x="113" y="280"/>
                      <a:pt x="113" y="280"/>
                    </a:cubicBezTo>
                    <a:cubicBezTo>
                      <a:pt x="110" y="293"/>
                      <a:pt x="110" y="293"/>
                      <a:pt x="110" y="293"/>
                    </a:cubicBezTo>
                    <a:cubicBezTo>
                      <a:pt x="105" y="309"/>
                      <a:pt x="105" y="309"/>
                      <a:pt x="105" y="309"/>
                    </a:cubicBezTo>
                    <a:cubicBezTo>
                      <a:pt x="105" y="352"/>
                      <a:pt x="105" y="352"/>
                      <a:pt x="105" y="352"/>
                    </a:cubicBezTo>
                    <a:cubicBezTo>
                      <a:pt x="105" y="352"/>
                      <a:pt x="105" y="381"/>
                      <a:pt x="105" y="388"/>
                    </a:cubicBezTo>
                    <a:cubicBezTo>
                      <a:pt x="105" y="396"/>
                      <a:pt x="87" y="396"/>
                      <a:pt x="87" y="396"/>
                    </a:cubicBezTo>
                    <a:cubicBezTo>
                      <a:pt x="90" y="373"/>
                      <a:pt x="90" y="373"/>
                      <a:pt x="90" y="373"/>
                    </a:cubicBezTo>
                    <a:cubicBezTo>
                      <a:pt x="79" y="337"/>
                      <a:pt x="79" y="337"/>
                      <a:pt x="79" y="337"/>
                    </a:cubicBezTo>
                    <a:cubicBezTo>
                      <a:pt x="49" y="332"/>
                      <a:pt x="49" y="332"/>
                      <a:pt x="49" y="332"/>
                    </a:cubicBezTo>
                    <a:cubicBezTo>
                      <a:pt x="28" y="334"/>
                      <a:pt x="28" y="334"/>
                      <a:pt x="28" y="334"/>
                    </a:cubicBezTo>
                    <a:cubicBezTo>
                      <a:pt x="23" y="355"/>
                      <a:pt x="23" y="355"/>
                      <a:pt x="23" y="355"/>
                    </a:cubicBezTo>
                    <a:cubicBezTo>
                      <a:pt x="23" y="381"/>
                      <a:pt x="23" y="381"/>
                      <a:pt x="23" y="381"/>
                    </a:cubicBezTo>
                    <a:cubicBezTo>
                      <a:pt x="23" y="412"/>
                      <a:pt x="23" y="412"/>
                      <a:pt x="23" y="412"/>
                    </a:cubicBezTo>
                    <a:cubicBezTo>
                      <a:pt x="33" y="435"/>
                      <a:pt x="33" y="435"/>
                      <a:pt x="33" y="435"/>
                    </a:cubicBezTo>
                    <a:cubicBezTo>
                      <a:pt x="41" y="448"/>
                      <a:pt x="41" y="448"/>
                      <a:pt x="41" y="448"/>
                    </a:cubicBezTo>
                    <a:cubicBezTo>
                      <a:pt x="41" y="448"/>
                      <a:pt x="52" y="428"/>
                      <a:pt x="58" y="428"/>
                    </a:cubicBezTo>
                    <a:cubicBezTo>
                      <a:pt x="64" y="428"/>
                      <a:pt x="83" y="426"/>
                      <a:pt x="83" y="426"/>
                    </a:cubicBezTo>
                    <a:cubicBezTo>
                      <a:pt x="83" y="426"/>
                      <a:pt x="85" y="439"/>
                      <a:pt x="93" y="443"/>
                    </a:cubicBezTo>
                    <a:cubicBezTo>
                      <a:pt x="101" y="447"/>
                      <a:pt x="126" y="461"/>
                      <a:pt x="126" y="461"/>
                    </a:cubicBezTo>
                    <a:cubicBezTo>
                      <a:pt x="131" y="466"/>
                      <a:pt x="131" y="466"/>
                      <a:pt x="131" y="466"/>
                    </a:cubicBezTo>
                    <a:cubicBezTo>
                      <a:pt x="151" y="461"/>
                      <a:pt x="151" y="461"/>
                      <a:pt x="151" y="461"/>
                    </a:cubicBezTo>
                    <a:cubicBezTo>
                      <a:pt x="172" y="466"/>
                      <a:pt x="172" y="466"/>
                      <a:pt x="172" y="466"/>
                    </a:cubicBezTo>
                    <a:cubicBezTo>
                      <a:pt x="201" y="468"/>
                      <a:pt x="201" y="468"/>
                      <a:pt x="201" y="468"/>
                    </a:cubicBezTo>
                    <a:cubicBezTo>
                      <a:pt x="213" y="447"/>
                      <a:pt x="213" y="447"/>
                      <a:pt x="213" y="447"/>
                    </a:cubicBezTo>
                    <a:cubicBezTo>
                      <a:pt x="222" y="428"/>
                      <a:pt x="222" y="428"/>
                      <a:pt x="222" y="428"/>
                    </a:cubicBezTo>
                    <a:cubicBezTo>
                      <a:pt x="244" y="433"/>
                      <a:pt x="244" y="433"/>
                      <a:pt x="244" y="433"/>
                    </a:cubicBezTo>
                    <a:cubicBezTo>
                      <a:pt x="261" y="420"/>
                      <a:pt x="261" y="420"/>
                      <a:pt x="261" y="420"/>
                    </a:cubicBezTo>
                    <a:cubicBezTo>
                      <a:pt x="269" y="406"/>
                      <a:pt x="269" y="406"/>
                      <a:pt x="269" y="406"/>
                    </a:cubicBezTo>
                    <a:cubicBezTo>
                      <a:pt x="300" y="410"/>
                      <a:pt x="300" y="410"/>
                      <a:pt x="300" y="410"/>
                    </a:cubicBezTo>
                    <a:cubicBezTo>
                      <a:pt x="300" y="410"/>
                      <a:pt x="309" y="412"/>
                      <a:pt x="313" y="418"/>
                    </a:cubicBezTo>
                    <a:cubicBezTo>
                      <a:pt x="317" y="424"/>
                      <a:pt x="319" y="433"/>
                      <a:pt x="319" y="433"/>
                    </a:cubicBezTo>
                    <a:cubicBezTo>
                      <a:pt x="321" y="447"/>
                      <a:pt x="321" y="447"/>
                      <a:pt x="321" y="447"/>
                    </a:cubicBezTo>
                    <a:cubicBezTo>
                      <a:pt x="321" y="462"/>
                      <a:pt x="321" y="462"/>
                      <a:pt x="321" y="462"/>
                    </a:cubicBezTo>
                    <a:cubicBezTo>
                      <a:pt x="315" y="478"/>
                      <a:pt x="315" y="478"/>
                      <a:pt x="315" y="478"/>
                    </a:cubicBezTo>
                    <a:cubicBezTo>
                      <a:pt x="313" y="486"/>
                      <a:pt x="313" y="486"/>
                      <a:pt x="313" y="486"/>
                    </a:cubicBezTo>
                    <a:cubicBezTo>
                      <a:pt x="325" y="493"/>
                      <a:pt x="325" y="493"/>
                      <a:pt x="325" y="493"/>
                    </a:cubicBezTo>
                    <a:cubicBezTo>
                      <a:pt x="342" y="493"/>
                      <a:pt x="342" y="493"/>
                      <a:pt x="342" y="493"/>
                    </a:cubicBezTo>
                    <a:cubicBezTo>
                      <a:pt x="352" y="497"/>
                      <a:pt x="352" y="497"/>
                      <a:pt x="352" y="497"/>
                    </a:cubicBezTo>
                    <a:cubicBezTo>
                      <a:pt x="342" y="511"/>
                      <a:pt x="342" y="511"/>
                      <a:pt x="342" y="511"/>
                    </a:cubicBezTo>
                    <a:cubicBezTo>
                      <a:pt x="342" y="511"/>
                      <a:pt x="340" y="522"/>
                      <a:pt x="340" y="528"/>
                    </a:cubicBezTo>
                    <a:cubicBezTo>
                      <a:pt x="340" y="534"/>
                      <a:pt x="334" y="547"/>
                      <a:pt x="334" y="547"/>
                    </a:cubicBezTo>
                    <a:cubicBezTo>
                      <a:pt x="313" y="563"/>
                      <a:pt x="313" y="563"/>
                      <a:pt x="313" y="563"/>
                    </a:cubicBezTo>
                    <a:cubicBezTo>
                      <a:pt x="296" y="580"/>
                      <a:pt x="296" y="580"/>
                      <a:pt x="296" y="580"/>
                    </a:cubicBezTo>
                    <a:cubicBezTo>
                      <a:pt x="282" y="580"/>
                      <a:pt x="282" y="580"/>
                      <a:pt x="282" y="580"/>
                    </a:cubicBezTo>
                    <a:cubicBezTo>
                      <a:pt x="271" y="580"/>
                      <a:pt x="271" y="580"/>
                      <a:pt x="271" y="580"/>
                    </a:cubicBezTo>
                    <a:cubicBezTo>
                      <a:pt x="259" y="571"/>
                      <a:pt x="259" y="571"/>
                      <a:pt x="259" y="571"/>
                    </a:cubicBezTo>
                    <a:cubicBezTo>
                      <a:pt x="259" y="571"/>
                      <a:pt x="257" y="563"/>
                      <a:pt x="251" y="563"/>
                    </a:cubicBezTo>
                    <a:cubicBezTo>
                      <a:pt x="246" y="563"/>
                      <a:pt x="228" y="569"/>
                      <a:pt x="228" y="569"/>
                    </a:cubicBezTo>
                    <a:cubicBezTo>
                      <a:pt x="209" y="569"/>
                      <a:pt x="209" y="569"/>
                      <a:pt x="209" y="569"/>
                    </a:cubicBezTo>
                    <a:cubicBezTo>
                      <a:pt x="186" y="549"/>
                      <a:pt x="186" y="549"/>
                      <a:pt x="186" y="549"/>
                    </a:cubicBezTo>
                    <a:cubicBezTo>
                      <a:pt x="168" y="538"/>
                      <a:pt x="168" y="538"/>
                      <a:pt x="168" y="538"/>
                    </a:cubicBezTo>
                    <a:cubicBezTo>
                      <a:pt x="151" y="534"/>
                      <a:pt x="151" y="534"/>
                      <a:pt x="151" y="534"/>
                    </a:cubicBezTo>
                    <a:cubicBezTo>
                      <a:pt x="155" y="520"/>
                      <a:pt x="155" y="520"/>
                      <a:pt x="155" y="520"/>
                    </a:cubicBezTo>
                    <a:cubicBezTo>
                      <a:pt x="147" y="503"/>
                      <a:pt x="147" y="503"/>
                      <a:pt x="147" y="503"/>
                    </a:cubicBezTo>
                    <a:cubicBezTo>
                      <a:pt x="134" y="493"/>
                      <a:pt x="134" y="493"/>
                      <a:pt x="134" y="493"/>
                    </a:cubicBezTo>
                    <a:cubicBezTo>
                      <a:pt x="124" y="492"/>
                      <a:pt x="124" y="492"/>
                      <a:pt x="124" y="492"/>
                    </a:cubicBezTo>
                    <a:cubicBezTo>
                      <a:pt x="116" y="515"/>
                      <a:pt x="116" y="515"/>
                      <a:pt x="116" y="515"/>
                    </a:cubicBezTo>
                    <a:cubicBezTo>
                      <a:pt x="116" y="515"/>
                      <a:pt x="106" y="513"/>
                      <a:pt x="106" y="518"/>
                    </a:cubicBezTo>
                    <a:cubicBezTo>
                      <a:pt x="106" y="524"/>
                      <a:pt x="110" y="536"/>
                      <a:pt x="110" y="536"/>
                    </a:cubicBezTo>
                    <a:cubicBezTo>
                      <a:pt x="110" y="536"/>
                      <a:pt x="122" y="540"/>
                      <a:pt x="122" y="545"/>
                    </a:cubicBezTo>
                    <a:cubicBezTo>
                      <a:pt x="122" y="551"/>
                      <a:pt x="122" y="563"/>
                      <a:pt x="122" y="563"/>
                    </a:cubicBezTo>
                    <a:cubicBezTo>
                      <a:pt x="118" y="584"/>
                      <a:pt x="118" y="584"/>
                      <a:pt x="118" y="584"/>
                    </a:cubicBezTo>
                    <a:cubicBezTo>
                      <a:pt x="118" y="584"/>
                      <a:pt x="118" y="584"/>
                      <a:pt x="108" y="592"/>
                    </a:cubicBezTo>
                    <a:cubicBezTo>
                      <a:pt x="105" y="594"/>
                      <a:pt x="99" y="598"/>
                      <a:pt x="93" y="602"/>
                    </a:cubicBezTo>
                    <a:cubicBezTo>
                      <a:pt x="95" y="620"/>
                      <a:pt x="95" y="620"/>
                      <a:pt x="95" y="620"/>
                    </a:cubicBezTo>
                    <a:cubicBezTo>
                      <a:pt x="87" y="638"/>
                      <a:pt x="87" y="638"/>
                      <a:pt x="87" y="638"/>
                    </a:cubicBezTo>
                    <a:cubicBezTo>
                      <a:pt x="97" y="651"/>
                      <a:pt x="97" y="651"/>
                      <a:pt x="97" y="651"/>
                    </a:cubicBezTo>
                    <a:cubicBezTo>
                      <a:pt x="108" y="672"/>
                      <a:pt x="108" y="672"/>
                      <a:pt x="108" y="672"/>
                    </a:cubicBezTo>
                    <a:cubicBezTo>
                      <a:pt x="87" y="672"/>
                      <a:pt x="87" y="672"/>
                      <a:pt x="87" y="672"/>
                    </a:cubicBezTo>
                    <a:cubicBezTo>
                      <a:pt x="59" y="669"/>
                      <a:pt x="59" y="669"/>
                      <a:pt x="59" y="669"/>
                    </a:cubicBezTo>
                    <a:cubicBezTo>
                      <a:pt x="38" y="667"/>
                      <a:pt x="38" y="667"/>
                      <a:pt x="38" y="667"/>
                    </a:cubicBezTo>
                    <a:cubicBezTo>
                      <a:pt x="7" y="674"/>
                      <a:pt x="7" y="674"/>
                      <a:pt x="7" y="674"/>
                    </a:cubicBezTo>
                    <a:cubicBezTo>
                      <a:pt x="7" y="674"/>
                      <a:pt x="0" y="695"/>
                      <a:pt x="0" y="703"/>
                    </a:cubicBezTo>
                    <a:cubicBezTo>
                      <a:pt x="0" y="710"/>
                      <a:pt x="18" y="715"/>
                      <a:pt x="18" y="715"/>
                    </a:cubicBezTo>
                    <a:cubicBezTo>
                      <a:pt x="36" y="713"/>
                      <a:pt x="36" y="713"/>
                      <a:pt x="36" y="713"/>
                    </a:cubicBezTo>
                    <a:cubicBezTo>
                      <a:pt x="36" y="713"/>
                      <a:pt x="51" y="723"/>
                      <a:pt x="51" y="739"/>
                    </a:cubicBezTo>
                    <a:cubicBezTo>
                      <a:pt x="51" y="754"/>
                      <a:pt x="59" y="772"/>
                      <a:pt x="59" y="772"/>
                    </a:cubicBezTo>
                    <a:cubicBezTo>
                      <a:pt x="79" y="775"/>
                      <a:pt x="79" y="775"/>
                      <a:pt x="79" y="775"/>
                    </a:cubicBezTo>
                    <a:cubicBezTo>
                      <a:pt x="100" y="754"/>
                      <a:pt x="100" y="754"/>
                      <a:pt x="100" y="754"/>
                    </a:cubicBezTo>
                    <a:cubicBezTo>
                      <a:pt x="123" y="754"/>
                      <a:pt x="123" y="754"/>
                      <a:pt x="123" y="754"/>
                    </a:cubicBezTo>
                    <a:cubicBezTo>
                      <a:pt x="121" y="785"/>
                      <a:pt x="121" y="785"/>
                      <a:pt x="121" y="785"/>
                    </a:cubicBezTo>
                    <a:cubicBezTo>
                      <a:pt x="105" y="798"/>
                      <a:pt x="105" y="798"/>
                      <a:pt x="105" y="798"/>
                    </a:cubicBezTo>
                    <a:cubicBezTo>
                      <a:pt x="105" y="829"/>
                      <a:pt x="105" y="829"/>
                      <a:pt x="105" y="829"/>
                    </a:cubicBezTo>
                    <a:cubicBezTo>
                      <a:pt x="110" y="849"/>
                      <a:pt x="110" y="849"/>
                      <a:pt x="110" y="849"/>
                    </a:cubicBezTo>
                    <a:cubicBezTo>
                      <a:pt x="110" y="849"/>
                      <a:pt x="131" y="880"/>
                      <a:pt x="131" y="888"/>
                    </a:cubicBezTo>
                    <a:cubicBezTo>
                      <a:pt x="131" y="896"/>
                      <a:pt x="159" y="922"/>
                      <a:pt x="159" y="922"/>
                    </a:cubicBezTo>
                    <a:cubicBezTo>
                      <a:pt x="177" y="932"/>
                      <a:pt x="177" y="932"/>
                      <a:pt x="177" y="932"/>
                    </a:cubicBezTo>
                    <a:cubicBezTo>
                      <a:pt x="220" y="924"/>
                      <a:pt x="220" y="924"/>
                      <a:pt x="220" y="924"/>
                    </a:cubicBezTo>
                    <a:cubicBezTo>
                      <a:pt x="220" y="924"/>
                      <a:pt x="246" y="920"/>
                      <a:pt x="251" y="92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7" name="Freeform 17">
                <a:extLst>
                  <a:ext uri="{FF2B5EF4-FFF2-40B4-BE49-F238E27FC236}">
                    <a16:creationId xmlns:a16="http://schemas.microsoft.com/office/drawing/2014/main" id="{9E7A7144-583D-7128-F35D-1B8E9C0241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3019" y="3446652"/>
                <a:ext cx="175974" cy="319477"/>
              </a:xfrm>
              <a:custGeom>
                <a:avLst/>
                <a:gdLst>
                  <a:gd name="T0" fmla="*/ 68 w 120"/>
                  <a:gd name="T1" fmla="*/ 23 h 219"/>
                  <a:gd name="T2" fmla="*/ 56 w 120"/>
                  <a:gd name="T3" fmla="*/ 14 h 219"/>
                  <a:gd name="T4" fmla="*/ 31 w 120"/>
                  <a:gd name="T5" fmla="*/ 2 h 219"/>
                  <a:gd name="T6" fmla="*/ 18 w 120"/>
                  <a:gd name="T7" fmla="*/ 2 h 219"/>
                  <a:gd name="T8" fmla="*/ 4 w 120"/>
                  <a:gd name="T9" fmla="*/ 8 h 219"/>
                  <a:gd name="T10" fmla="*/ 2 w 120"/>
                  <a:gd name="T11" fmla="*/ 29 h 219"/>
                  <a:gd name="T12" fmla="*/ 2 w 120"/>
                  <a:gd name="T13" fmla="*/ 49 h 219"/>
                  <a:gd name="T14" fmla="*/ 12 w 120"/>
                  <a:gd name="T15" fmla="*/ 74 h 219"/>
                  <a:gd name="T16" fmla="*/ 22 w 120"/>
                  <a:gd name="T17" fmla="*/ 93 h 219"/>
                  <a:gd name="T18" fmla="*/ 35 w 120"/>
                  <a:gd name="T19" fmla="*/ 99 h 219"/>
                  <a:gd name="T20" fmla="*/ 45 w 120"/>
                  <a:gd name="T21" fmla="*/ 114 h 219"/>
                  <a:gd name="T22" fmla="*/ 43 w 120"/>
                  <a:gd name="T23" fmla="*/ 126 h 219"/>
                  <a:gd name="T24" fmla="*/ 43 w 120"/>
                  <a:gd name="T25" fmla="*/ 145 h 219"/>
                  <a:gd name="T26" fmla="*/ 56 w 120"/>
                  <a:gd name="T27" fmla="*/ 164 h 219"/>
                  <a:gd name="T28" fmla="*/ 55 w 120"/>
                  <a:gd name="T29" fmla="*/ 174 h 219"/>
                  <a:gd name="T30" fmla="*/ 45 w 120"/>
                  <a:gd name="T31" fmla="*/ 184 h 219"/>
                  <a:gd name="T32" fmla="*/ 66 w 120"/>
                  <a:gd name="T33" fmla="*/ 211 h 219"/>
                  <a:gd name="T34" fmla="*/ 71 w 120"/>
                  <a:gd name="T35" fmla="*/ 219 h 219"/>
                  <a:gd name="T36" fmla="*/ 84 w 120"/>
                  <a:gd name="T37" fmla="*/ 219 h 219"/>
                  <a:gd name="T38" fmla="*/ 107 w 120"/>
                  <a:gd name="T39" fmla="*/ 199 h 219"/>
                  <a:gd name="T40" fmla="*/ 118 w 120"/>
                  <a:gd name="T41" fmla="*/ 184 h 219"/>
                  <a:gd name="T42" fmla="*/ 120 w 120"/>
                  <a:gd name="T43" fmla="*/ 168 h 219"/>
                  <a:gd name="T44" fmla="*/ 120 w 120"/>
                  <a:gd name="T45" fmla="*/ 147 h 219"/>
                  <a:gd name="T46" fmla="*/ 105 w 120"/>
                  <a:gd name="T47" fmla="*/ 130 h 219"/>
                  <a:gd name="T48" fmla="*/ 99 w 120"/>
                  <a:gd name="T49" fmla="*/ 114 h 219"/>
                  <a:gd name="T50" fmla="*/ 91 w 120"/>
                  <a:gd name="T51" fmla="*/ 89 h 219"/>
                  <a:gd name="T52" fmla="*/ 97 w 120"/>
                  <a:gd name="T53" fmla="*/ 68 h 219"/>
                  <a:gd name="T54" fmla="*/ 99 w 120"/>
                  <a:gd name="T55" fmla="*/ 43 h 219"/>
                  <a:gd name="T56" fmla="*/ 103 w 120"/>
                  <a:gd name="T57" fmla="*/ 25 h 219"/>
                  <a:gd name="T58" fmla="*/ 87 w 120"/>
                  <a:gd name="T59" fmla="*/ 25 h 219"/>
                  <a:gd name="T60" fmla="*/ 68 w 120"/>
                  <a:gd name="T61" fmla="*/ 23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20" h="219">
                    <a:moveTo>
                      <a:pt x="68" y="23"/>
                    </a:moveTo>
                    <a:cubicBezTo>
                      <a:pt x="56" y="14"/>
                      <a:pt x="56" y="14"/>
                      <a:pt x="56" y="14"/>
                    </a:cubicBezTo>
                    <a:cubicBezTo>
                      <a:pt x="31" y="2"/>
                      <a:pt x="31" y="2"/>
                      <a:pt x="31" y="2"/>
                    </a:cubicBezTo>
                    <a:cubicBezTo>
                      <a:pt x="31" y="2"/>
                      <a:pt x="24" y="0"/>
                      <a:pt x="18" y="2"/>
                    </a:cubicBezTo>
                    <a:cubicBezTo>
                      <a:pt x="12" y="4"/>
                      <a:pt x="4" y="8"/>
                      <a:pt x="4" y="8"/>
                    </a:cubicBezTo>
                    <a:cubicBezTo>
                      <a:pt x="4" y="8"/>
                      <a:pt x="2" y="23"/>
                      <a:pt x="2" y="29"/>
                    </a:cubicBezTo>
                    <a:cubicBezTo>
                      <a:pt x="2" y="35"/>
                      <a:pt x="0" y="37"/>
                      <a:pt x="2" y="49"/>
                    </a:cubicBezTo>
                    <a:cubicBezTo>
                      <a:pt x="4" y="60"/>
                      <a:pt x="12" y="68"/>
                      <a:pt x="12" y="74"/>
                    </a:cubicBezTo>
                    <a:cubicBezTo>
                      <a:pt x="12" y="79"/>
                      <a:pt x="22" y="93"/>
                      <a:pt x="22" y="93"/>
                    </a:cubicBezTo>
                    <a:cubicBezTo>
                      <a:pt x="22" y="93"/>
                      <a:pt x="28" y="99"/>
                      <a:pt x="35" y="99"/>
                    </a:cubicBezTo>
                    <a:cubicBezTo>
                      <a:pt x="43" y="99"/>
                      <a:pt x="45" y="114"/>
                      <a:pt x="45" y="114"/>
                    </a:cubicBezTo>
                    <a:cubicBezTo>
                      <a:pt x="45" y="114"/>
                      <a:pt x="43" y="120"/>
                      <a:pt x="43" y="126"/>
                    </a:cubicBezTo>
                    <a:cubicBezTo>
                      <a:pt x="43" y="132"/>
                      <a:pt x="43" y="145"/>
                      <a:pt x="43" y="145"/>
                    </a:cubicBezTo>
                    <a:cubicBezTo>
                      <a:pt x="56" y="164"/>
                      <a:pt x="56" y="164"/>
                      <a:pt x="56" y="164"/>
                    </a:cubicBezTo>
                    <a:cubicBezTo>
                      <a:pt x="55" y="174"/>
                      <a:pt x="55" y="174"/>
                      <a:pt x="55" y="174"/>
                    </a:cubicBezTo>
                    <a:cubicBezTo>
                      <a:pt x="55" y="174"/>
                      <a:pt x="43" y="166"/>
                      <a:pt x="45" y="184"/>
                    </a:cubicBezTo>
                    <a:cubicBezTo>
                      <a:pt x="47" y="201"/>
                      <a:pt x="66" y="211"/>
                      <a:pt x="66" y="211"/>
                    </a:cubicBezTo>
                    <a:cubicBezTo>
                      <a:pt x="71" y="219"/>
                      <a:pt x="71" y="219"/>
                      <a:pt x="71" y="219"/>
                    </a:cubicBezTo>
                    <a:cubicBezTo>
                      <a:pt x="84" y="219"/>
                      <a:pt x="84" y="219"/>
                      <a:pt x="84" y="219"/>
                    </a:cubicBezTo>
                    <a:cubicBezTo>
                      <a:pt x="107" y="199"/>
                      <a:pt x="107" y="199"/>
                      <a:pt x="107" y="199"/>
                    </a:cubicBezTo>
                    <a:cubicBezTo>
                      <a:pt x="107" y="199"/>
                      <a:pt x="118" y="190"/>
                      <a:pt x="118" y="184"/>
                    </a:cubicBezTo>
                    <a:cubicBezTo>
                      <a:pt x="118" y="178"/>
                      <a:pt x="120" y="168"/>
                      <a:pt x="120" y="168"/>
                    </a:cubicBezTo>
                    <a:cubicBezTo>
                      <a:pt x="120" y="147"/>
                      <a:pt x="120" y="147"/>
                      <a:pt x="120" y="147"/>
                    </a:cubicBezTo>
                    <a:cubicBezTo>
                      <a:pt x="105" y="130"/>
                      <a:pt x="105" y="130"/>
                      <a:pt x="105" y="130"/>
                    </a:cubicBezTo>
                    <a:cubicBezTo>
                      <a:pt x="99" y="114"/>
                      <a:pt x="99" y="114"/>
                      <a:pt x="99" y="114"/>
                    </a:cubicBezTo>
                    <a:cubicBezTo>
                      <a:pt x="99" y="114"/>
                      <a:pt x="91" y="95"/>
                      <a:pt x="91" y="89"/>
                    </a:cubicBezTo>
                    <a:cubicBezTo>
                      <a:pt x="91" y="83"/>
                      <a:pt x="97" y="68"/>
                      <a:pt x="97" y="68"/>
                    </a:cubicBezTo>
                    <a:cubicBezTo>
                      <a:pt x="99" y="43"/>
                      <a:pt x="99" y="43"/>
                      <a:pt x="99" y="43"/>
                    </a:cubicBezTo>
                    <a:cubicBezTo>
                      <a:pt x="103" y="25"/>
                      <a:pt x="103" y="25"/>
                      <a:pt x="103" y="25"/>
                    </a:cubicBezTo>
                    <a:cubicBezTo>
                      <a:pt x="87" y="25"/>
                      <a:pt x="87" y="25"/>
                      <a:pt x="87" y="25"/>
                    </a:cubicBezTo>
                    <a:lnTo>
                      <a:pt x="68" y="23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8" name="Freeform 18">
                <a:extLst>
                  <a:ext uri="{FF2B5EF4-FFF2-40B4-BE49-F238E27FC236}">
                    <a16:creationId xmlns:a16="http://schemas.microsoft.com/office/drawing/2014/main" id="{0199D30C-D1EF-6012-F3A8-FA8CA31754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1707" y="3093656"/>
                <a:ext cx="1166878" cy="1128121"/>
              </a:xfrm>
              <a:custGeom>
                <a:avLst/>
                <a:gdLst>
                  <a:gd name="T0" fmla="*/ 783 w 799"/>
                  <a:gd name="T1" fmla="*/ 629 h 773"/>
                  <a:gd name="T2" fmla="*/ 731 w 799"/>
                  <a:gd name="T3" fmla="*/ 598 h 773"/>
                  <a:gd name="T4" fmla="*/ 679 w 799"/>
                  <a:gd name="T5" fmla="*/ 617 h 773"/>
                  <a:gd name="T6" fmla="*/ 652 w 799"/>
                  <a:gd name="T7" fmla="*/ 576 h 773"/>
                  <a:gd name="T8" fmla="*/ 619 w 799"/>
                  <a:gd name="T9" fmla="*/ 607 h 773"/>
                  <a:gd name="T10" fmla="*/ 607 w 799"/>
                  <a:gd name="T11" fmla="*/ 517 h 773"/>
                  <a:gd name="T12" fmla="*/ 620 w 799"/>
                  <a:gd name="T13" fmla="*/ 461 h 773"/>
                  <a:gd name="T14" fmla="*/ 604 w 799"/>
                  <a:gd name="T15" fmla="*/ 416 h 773"/>
                  <a:gd name="T16" fmla="*/ 592 w 799"/>
                  <a:gd name="T17" fmla="*/ 368 h 773"/>
                  <a:gd name="T18" fmla="*/ 571 w 799"/>
                  <a:gd name="T19" fmla="*/ 335 h 773"/>
                  <a:gd name="T20" fmla="*/ 551 w 799"/>
                  <a:gd name="T21" fmla="*/ 271 h 773"/>
                  <a:gd name="T22" fmla="*/ 580 w 799"/>
                  <a:gd name="T23" fmla="*/ 244 h 773"/>
                  <a:gd name="T24" fmla="*/ 636 w 799"/>
                  <a:gd name="T25" fmla="*/ 267 h 773"/>
                  <a:gd name="T26" fmla="*/ 681 w 799"/>
                  <a:gd name="T27" fmla="*/ 242 h 773"/>
                  <a:gd name="T28" fmla="*/ 714 w 799"/>
                  <a:gd name="T29" fmla="*/ 240 h 773"/>
                  <a:gd name="T30" fmla="*/ 689 w 799"/>
                  <a:gd name="T31" fmla="*/ 194 h 773"/>
                  <a:gd name="T32" fmla="*/ 656 w 799"/>
                  <a:gd name="T33" fmla="*/ 142 h 773"/>
                  <a:gd name="T34" fmla="*/ 594 w 799"/>
                  <a:gd name="T35" fmla="*/ 90 h 773"/>
                  <a:gd name="T36" fmla="*/ 524 w 799"/>
                  <a:gd name="T37" fmla="*/ 101 h 773"/>
                  <a:gd name="T38" fmla="*/ 437 w 799"/>
                  <a:gd name="T39" fmla="*/ 126 h 773"/>
                  <a:gd name="T40" fmla="*/ 388 w 799"/>
                  <a:gd name="T41" fmla="*/ 90 h 773"/>
                  <a:gd name="T42" fmla="*/ 296 w 799"/>
                  <a:gd name="T43" fmla="*/ 36 h 773"/>
                  <a:gd name="T44" fmla="*/ 221 w 799"/>
                  <a:gd name="T45" fmla="*/ 12 h 773"/>
                  <a:gd name="T46" fmla="*/ 190 w 799"/>
                  <a:gd name="T47" fmla="*/ 23 h 773"/>
                  <a:gd name="T48" fmla="*/ 146 w 799"/>
                  <a:gd name="T49" fmla="*/ 61 h 773"/>
                  <a:gd name="T50" fmla="*/ 146 w 799"/>
                  <a:gd name="T51" fmla="*/ 126 h 773"/>
                  <a:gd name="T52" fmla="*/ 118 w 799"/>
                  <a:gd name="T53" fmla="*/ 90 h 773"/>
                  <a:gd name="T54" fmla="*/ 82 w 799"/>
                  <a:gd name="T55" fmla="*/ 87 h 773"/>
                  <a:gd name="T56" fmla="*/ 30 w 799"/>
                  <a:gd name="T57" fmla="*/ 133 h 773"/>
                  <a:gd name="T58" fmla="*/ 0 w 799"/>
                  <a:gd name="T59" fmla="*/ 185 h 773"/>
                  <a:gd name="T60" fmla="*/ 46 w 799"/>
                  <a:gd name="T61" fmla="*/ 198 h 773"/>
                  <a:gd name="T62" fmla="*/ 67 w 799"/>
                  <a:gd name="T63" fmla="*/ 221 h 773"/>
                  <a:gd name="T64" fmla="*/ 82 w 799"/>
                  <a:gd name="T65" fmla="*/ 296 h 773"/>
                  <a:gd name="T66" fmla="*/ 131 w 799"/>
                  <a:gd name="T67" fmla="*/ 278 h 773"/>
                  <a:gd name="T68" fmla="*/ 185 w 799"/>
                  <a:gd name="T69" fmla="*/ 265 h 773"/>
                  <a:gd name="T70" fmla="*/ 185 w 799"/>
                  <a:gd name="T71" fmla="*/ 381 h 773"/>
                  <a:gd name="T72" fmla="*/ 208 w 799"/>
                  <a:gd name="T73" fmla="*/ 481 h 773"/>
                  <a:gd name="T74" fmla="*/ 206 w 799"/>
                  <a:gd name="T75" fmla="*/ 538 h 773"/>
                  <a:gd name="T76" fmla="*/ 195 w 799"/>
                  <a:gd name="T77" fmla="*/ 589 h 773"/>
                  <a:gd name="T78" fmla="*/ 177 w 799"/>
                  <a:gd name="T79" fmla="*/ 631 h 773"/>
                  <a:gd name="T80" fmla="*/ 234 w 799"/>
                  <a:gd name="T81" fmla="*/ 664 h 773"/>
                  <a:gd name="T82" fmla="*/ 278 w 799"/>
                  <a:gd name="T83" fmla="*/ 726 h 773"/>
                  <a:gd name="T84" fmla="*/ 327 w 799"/>
                  <a:gd name="T85" fmla="*/ 714 h 773"/>
                  <a:gd name="T86" fmla="*/ 374 w 799"/>
                  <a:gd name="T87" fmla="*/ 669 h 773"/>
                  <a:gd name="T88" fmla="*/ 441 w 799"/>
                  <a:gd name="T89" fmla="*/ 636 h 773"/>
                  <a:gd name="T90" fmla="*/ 499 w 799"/>
                  <a:gd name="T91" fmla="*/ 687 h 773"/>
                  <a:gd name="T92" fmla="*/ 544 w 799"/>
                  <a:gd name="T93" fmla="*/ 683 h 773"/>
                  <a:gd name="T94" fmla="*/ 602 w 799"/>
                  <a:gd name="T95" fmla="*/ 685 h 773"/>
                  <a:gd name="T96" fmla="*/ 642 w 799"/>
                  <a:gd name="T97" fmla="*/ 679 h 773"/>
                  <a:gd name="T98" fmla="*/ 652 w 799"/>
                  <a:gd name="T99" fmla="*/ 752 h 773"/>
                  <a:gd name="T100" fmla="*/ 683 w 799"/>
                  <a:gd name="T101" fmla="*/ 741 h 773"/>
                  <a:gd name="T102" fmla="*/ 710 w 799"/>
                  <a:gd name="T103" fmla="*/ 773 h 773"/>
                  <a:gd name="T104" fmla="*/ 743 w 799"/>
                  <a:gd name="T105" fmla="*/ 746 h 773"/>
                  <a:gd name="T106" fmla="*/ 774 w 799"/>
                  <a:gd name="T107" fmla="*/ 766 h 773"/>
                  <a:gd name="T108" fmla="*/ 799 w 799"/>
                  <a:gd name="T109" fmla="*/ 717 h 7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99" h="773">
                    <a:moveTo>
                      <a:pt x="791" y="683"/>
                    </a:moveTo>
                    <a:cubicBezTo>
                      <a:pt x="789" y="673"/>
                      <a:pt x="787" y="661"/>
                      <a:pt x="785" y="656"/>
                    </a:cubicBezTo>
                    <a:cubicBezTo>
                      <a:pt x="783" y="650"/>
                      <a:pt x="783" y="640"/>
                      <a:pt x="783" y="629"/>
                    </a:cubicBezTo>
                    <a:cubicBezTo>
                      <a:pt x="783" y="617"/>
                      <a:pt x="774" y="615"/>
                      <a:pt x="774" y="615"/>
                    </a:cubicBezTo>
                    <a:cubicBezTo>
                      <a:pt x="748" y="600"/>
                      <a:pt x="748" y="600"/>
                      <a:pt x="748" y="600"/>
                    </a:cubicBezTo>
                    <a:cubicBezTo>
                      <a:pt x="731" y="598"/>
                      <a:pt x="731" y="598"/>
                      <a:pt x="731" y="598"/>
                    </a:cubicBezTo>
                    <a:cubicBezTo>
                      <a:pt x="719" y="611"/>
                      <a:pt x="719" y="611"/>
                      <a:pt x="719" y="611"/>
                    </a:cubicBezTo>
                    <a:cubicBezTo>
                      <a:pt x="719" y="611"/>
                      <a:pt x="696" y="617"/>
                      <a:pt x="690" y="617"/>
                    </a:cubicBezTo>
                    <a:cubicBezTo>
                      <a:pt x="685" y="617"/>
                      <a:pt x="679" y="617"/>
                      <a:pt x="679" y="617"/>
                    </a:cubicBezTo>
                    <a:cubicBezTo>
                      <a:pt x="669" y="605"/>
                      <a:pt x="669" y="605"/>
                      <a:pt x="669" y="605"/>
                    </a:cubicBezTo>
                    <a:cubicBezTo>
                      <a:pt x="663" y="584"/>
                      <a:pt x="663" y="584"/>
                      <a:pt x="663" y="584"/>
                    </a:cubicBezTo>
                    <a:cubicBezTo>
                      <a:pt x="652" y="576"/>
                      <a:pt x="652" y="576"/>
                      <a:pt x="652" y="576"/>
                    </a:cubicBezTo>
                    <a:cubicBezTo>
                      <a:pt x="650" y="602"/>
                      <a:pt x="650" y="602"/>
                      <a:pt x="650" y="602"/>
                    </a:cubicBezTo>
                    <a:cubicBezTo>
                      <a:pt x="642" y="621"/>
                      <a:pt x="642" y="621"/>
                      <a:pt x="642" y="621"/>
                    </a:cubicBezTo>
                    <a:cubicBezTo>
                      <a:pt x="619" y="607"/>
                      <a:pt x="619" y="607"/>
                      <a:pt x="619" y="607"/>
                    </a:cubicBezTo>
                    <a:cubicBezTo>
                      <a:pt x="619" y="607"/>
                      <a:pt x="609" y="590"/>
                      <a:pt x="605" y="573"/>
                    </a:cubicBezTo>
                    <a:cubicBezTo>
                      <a:pt x="602" y="555"/>
                      <a:pt x="602" y="544"/>
                      <a:pt x="602" y="538"/>
                    </a:cubicBezTo>
                    <a:cubicBezTo>
                      <a:pt x="602" y="532"/>
                      <a:pt x="607" y="517"/>
                      <a:pt x="607" y="517"/>
                    </a:cubicBezTo>
                    <a:cubicBezTo>
                      <a:pt x="619" y="486"/>
                      <a:pt x="619" y="486"/>
                      <a:pt x="619" y="486"/>
                    </a:cubicBezTo>
                    <a:cubicBezTo>
                      <a:pt x="615" y="461"/>
                      <a:pt x="615" y="461"/>
                      <a:pt x="615" y="461"/>
                    </a:cubicBezTo>
                    <a:cubicBezTo>
                      <a:pt x="620" y="461"/>
                      <a:pt x="620" y="461"/>
                      <a:pt x="620" y="461"/>
                    </a:cubicBezTo>
                    <a:cubicBezTo>
                      <a:pt x="615" y="453"/>
                      <a:pt x="615" y="453"/>
                      <a:pt x="615" y="453"/>
                    </a:cubicBezTo>
                    <a:cubicBezTo>
                      <a:pt x="615" y="453"/>
                      <a:pt x="596" y="443"/>
                      <a:pt x="594" y="426"/>
                    </a:cubicBezTo>
                    <a:cubicBezTo>
                      <a:pt x="592" y="408"/>
                      <a:pt x="604" y="416"/>
                      <a:pt x="604" y="416"/>
                    </a:cubicBezTo>
                    <a:cubicBezTo>
                      <a:pt x="605" y="406"/>
                      <a:pt x="605" y="406"/>
                      <a:pt x="605" y="406"/>
                    </a:cubicBezTo>
                    <a:cubicBezTo>
                      <a:pt x="592" y="387"/>
                      <a:pt x="592" y="387"/>
                      <a:pt x="592" y="387"/>
                    </a:cubicBezTo>
                    <a:cubicBezTo>
                      <a:pt x="592" y="387"/>
                      <a:pt x="592" y="374"/>
                      <a:pt x="592" y="368"/>
                    </a:cubicBezTo>
                    <a:cubicBezTo>
                      <a:pt x="592" y="362"/>
                      <a:pt x="594" y="356"/>
                      <a:pt x="594" y="356"/>
                    </a:cubicBezTo>
                    <a:cubicBezTo>
                      <a:pt x="594" y="356"/>
                      <a:pt x="592" y="341"/>
                      <a:pt x="584" y="341"/>
                    </a:cubicBezTo>
                    <a:cubicBezTo>
                      <a:pt x="577" y="341"/>
                      <a:pt x="571" y="335"/>
                      <a:pt x="571" y="335"/>
                    </a:cubicBezTo>
                    <a:cubicBezTo>
                      <a:pt x="571" y="335"/>
                      <a:pt x="561" y="321"/>
                      <a:pt x="561" y="316"/>
                    </a:cubicBezTo>
                    <a:cubicBezTo>
                      <a:pt x="561" y="310"/>
                      <a:pt x="553" y="302"/>
                      <a:pt x="551" y="291"/>
                    </a:cubicBezTo>
                    <a:cubicBezTo>
                      <a:pt x="549" y="279"/>
                      <a:pt x="551" y="277"/>
                      <a:pt x="551" y="271"/>
                    </a:cubicBezTo>
                    <a:cubicBezTo>
                      <a:pt x="551" y="265"/>
                      <a:pt x="553" y="250"/>
                      <a:pt x="553" y="250"/>
                    </a:cubicBezTo>
                    <a:cubicBezTo>
                      <a:pt x="553" y="250"/>
                      <a:pt x="561" y="246"/>
                      <a:pt x="567" y="244"/>
                    </a:cubicBezTo>
                    <a:cubicBezTo>
                      <a:pt x="573" y="242"/>
                      <a:pt x="580" y="244"/>
                      <a:pt x="580" y="244"/>
                    </a:cubicBezTo>
                    <a:cubicBezTo>
                      <a:pt x="605" y="256"/>
                      <a:pt x="605" y="256"/>
                      <a:pt x="605" y="256"/>
                    </a:cubicBezTo>
                    <a:cubicBezTo>
                      <a:pt x="617" y="265"/>
                      <a:pt x="617" y="265"/>
                      <a:pt x="617" y="265"/>
                    </a:cubicBezTo>
                    <a:cubicBezTo>
                      <a:pt x="636" y="267"/>
                      <a:pt x="636" y="267"/>
                      <a:pt x="636" y="267"/>
                    </a:cubicBezTo>
                    <a:cubicBezTo>
                      <a:pt x="652" y="267"/>
                      <a:pt x="652" y="267"/>
                      <a:pt x="652" y="267"/>
                    </a:cubicBezTo>
                    <a:cubicBezTo>
                      <a:pt x="665" y="254"/>
                      <a:pt x="665" y="254"/>
                      <a:pt x="665" y="254"/>
                    </a:cubicBezTo>
                    <a:cubicBezTo>
                      <a:pt x="681" y="242"/>
                      <a:pt x="681" y="242"/>
                      <a:pt x="681" y="242"/>
                    </a:cubicBezTo>
                    <a:cubicBezTo>
                      <a:pt x="689" y="248"/>
                      <a:pt x="689" y="248"/>
                      <a:pt x="689" y="248"/>
                    </a:cubicBezTo>
                    <a:cubicBezTo>
                      <a:pt x="706" y="248"/>
                      <a:pt x="706" y="248"/>
                      <a:pt x="706" y="248"/>
                    </a:cubicBezTo>
                    <a:cubicBezTo>
                      <a:pt x="714" y="240"/>
                      <a:pt x="714" y="240"/>
                      <a:pt x="714" y="240"/>
                    </a:cubicBezTo>
                    <a:cubicBezTo>
                      <a:pt x="714" y="225"/>
                      <a:pt x="714" y="225"/>
                      <a:pt x="714" y="225"/>
                    </a:cubicBezTo>
                    <a:cubicBezTo>
                      <a:pt x="700" y="207"/>
                      <a:pt x="700" y="207"/>
                      <a:pt x="700" y="207"/>
                    </a:cubicBezTo>
                    <a:cubicBezTo>
                      <a:pt x="689" y="194"/>
                      <a:pt x="689" y="194"/>
                      <a:pt x="689" y="194"/>
                    </a:cubicBezTo>
                    <a:cubicBezTo>
                      <a:pt x="677" y="180"/>
                      <a:pt x="677" y="180"/>
                      <a:pt x="677" y="180"/>
                    </a:cubicBezTo>
                    <a:cubicBezTo>
                      <a:pt x="677" y="180"/>
                      <a:pt x="667" y="169"/>
                      <a:pt x="663" y="163"/>
                    </a:cubicBezTo>
                    <a:cubicBezTo>
                      <a:pt x="660" y="157"/>
                      <a:pt x="656" y="142"/>
                      <a:pt x="656" y="142"/>
                    </a:cubicBezTo>
                    <a:cubicBezTo>
                      <a:pt x="644" y="138"/>
                      <a:pt x="644" y="138"/>
                      <a:pt x="644" y="138"/>
                    </a:cubicBezTo>
                    <a:cubicBezTo>
                      <a:pt x="623" y="121"/>
                      <a:pt x="623" y="121"/>
                      <a:pt x="623" y="121"/>
                    </a:cubicBezTo>
                    <a:cubicBezTo>
                      <a:pt x="623" y="121"/>
                      <a:pt x="598" y="95"/>
                      <a:pt x="594" y="90"/>
                    </a:cubicBezTo>
                    <a:cubicBezTo>
                      <a:pt x="590" y="84"/>
                      <a:pt x="571" y="84"/>
                      <a:pt x="571" y="84"/>
                    </a:cubicBezTo>
                    <a:cubicBezTo>
                      <a:pt x="553" y="99"/>
                      <a:pt x="553" y="99"/>
                      <a:pt x="553" y="99"/>
                    </a:cubicBezTo>
                    <a:cubicBezTo>
                      <a:pt x="553" y="99"/>
                      <a:pt x="530" y="101"/>
                      <a:pt x="524" y="101"/>
                    </a:cubicBezTo>
                    <a:cubicBezTo>
                      <a:pt x="519" y="101"/>
                      <a:pt x="493" y="105"/>
                      <a:pt x="493" y="105"/>
                    </a:cubicBezTo>
                    <a:cubicBezTo>
                      <a:pt x="450" y="113"/>
                      <a:pt x="450" y="113"/>
                      <a:pt x="450" y="113"/>
                    </a:cubicBezTo>
                    <a:cubicBezTo>
                      <a:pt x="437" y="126"/>
                      <a:pt x="437" y="126"/>
                      <a:pt x="437" y="126"/>
                    </a:cubicBezTo>
                    <a:cubicBezTo>
                      <a:pt x="409" y="139"/>
                      <a:pt x="409" y="139"/>
                      <a:pt x="409" y="139"/>
                    </a:cubicBezTo>
                    <a:cubicBezTo>
                      <a:pt x="399" y="115"/>
                      <a:pt x="399" y="115"/>
                      <a:pt x="399" y="115"/>
                    </a:cubicBezTo>
                    <a:cubicBezTo>
                      <a:pt x="399" y="115"/>
                      <a:pt x="391" y="97"/>
                      <a:pt x="388" y="90"/>
                    </a:cubicBezTo>
                    <a:cubicBezTo>
                      <a:pt x="386" y="82"/>
                      <a:pt x="365" y="64"/>
                      <a:pt x="365" y="64"/>
                    </a:cubicBezTo>
                    <a:cubicBezTo>
                      <a:pt x="332" y="48"/>
                      <a:pt x="332" y="48"/>
                      <a:pt x="332" y="48"/>
                    </a:cubicBezTo>
                    <a:cubicBezTo>
                      <a:pt x="296" y="36"/>
                      <a:pt x="296" y="36"/>
                      <a:pt x="296" y="36"/>
                    </a:cubicBezTo>
                    <a:cubicBezTo>
                      <a:pt x="273" y="20"/>
                      <a:pt x="273" y="20"/>
                      <a:pt x="273" y="20"/>
                    </a:cubicBezTo>
                    <a:cubicBezTo>
                      <a:pt x="242" y="0"/>
                      <a:pt x="242" y="0"/>
                      <a:pt x="242" y="0"/>
                    </a:cubicBezTo>
                    <a:cubicBezTo>
                      <a:pt x="221" y="12"/>
                      <a:pt x="221" y="12"/>
                      <a:pt x="221" y="12"/>
                    </a:cubicBezTo>
                    <a:cubicBezTo>
                      <a:pt x="224" y="48"/>
                      <a:pt x="224" y="48"/>
                      <a:pt x="224" y="48"/>
                    </a:cubicBezTo>
                    <a:cubicBezTo>
                      <a:pt x="213" y="46"/>
                      <a:pt x="213" y="46"/>
                      <a:pt x="213" y="46"/>
                    </a:cubicBezTo>
                    <a:cubicBezTo>
                      <a:pt x="190" y="23"/>
                      <a:pt x="190" y="23"/>
                      <a:pt x="190" y="23"/>
                    </a:cubicBezTo>
                    <a:cubicBezTo>
                      <a:pt x="167" y="25"/>
                      <a:pt x="167" y="25"/>
                      <a:pt x="167" y="25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61"/>
                      <a:pt x="146" y="61"/>
                      <a:pt x="146" y="61"/>
                    </a:cubicBezTo>
                    <a:cubicBezTo>
                      <a:pt x="167" y="77"/>
                      <a:pt x="167" y="77"/>
                      <a:pt x="167" y="77"/>
                    </a:cubicBezTo>
                    <a:cubicBezTo>
                      <a:pt x="170" y="97"/>
                      <a:pt x="170" y="97"/>
                      <a:pt x="170" y="97"/>
                    </a:cubicBezTo>
                    <a:cubicBezTo>
                      <a:pt x="146" y="126"/>
                      <a:pt x="146" y="126"/>
                      <a:pt x="146" y="126"/>
                    </a:cubicBezTo>
                    <a:cubicBezTo>
                      <a:pt x="121" y="123"/>
                      <a:pt x="121" y="123"/>
                      <a:pt x="121" y="123"/>
                    </a:cubicBezTo>
                    <a:cubicBezTo>
                      <a:pt x="115" y="108"/>
                      <a:pt x="115" y="108"/>
                      <a:pt x="115" y="108"/>
                    </a:cubicBezTo>
                    <a:cubicBezTo>
                      <a:pt x="118" y="90"/>
                      <a:pt x="118" y="90"/>
                      <a:pt x="118" y="90"/>
                    </a:cubicBezTo>
                    <a:cubicBezTo>
                      <a:pt x="113" y="64"/>
                      <a:pt x="113" y="64"/>
                      <a:pt x="113" y="64"/>
                    </a:cubicBezTo>
                    <a:cubicBezTo>
                      <a:pt x="95" y="77"/>
                      <a:pt x="95" y="77"/>
                      <a:pt x="95" y="77"/>
                    </a:cubicBezTo>
                    <a:cubicBezTo>
                      <a:pt x="82" y="87"/>
                      <a:pt x="82" y="87"/>
                      <a:pt x="82" y="87"/>
                    </a:cubicBezTo>
                    <a:cubicBezTo>
                      <a:pt x="56" y="90"/>
                      <a:pt x="56" y="90"/>
                      <a:pt x="56" y="90"/>
                    </a:cubicBezTo>
                    <a:cubicBezTo>
                      <a:pt x="46" y="110"/>
                      <a:pt x="46" y="110"/>
                      <a:pt x="46" y="110"/>
                    </a:cubicBezTo>
                    <a:cubicBezTo>
                      <a:pt x="30" y="133"/>
                      <a:pt x="30" y="133"/>
                      <a:pt x="30" y="133"/>
                    </a:cubicBezTo>
                    <a:cubicBezTo>
                      <a:pt x="7" y="151"/>
                      <a:pt x="7" y="151"/>
                      <a:pt x="7" y="151"/>
                    </a:cubicBezTo>
                    <a:cubicBezTo>
                      <a:pt x="7" y="151"/>
                      <a:pt x="0" y="159"/>
                      <a:pt x="0" y="172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0" y="185"/>
                      <a:pt x="5" y="198"/>
                      <a:pt x="15" y="195"/>
                    </a:cubicBezTo>
                    <a:cubicBezTo>
                      <a:pt x="25" y="193"/>
                      <a:pt x="25" y="193"/>
                      <a:pt x="25" y="193"/>
                    </a:cubicBezTo>
                    <a:cubicBezTo>
                      <a:pt x="46" y="198"/>
                      <a:pt x="46" y="198"/>
                      <a:pt x="46" y="198"/>
                    </a:cubicBezTo>
                    <a:cubicBezTo>
                      <a:pt x="36" y="211"/>
                      <a:pt x="36" y="211"/>
                      <a:pt x="36" y="211"/>
                    </a:cubicBezTo>
                    <a:cubicBezTo>
                      <a:pt x="41" y="231"/>
                      <a:pt x="41" y="231"/>
                      <a:pt x="41" y="231"/>
                    </a:cubicBezTo>
                    <a:cubicBezTo>
                      <a:pt x="67" y="221"/>
                      <a:pt x="67" y="221"/>
                      <a:pt x="67" y="221"/>
                    </a:cubicBezTo>
                    <a:cubicBezTo>
                      <a:pt x="77" y="221"/>
                      <a:pt x="77" y="221"/>
                      <a:pt x="77" y="221"/>
                    </a:cubicBezTo>
                    <a:cubicBezTo>
                      <a:pt x="82" y="257"/>
                      <a:pt x="82" y="257"/>
                      <a:pt x="82" y="257"/>
                    </a:cubicBezTo>
                    <a:cubicBezTo>
                      <a:pt x="82" y="296"/>
                      <a:pt x="82" y="296"/>
                      <a:pt x="82" y="296"/>
                    </a:cubicBezTo>
                    <a:cubicBezTo>
                      <a:pt x="105" y="293"/>
                      <a:pt x="105" y="293"/>
                      <a:pt x="105" y="293"/>
                    </a:cubicBezTo>
                    <a:cubicBezTo>
                      <a:pt x="105" y="293"/>
                      <a:pt x="113" y="283"/>
                      <a:pt x="115" y="275"/>
                    </a:cubicBezTo>
                    <a:cubicBezTo>
                      <a:pt x="118" y="267"/>
                      <a:pt x="126" y="270"/>
                      <a:pt x="131" y="278"/>
                    </a:cubicBezTo>
                    <a:cubicBezTo>
                      <a:pt x="136" y="285"/>
                      <a:pt x="146" y="293"/>
                      <a:pt x="146" y="293"/>
                    </a:cubicBezTo>
                    <a:cubicBezTo>
                      <a:pt x="175" y="280"/>
                      <a:pt x="175" y="280"/>
                      <a:pt x="175" y="280"/>
                    </a:cubicBezTo>
                    <a:cubicBezTo>
                      <a:pt x="185" y="265"/>
                      <a:pt x="185" y="265"/>
                      <a:pt x="185" y="265"/>
                    </a:cubicBezTo>
                    <a:cubicBezTo>
                      <a:pt x="193" y="296"/>
                      <a:pt x="193" y="296"/>
                      <a:pt x="193" y="296"/>
                    </a:cubicBezTo>
                    <a:cubicBezTo>
                      <a:pt x="185" y="337"/>
                      <a:pt x="185" y="337"/>
                      <a:pt x="185" y="337"/>
                    </a:cubicBezTo>
                    <a:cubicBezTo>
                      <a:pt x="185" y="381"/>
                      <a:pt x="185" y="381"/>
                      <a:pt x="185" y="381"/>
                    </a:cubicBezTo>
                    <a:cubicBezTo>
                      <a:pt x="188" y="432"/>
                      <a:pt x="188" y="432"/>
                      <a:pt x="188" y="432"/>
                    </a:cubicBezTo>
                    <a:cubicBezTo>
                      <a:pt x="195" y="455"/>
                      <a:pt x="195" y="455"/>
                      <a:pt x="195" y="455"/>
                    </a:cubicBezTo>
                    <a:cubicBezTo>
                      <a:pt x="208" y="481"/>
                      <a:pt x="208" y="481"/>
                      <a:pt x="208" y="481"/>
                    </a:cubicBezTo>
                    <a:cubicBezTo>
                      <a:pt x="200" y="497"/>
                      <a:pt x="200" y="497"/>
                      <a:pt x="200" y="497"/>
                    </a:cubicBezTo>
                    <a:cubicBezTo>
                      <a:pt x="190" y="520"/>
                      <a:pt x="190" y="520"/>
                      <a:pt x="190" y="520"/>
                    </a:cubicBezTo>
                    <a:cubicBezTo>
                      <a:pt x="206" y="538"/>
                      <a:pt x="206" y="538"/>
                      <a:pt x="206" y="538"/>
                    </a:cubicBezTo>
                    <a:cubicBezTo>
                      <a:pt x="206" y="553"/>
                      <a:pt x="206" y="553"/>
                      <a:pt x="206" y="553"/>
                    </a:cubicBezTo>
                    <a:cubicBezTo>
                      <a:pt x="195" y="571"/>
                      <a:pt x="195" y="571"/>
                      <a:pt x="195" y="571"/>
                    </a:cubicBezTo>
                    <a:cubicBezTo>
                      <a:pt x="195" y="589"/>
                      <a:pt x="195" y="589"/>
                      <a:pt x="195" y="589"/>
                    </a:cubicBezTo>
                    <a:cubicBezTo>
                      <a:pt x="170" y="612"/>
                      <a:pt x="170" y="612"/>
                      <a:pt x="170" y="612"/>
                    </a:cubicBezTo>
                    <a:cubicBezTo>
                      <a:pt x="164" y="628"/>
                      <a:pt x="164" y="628"/>
                      <a:pt x="164" y="628"/>
                    </a:cubicBezTo>
                    <a:cubicBezTo>
                      <a:pt x="177" y="631"/>
                      <a:pt x="177" y="631"/>
                      <a:pt x="177" y="631"/>
                    </a:cubicBezTo>
                    <a:cubicBezTo>
                      <a:pt x="200" y="631"/>
                      <a:pt x="200" y="631"/>
                      <a:pt x="200" y="631"/>
                    </a:cubicBezTo>
                    <a:cubicBezTo>
                      <a:pt x="218" y="643"/>
                      <a:pt x="218" y="643"/>
                      <a:pt x="218" y="643"/>
                    </a:cubicBezTo>
                    <a:cubicBezTo>
                      <a:pt x="234" y="664"/>
                      <a:pt x="234" y="664"/>
                      <a:pt x="234" y="664"/>
                    </a:cubicBezTo>
                    <a:cubicBezTo>
                      <a:pt x="242" y="685"/>
                      <a:pt x="242" y="685"/>
                      <a:pt x="242" y="685"/>
                    </a:cubicBezTo>
                    <a:cubicBezTo>
                      <a:pt x="262" y="713"/>
                      <a:pt x="262" y="713"/>
                      <a:pt x="262" y="713"/>
                    </a:cubicBezTo>
                    <a:cubicBezTo>
                      <a:pt x="278" y="726"/>
                      <a:pt x="278" y="726"/>
                      <a:pt x="278" y="726"/>
                    </a:cubicBezTo>
                    <a:cubicBezTo>
                      <a:pt x="278" y="726"/>
                      <a:pt x="278" y="726"/>
                      <a:pt x="278" y="727"/>
                    </a:cubicBezTo>
                    <a:cubicBezTo>
                      <a:pt x="287" y="724"/>
                      <a:pt x="297" y="720"/>
                      <a:pt x="300" y="719"/>
                    </a:cubicBezTo>
                    <a:cubicBezTo>
                      <a:pt x="306" y="717"/>
                      <a:pt x="322" y="715"/>
                      <a:pt x="327" y="714"/>
                    </a:cubicBezTo>
                    <a:cubicBezTo>
                      <a:pt x="333" y="712"/>
                      <a:pt x="339" y="710"/>
                      <a:pt x="347" y="702"/>
                    </a:cubicBezTo>
                    <a:cubicBezTo>
                      <a:pt x="354" y="694"/>
                      <a:pt x="354" y="690"/>
                      <a:pt x="364" y="681"/>
                    </a:cubicBezTo>
                    <a:cubicBezTo>
                      <a:pt x="374" y="671"/>
                      <a:pt x="374" y="669"/>
                      <a:pt x="374" y="669"/>
                    </a:cubicBezTo>
                    <a:cubicBezTo>
                      <a:pt x="374" y="669"/>
                      <a:pt x="389" y="652"/>
                      <a:pt x="397" y="648"/>
                    </a:cubicBezTo>
                    <a:cubicBezTo>
                      <a:pt x="405" y="644"/>
                      <a:pt x="418" y="640"/>
                      <a:pt x="418" y="640"/>
                    </a:cubicBezTo>
                    <a:cubicBezTo>
                      <a:pt x="441" y="636"/>
                      <a:pt x="441" y="636"/>
                      <a:pt x="441" y="636"/>
                    </a:cubicBezTo>
                    <a:cubicBezTo>
                      <a:pt x="478" y="656"/>
                      <a:pt x="478" y="656"/>
                      <a:pt x="478" y="656"/>
                    </a:cubicBezTo>
                    <a:cubicBezTo>
                      <a:pt x="480" y="671"/>
                      <a:pt x="480" y="671"/>
                      <a:pt x="480" y="671"/>
                    </a:cubicBezTo>
                    <a:cubicBezTo>
                      <a:pt x="499" y="687"/>
                      <a:pt x="499" y="687"/>
                      <a:pt x="499" y="687"/>
                    </a:cubicBezTo>
                    <a:cubicBezTo>
                      <a:pt x="519" y="690"/>
                      <a:pt x="519" y="690"/>
                      <a:pt x="519" y="690"/>
                    </a:cubicBezTo>
                    <a:cubicBezTo>
                      <a:pt x="532" y="690"/>
                      <a:pt x="532" y="690"/>
                      <a:pt x="532" y="690"/>
                    </a:cubicBezTo>
                    <a:cubicBezTo>
                      <a:pt x="544" y="683"/>
                      <a:pt x="544" y="683"/>
                      <a:pt x="544" y="683"/>
                    </a:cubicBezTo>
                    <a:cubicBezTo>
                      <a:pt x="544" y="683"/>
                      <a:pt x="561" y="688"/>
                      <a:pt x="571" y="690"/>
                    </a:cubicBezTo>
                    <a:cubicBezTo>
                      <a:pt x="580" y="692"/>
                      <a:pt x="582" y="685"/>
                      <a:pt x="582" y="685"/>
                    </a:cubicBezTo>
                    <a:cubicBezTo>
                      <a:pt x="582" y="685"/>
                      <a:pt x="596" y="685"/>
                      <a:pt x="602" y="685"/>
                    </a:cubicBezTo>
                    <a:cubicBezTo>
                      <a:pt x="607" y="685"/>
                      <a:pt x="613" y="683"/>
                      <a:pt x="613" y="683"/>
                    </a:cubicBezTo>
                    <a:cubicBezTo>
                      <a:pt x="629" y="673"/>
                      <a:pt x="629" y="673"/>
                      <a:pt x="629" y="673"/>
                    </a:cubicBezTo>
                    <a:cubicBezTo>
                      <a:pt x="642" y="679"/>
                      <a:pt x="642" y="679"/>
                      <a:pt x="642" y="679"/>
                    </a:cubicBezTo>
                    <a:cubicBezTo>
                      <a:pt x="642" y="679"/>
                      <a:pt x="648" y="700"/>
                      <a:pt x="650" y="706"/>
                    </a:cubicBezTo>
                    <a:cubicBezTo>
                      <a:pt x="652" y="712"/>
                      <a:pt x="652" y="719"/>
                      <a:pt x="652" y="725"/>
                    </a:cubicBezTo>
                    <a:cubicBezTo>
                      <a:pt x="652" y="731"/>
                      <a:pt x="652" y="752"/>
                      <a:pt x="652" y="752"/>
                    </a:cubicBezTo>
                    <a:cubicBezTo>
                      <a:pt x="656" y="762"/>
                      <a:pt x="656" y="762"/>
                      <a:pt x="656" y="762"/>
                    </a:cubicBezTo>
                    <a:cubicBezTo>
                      <a:pt x="673" y="746"/>
                      <a:pt x="673" y="746"/>
                      <a:pt x="673" y="746"/>
                    </a:cubicBezTo>
                    <a:cubicBezTo>
                      <a:pt x="683" y="741"/>
                      <a:pt x="683" y="741"/>
                      <a:pt x="683" y="741"/>
                    </a:cubicBezTo>
                    <a:cubicBezTo>
                      <a:pt x="687" y="750"/>
                      <a:pt x="687" y="750"/>
                      <a:pt x="687" y="750"/>
                    </a:cubicBezTo>
                    <a:cubicBezTo>
                      <a:pt x="689" y="768"/>
                      <a:pt x="689" y="768"/>
                      <a:pt x="689" y="768"/>
                    </a:cubicBezTo>
                    <a:cubicBezTo>
                      <a:pt x="710" y="773"/>
                      <a:pt x="710" y="773"/>
                      <a:pt x="710" y="773"/>
                    </a:cubicBezTo>
                    <a:cubicBezTo>
                      <a:pt x="727" y="768"/>
                      <a:pt x="727" y="768"/>
                      <a:pt x="727" y="768"/>
                    </a:cubicBezTo>
                    <a:cubicBezTo>
                      <a:pt x="735" y="760"/>
                      <a:pt x="735" y="760"/>
                      <a:pt x="735" y="760"/>
                    </a:cubicBezTo>
                    <a:cubicBezTo>
                      <a:pt x="743" y="746"/>
                      <a:pt x="743" y="746"/>
                      <a:pt x="743" y="746"/>
                    </a:cubicBezTo>
                    <a:cubicBezTo>
                      <a:pt x="754" y="743"/>
                      <a:pt x="754" y="743"/>
                      <a:pt x="754" y="743"/>
                    </a:cubicBezTo>
                    <a:cubicBezTo>
                      <a:pt x="754" y="743"/>
                      <a:pt x="766" y="750"/>
                      <a:pt x="770" y="756"/>
                    </a:cubicBezTo>
                    <a:cubicBezTo>
                      <a:pt x="774" y="762"/>
                      <a:pt x="774" y="766"/>
                      <a:pt x="774" y="766"/>
                    </a:cubicBezTo>
                    <a:cubicBezTo>
                      <a:pt x="785" y="766"/>
                      <a:pt x="785" y="766"/>
                      <a:pt x="785" y="766"/>
                    </a:cubicBezTo>
                    <a:cubicBezTo>
                      <a:pt x="785" y="739"/>
                      <a:pt x="785" y="739"/>
                      <a:pt x="785" y="739"/>
                    </a:cubicBezTo>
                    <a:cubicBezTo>
                      <a:pt x="799" y="717"/>
                      <a:pt x="799" y="717"/>
                      <a:pt x="799" y="717"/>
                    </a:cubicBezTo>
                    <a:cubicBezTo>
                      <a:pt x="799" y="717"/>
                      <a:pt x="793" y="692"/>
                      <a:pt x="791" y="683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89" name="Freeform 19">
                <a:extLst>
                  <a:ext uri="{FF2B5EF4-FFF2-40B4-BE49-F238E27FC236}">
                    <a16:creationId xmlns:a16="http://schemas.microsoft.com/office/drawing/2014/main" id="{CD5B309F-24DF-4887-1C5E-5B97AE438A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0531" y="3701187"/>
                <a:ext cx="233585" cy="299575"/>
              </a:xfrm>
              <a:custGeom>
                <a:avLst/>
                <a:gdLst>
                  <a:gd name="T0" fmla="*/ 133 w 160"/>
                  <a:gd name="T1" fmla="*/ 133 h 205"/>
                  <a:gd name="T2" fmla="*/ 141 w 160"/>
                  <a:gd name="T3" fmla="*/ 116 h 205"/>
                  <a:gd name="T4" fmla="*/ 146 w 160"/>
                  <a:gd name="T5" fmla="*/ 102 h 205"/>
                  <a:gd name="T6" fmla="*/ 158 w 160"/>
                  <a:gd name="T7" fmla="*/ 89 h 205"/>
                  <a:gd name="T8" fmla="*/ 160 w 160"/>
                  <a:gd name="T9" fmla="*/ 75 h 205"/>
                  <a:gd name="T10" fmla="*/ 146 w 160"/>
                  <a:gd name="T11" fmla="*/ 58 h 205"/>
                  <a:gd name="T12" fmla="*/ 141 w 160"/>
                  <a:gd name="T13" fmla="*/ 39 h 205"/>
                  <a:gd name="T14" fmla="*/ 125 w 160"/>
                  <a:gd name="T15" fmla="*/ 31 h 205"/>
                  <a:gd name="T16" fmla="*/ 108 w 160"/>
                  <a:gd name="T17" fmla="*/ 39 h 205"/>
                  <a:gd name="T18" fmla="*/ 94 w 160"/>
                  <a:gd name="T19" fmla="*/ 31 h 205"/>
                  <a:gd name="T20" fmla="*/ 87 w 160"/>
                  <a:gd name="T21" fmla="*/ 12 h 205"/>
                  <a:gd name="T22" fmla="*/ 73 w 160"/>
                  <a:gd name="T23" fmla="*/ 2 h 205"/>
                  <a:gd name="T24" fmla="*/ 66 w 160"/>
                  <a:gd name="T25" fmla="*/ 0 h 205"/>
                  <a:gd name="T26" fmla="*/ 65 w 160"/>
                  <a:gd name="T27" fmla="*/ 10 h 205"/>
                  <a:gd name="T28" fmla="*/ 54 w 160"/>
                  <a:gd name="T29" fmla="*/ 25 h 205"/>
                  <a:gd name="T30" fmla="*/ 31 w 160"/>
                  <a:gd name="T31" fmla="*/ 45 h 205"/>
                  <a:gd name="T32" fmla="*/ 13 w 160"/>
                  <a:gd name="T33" fmla="*/ 45 h 205"/>
                  <a:gd name="T34" fmla="*/ 17 w 160"/>
                  <a:gd name="T35" fmla="*/ 70 h 205"/>
                  <a:gd name="T36" fmla="*/ 5 w 160"/>
                  <a:gd name="T37" fmla="*/ 101 h 205"/>
                  <a:gd name="T38" fmla="*/ 0 w 160"/>
                  <a:gd name="T39" fmla="*/ 122 h 205"/>
                  <a:gd name="T40" fmla="*/ 3 w 160"/>
                  <a:gd name="T41" fmla="*/ 157 h 205"/>
                  <a:gd name="T42" fmla="*/ 17 w 160"/>
                  <a:gd name="T43" fmla="*/ 191 h 205"/>
                  <a:gd name="T44" fmla="*/ 40 w 160"/>
                  <a:gd name="T45" fmla="*/ 205 h 205"/>
                  <a:gd name="T46" fmla="*/ 48 w 160"/>
                  <a:gd name="T47" fmla="*/ 186 h 205"/>
                  <a:gd name="T48" fmla="*/ 50 w 160"/>
                  <a:gd name="T49" fmla="*/ 160 h 205"/>
                  <a:gd name="T50" fmla="*/ 61 w 160"/>
                  <a:gd name="T51" fmla="*/ 168 h 205"/>
                  <a:gd name="T52" fmla="*/ 67 w 160"/>
                  <a:gd name="T53" fmla="*/ 189 h 205"/>
                  <a:gd name="T54" fmla="*/ 77 w 160"/>
                  <a:gd name="T55" fmla="*/ 201 h 205"/>
                  <a:gd name="T56" fmla="*/ 88 w 160"/>
                  <a:gd name="T57" fmla="*/ 201 h 205"/>
                  <a:gd name="T58" fmla="*/ 117 w 160"/>
                  <a:gd name="T59" fmla="*/ 195 h 205"/>
                  <a:gd name="T60" fmla="*/ 129 w 160"/>
                  <a:gd name="T61" fmla="*/ 182 h 205"/>
                  <a:gd name="T62" fmla="*/ 130 w 160"/>
                  <a:gd name="T63" fmla="*/ 182 h 205"/>
                  <a:gd name="T64" fmla="*/ 139 w 160"/>
                  <a:gd name="T65" fmla="*/ 158 h 205"/>
                  <a:gd name="T66" fmla="*/ 133 w 160"/>
                  <a:gd name="T67" fmla="*/ 133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60" h="205">
                    <a:moveTo>
                      <a:pt x="133" y="133"/>
                    </a:moveTo>
                    <a:cubicBezTo>
                      <a:pt x="133" y="124"/>
                      <a:pt x="141" y="116"/>
                      <a:pt x="141" y="116"/>
                    </a:cubicBezTo>
                    <a:cubicBezTo>
                      <a:pt x="146" y="102"/>
                      <a:pt x="146" y="102"/>
                      <a:pt x="146" y="102"/>
                    </a:cubicBezTo>
                    <a:cubicBezTo>
                      <a:pt x="158" y="89"/>
                      <a:pt x="158" y="89"/>
                      <a:pt x="158" y="89"/>
                    </a:cubicBezTo>
                    <a:cubicBezTo>
                      <a:pt x="160" y="75"/>
                      <a:pt x="160" y="75"/>
                      <a:pt x="160" y="75"/>
                    </a:cubicBezTo>
                    <a:cubicBezTo>
                      <a:pt x="146" y="58"/>
                      <a:pt x="146" y="58"/>
                      <a:pt x="146" y="58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25" y="31"/>
                      <a:pt x="125" y="31"/>
                      <a:pt x="125" y="31"/>
                    </a:cubicBezTo>
                    <a:cubicBezTo>
                      <a:pt x="108" y="39"/>
                      <a:pt x="108" y="39"/>
                      <a:pt x="108" y="39"/>
                    </a:cubicBezTo>
                    <a:cubicBezTo>
                      <a:pt x="94" y="31"/>
                      <a:pt x="94" y="31"/>
                      <a:pt x="94" y="31"/>
                    </a:cubicBezTo>
                    <a:cubicBezTo>
                      <a:pt x="87" y="12"/>
                      <a:pt x="87" y="12"/>
                      <a:pt x="87" y="12"/>
                    </a:cubicBezTo>
                    <a:cubicBezTo>
                      <a:pt x="73" y="2"/>
                      <a:pt x="73" y="2"/>
                      <a:pt x="73" y="2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66" y="3"/>
                      <a:pt x="65" y="7"/>
                      <a:pt x="65" y="10"/>
                    </a:cubicBezTo>
                    <a:cubicBezTo>
                      <a:pt x="65" y="16"/>
                      <a:pt x="54" y="25"/>
                      <a:pt x="54" y="25"/>
                    </a:cubicBezTo>
                    <a:cubicBezTo>
                      <a:pt x="31" y="45"/>
                      <a:pt x="31" y="45"/>
                      <a:pt x="31" y="45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7" y="70"/>
                      <a:pt x="17" y="70"/>
                      <a:pt x="17" y="70"/>
                    </a:cubicBezTo>
                    <a:cubicBezTo>
                      <a:pt x="5" y="101"/>
                      <a:pt x="5" y="101"/>
                      <a:pt x="5" y="101"/>
                    </a:cubicBezTo>
                    <a:cubicBezTo>
                      <a:pt x="5" y="101"/>
                      <a:pt x="0" y="116"/>
                      <a:pt x="0" y="122"/>
                    </a:cubicBezTo>
                    <a:cubicBezTo>
                      <a:pt x="0" y="128"/>
                      <a:pt x="0" y="139"/>
                      <a:pt x="3" y="157"/>
                    </a:cubicBezTo>
                    <a:cubicBezTo>
                      <a:pt x="7" y="174"/>
                      <a:pt x="17" y="191"/>
                      <a:pt x="17" y="191"/>
                    </a:cubicBezTo>
                    <a:cubicBezTo>
                      <a:pt x="40" y="205"/>
                      <a:pt x="40" y="205"/>
                      <a:pt x="40" y="205"/>
                    </a:cubicBezTo>
                    <a:cubicBezTo>
                      <a:pt x="48" y="186"/>
                      <a:pt x="48" y="186"/>
                      <a:pt x="48" y="186"/>
                    </a:cubicBezTo>
                    <a:cubicBezTo>
                      <a:pt x="50" y="160"/>
                      <a:pt x="50" y="160"/>
                      <a:pt x="50" y="160"/>
                    </a:cubicBezTo>
                    <a:cubicBezTo>
                      <a:pt x="61" y="168"/>
                      <a:pt x="61" y="168"/>
                      <a:pt x="61" y="168"/>
                    </a:cubicBezTo>
                    <a:cubicBezTo>
                      <a:pt x="67" y="189"/>
                      <a:pt x="67" y="189"/>
                      <a:pt x="67" y="189"/>
                    </a:cubicBezTo>
                    <a:cubicBezTo>
                      <a:pt x="77" y="201"/>
                      <a:pt x="77" y="201"/>
                      <a:pt x="77" y="201"/>
                    </a:cubicBezTo>
                    <a:cubicBezTo>
                      <a:pt x="77" y="201"/>
                      <a:pt x="83" y="201"/>
                      <a:pt x="88" y="201"/>
                    </a:cubicBezTo>
                    <a:cubicBezTo>
                      <a:pt x="94" y="201"/>
                      <a:pt x="117" y="195"/>
                      <a:pt x="117" y="195"/>
                    </a:cubicBezTo>
                    <a:cubicBezTo>
                      <a:pt x="129" y="182"/>
                      <a:pt x="129" y="182"/>
                      <a:pt x="129" y="182"/>
                    </a:cubicBezTo>
                    <a:cubicBezTo>
                      <a:pt x="130" y="182"/>
                      <a:pt x="130" y="182"/>
                      <a:pt x="130" y="182"/>
                    </a:cubicBezTo>
                    <a:cubicBezTo>
                      <a:pt x="132" y="170"/>
                      <a:pt x="139" y="158"/>
                      <a:pt x="139" y="158"/>
                    </a:cubicBezTo>
                    <a:cubicBezTo>
                      <a:pt x="139" y="158"/>
                      <a:pt x="133" y="143"/>
                      <a:pt x="133" y="133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0" name="Freeform 20">
                <a:extLst>
                  <a:ext uri="{FF2B5EF4-FFF2-40B4-BE49-F238E27FC236}">
                    <a16:creationId xmlns:a16="http://schemas.microsoft.com/office/drawing/2014/main" id="{E622CFD7-1841-67D6-FBC1-343C53772D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6047" y="2979483"/>
                <a:ext cx="1132311" cy="1223440"/>
              </a:xfrm>
              <a:custGeom>
                <a:avLst/>
                <a:gdLst>
                  <a:gd name="T0" fmla="*/ 215 w 775"/>
                  <a:gd name="T1" fmla="*/ 832 h 838"/>
                  <a:gd name="T2" fmla="*/ 276 w 775"/>
                  <a:gd name="T3" fmla="*/ 834 h 838"/>
                  <a:gd name="T4" fmla="*/ 348 w 775"/>
                  <a:gd name="T5" fmla="*/ 797 h 838"/>
                  <a:gd name="T6" fmla="*/ 356 w 775"/>
                  <a:gd name="T7" fmla="*/ 737 h 838"/>
                  <a:gd name="T8" fmla="*/ 402 w 775"/>
                  <a:gd name="T9" fmla="*/ 707 h 838"/>
                  <a:gd name="T10" fmla="*/ 344 w 775"/>
                  <a:gd name="T11" fmla="*/ 678 h 838"/>
                  <a:gd name="T12" fmla="*/ 288 w 775"/>
                  <a:gd name="T13" fmla="*/ 654 h 838"/>
                  <a:gd name="T14" fmla="*/ 319 w 775"/>
                  <a:gd name="T15" fmla="*/ 606 h 838"/>
                  <a:gd name="T16" fmla="*/ 315 w 775"/>
                  <a:gd name="T17" fmla="*/ 566 h 838"/>
                  <a:gd name="T18" fmla="*/ 315 w 775"/>
                  <a:gd name="T19" fmla="*/ 506 h 838"/>
                  <a:gd name="T20" fmla="*/ 294 w 775"/>
                  <a:gd name="T21" fmla="*/ 459 h 838"/>
                  <a:gd name="T22" fmla="*/ 304 w 775"/>
                  <a:gd name="T23" fmla="*/ 432 h 838"/>
                  <a:gd name="T24" fmla="*/ 332 w 775"/>
                  <a:gd name="T25" fmla="*/ 438 h 838"/>
                  <a:gd name="T26" fmla="*/ 344 w 775"/>
                  <a:gd name="T27" fmla="*/ 405 h 838"/>
                  <a:gd name="T28" fmla="*/ 358 w 775"/>
                  <a:gd name="T29" fmla="*/ 378 h 838"/>
                  <a:gd name="T30" fmla="*/ 402 w 775"/>
                  <a:gd name="T31" fmla="*/ 367 h 838"/>
                  <a:gd name="T32" fmla="*/ 427 w 775"/>
                  <a:gd name="T33" fmla="*/ 357 h 838"/>
                  <a:gd name="T34" fmla="*/ 443 w 775"/>
                  <a:gd name="T35" fmla="*/ 316 h 838"/>
                  <a:gd name="T36" fmla="*/ 491 w 775"/>
                  <a:gd name="T37" fmla="*/ 303 h 838"/>
                  <a:gd name="T38" fmla="*/ 522 w 775"/>
                  <a:gd name="T39" fmla="*/ 303 h 838"/>
                  <a:gd name="T40" fmla="*/ 560 w 775"/>
                  <a:gd name="T41" fmla="*/ 285 h 838"/>
                  <a:gd name="T42" fmla="*/ 595 w 775"/>
                  <a:gd name="T43" fmla="*/ 320 h 838"/>
                  <a:gd name="T44" fmla="*/ 636 w 775"/>
                  <a:gd name="T45" fmla="*/ 322 h 838"/>
                  <a:gd name="T46" fmla="*/ 640 w 775"/>
                  <a:gd name="T47" fmla="*/ 282 h 838"/>
                  <a:gd name="T48" fmla="*/ 663 w 775"/>
                  <a:gd name="T49" fmla="*/ 231 h 838"/>
                  <a:gd name="T50" fmla="*/ 692 w 775"/>
                  <a:gd name="T51" fmla="*/ 206 h 838"/>
                  <a:gd name="T52" fmla="*/ 728 w 775"/>
                  <a:gd name="T53" fmla="*/ 177 h 838"/>
                  <a:gd name="T54" fmla="*/ 775 w 775"/>
                  <a:gd name="T55" fmla="*/ 157 h 838"/>
                  <a:gd name="T56" fmla="*/ 701 w 775"/>
                  <a:gd name="T57" fmla="*/ 124 h 838"/>
                  <a:gd name="T58" fmla="*/ 652 w 775"/>
                  <a:gd name="T59" fmla="*/ 93 h 838"/>
                  <a:gd name="T60" fmla="*/ 583 w 775"/>
                  <a:gd name="T61" fmla="*/ 96 h 838"/>
                  <a:gd name="T62" fmla="*/ 586 w 775"/>
                  <a:gd name="T63" fmla="*/ 67 h 838"/>
                  <a:gd name="T64" fmla="*/ 586 w 775"/>
                  <a:gd name="T65" fmla="*/ 39 h 838"/>
                  <a:gd name="T66" fmla="*/ 506 w 775"/>
                  <a:gd name="T67" fmla="*/ 34 h 838"/>
                  <a:gd name="T68" fmla="*/ 444 w 775"/>
                  <a:gd name="T69" fmla="*/ 47 h 838"/>
                  <a:gd name="T70" fmla="*/ 413 w 775"/>
                  <a:gd name="T71" fmla="*/ 3 h 838"/>
                  <a:gd name="T72" fmla="*/ 377 w 775"/>
                  <a:gd name="T73" fmla="*/ 59 h 838"/>
                  <a:gd name="T74" fmla="*/ 282 w 775"/>
                  <a:gd name="T75" fmla="*/ 47 h 838"/>
                  <a:gd name="T76" fmla="*/ 247 w 775"/>
                  <a:gd name="T77" fmla="*/ 59 h 838"/>
                  <a:gd name="T78" fmla="*/ 222 w 775"/>
                  <a:gd name="T79" fmla="*/ 83 h 838"/>
                  <a:gd name="T80" fmla="*/ 164 w 775"/>
                  <a:gd name="T81" fmla="*/ 114 h 838"/>
                  <a:gd name="T82" fmla="*/ 99 w 775"/>
                  <a:gd name="T83" fmla="*/ 141 h 838"/>
                  <a:gd name="T84" fmla="*/ 16 w 775"/>
                  <a:gd name="T85" fmla="*/ 220 h 838"/>
                  <a:gd name="T86" fmla="*/ 49 w 775"/>
                  <a:gd name="T87" fmla="*/ 272 h 838"/>
                  <a:gd name="T88" fmla="*/ 74 w 775"/>
                  <a:gd name="T89" fmla="*/ 318 h 838"/>
                  <a:gd name="T90" fmla="*/ 41 w 775"/>
                  <a:gd name="T91" fmla="*/ 320 h 838"/>
                  <a:gd name="T92" fmla="*/ 8 w 775"/>
                  <a:gd name="T93" fmla="*/ 363 h 838"/>
                  <a:gd name="T94" fmla="*/ 8 w 775"/>
                  <a:gd name="T95" fmla="*/ 434 h 838"/>
                  <a:gd name="T96" fmla="*/ 29 w 775"/>
                  <a:gd name="T97" fmla="*/ 488 h 838"/>
                  <a:gd name="T98" fmla="*/ 49 w 775"/>
                  <a:gd name="T99" fmla="*/ 506 h 838"/>
                  <a:gd name="T100" fmla="*/ 87 w 775"/>
                  <a:gd name="T101" fmla="*/ 525 h 838"/>
                  <a:gd name="T102" fmla="*/ 122 w 775"/>
                  <a:gd name="T103" fmla="*/ 569 h 838"/>
                  <a:gd name="T104" fmla="*/ 103 w 775"/>
                  <a:gd name="T105" fmla="*/ 610 h 838"/>
                  <a:gd name="T106" fmla="*/ 92 w 775"/>
                  <a:gd name="T107" fmla="*/ 676 h 838"/>
                  <a:gd name="T108" fmla="*/ 143 w 775"/>
                  <a:gd name="T109" fmla="*/ 707 h 838"/>
                  <a:gd name="T110" fmla="*/ 159 w 775"/>
                  <a:gd name="T111" fmla="*/ 795 h 838"/>
                  <a:gd name="T112" fmla="*/ 186 w 775"/>
                  <a:gd name="T113" fmla="*/ 815 h 8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775" h="838">
                    <a:moveTo>
                      <a:pt x="186" y="815"/>
                    </a:moveTo>
                    <a:cubicBezTo>
                      <a:pt x="207" y="824"/>
                      <a:pt x="207" y="824"/>
                      <a:pt x="207" y="824"/>
                    </a:cubicBezTo>
                    <a:cubicBezTo>
                      <a:pt x="215" y="832"/>
                      <a:pt x="215" y="832"/>
                      <a:pt x="215" y="832"/>
                    </a:cubicBezTo>
                    <a:cubicBezTo>
                      <a:pt x="228" y="838"/>
                      <a:pt x="228" y="838"/>
                      <a:pt x="228" y="838"/>
                    </a:cubicBezTo>
                    <a:cubicBezTo>
                      <a:pt x="228" y="838"/>
                      <a:pt x="253" y="836"/>
                      <a:pt x="259" y="830"/>
                    </a:cubicBezTo>
                    <a:cubicBezTo>
                      <a:pt x="265" y="824"/>
                      <a:pt x="276" y="834"/>
                      <a:pt x="276" y="834"/>
                    </a:cubicBezTo>
                    <a:cubicBezTo>
                      <a:pt x="300" y="836"/>
                      <a:pt x="300" y="836"/>
                      <a:pt x="300" y="836"/>
                    </a:cubicBezTo>
                    <a:cubicBezTo>
                      <a:pt x="325" y="821"/>
                      <a:pt x="325" y="821"/>
                      <a:pt x="325" y="821"/>
                    </a:cubicBezTo>
                    <a:cubicBezTo>
                      <a:pt x="348" y="797"/>
                      <a:pt x="348" y="797"/>
                      <a:pt x="348" y="797"/>
                    </a:cubicBezTo>
                    <a:cubicBezTo>
                      <a:pt x="356" y="774"/>
                      <a:pt x="356" y="774"/>
                      <a:pt x="356" y="774"/>
                    </a:cubicBezTo>
                    <a:cubicBezTo>
                      <a:pt x="356" y="763"/>
                      <a:pt x="356" y="763"/>
                      <a:pt x="356" y="763"/>
                    </a:cubicBezTo>
                    <a:cubicBezTo>
                      <a:pt x="356" y="763"/>
                      <a:pt x="356" y="743"/>
                      <a:pt x="356" y="737"/>
                    </a:cubicBezTo>
                    <a:cubicBezTo>
                      <a:pt x="356" y="732"/>
                      <a:pt x="371" y="732"/>
                      <a:pt x="371" y="732"/>
                    </a:cubicBezTo>
                    <a:cubicBezTo>
                      <a:pt x="394" y="728"/>
                      <a:pt x="394" y="728"/>
                      <a:pt x="394" y="728"/>
                    </a:cubicBezTo>
                    <a:cubicBezTo>
                      <a:pt x="402" y="707"/>
                      <a:pt x="402" y="707"/>
                      <a:pt x="402" y="707"/>
                    </a:cubicBezTo>
                    <a:cubicBezTo>
                      <a:pt x="402" y="707"/>
                      <a:pt x="392" y="689"/>
                      <a:pt x="381" y="680"/>
                    </a:cubicBezTo>
                    <a:cubicBezTo>
                      <a:pt x="369" y="670"/>
                      <a:pt x="381" y="680"/>
                      <a:pt x="375" y="683"/>
                    </a:cubicBezTo>
                    <a:cubicBezTo>
                      <a:pt x="369" y="687"/>
                      <a:pt x="344" y="678"/>
                      <a:pt x="344" y="678"/>
                    </a:cubicBezTo>
                    <a:cubicBezTo>
                      <a:pt x="344" y="678"/>
                      <a:pt x="331" y="668"/>
                      <a:pt x="325" y="668"/>
                    </a:cubicBezTo>
                    <a:cubicBezTo>
                      <a:pt x="319" y="668"/>
                      <a:pt x="309" y="668"/>
                      <a:pt x="304" y="668"/>
                    </a:cubicBezTo>
                    <a:cubicBezTo>
                      <a:pt x="298" y="668"/>
                      <a:pt x="292" y="666"/>
                      <a:pt x="288" y="654"/>
                    </a:cubicBezTo>
                    <a:cubicBezTo>
                      <a:pt x="284" y="643"/>
                      <a:pt x="292" y="637"/>
                      <a:pt x="292" y="637"/>
                    </a:cubicBezTo>
                    <a:cubicBezTo>
                      <a:pt x="307" y="614"/>
                      <a:pt x="307" y="614"/>
                      <a:pt x="307" y="614"/>
                    </a:cubicBezTo>
                    <a:cubicBezTo>
                      <a:pt x="319" y="606"/>
                      <a:pt x="319" y="606"/>
                      <a:pt x="319" y="606"/>
                    </a:cubicBezTo>
                    <a:cubicBezTo>
                      <a:pt x="309" y="593"/>
                      <a:pt x="309" y="593"/>
                      <a:pt x="309" y="593"/>
                    </a:cubicBezTo>
                    <a:cubicBezTo>
                      <a:pt x="309" y="567"/>
                      <a:pt x="309" y="567"/>
                      <a:pt x="309" y="567"/>
                    </a:cubicBezTo>
                    <a:cubicBezTo>
                      <a:pt x="309" y="567"/>
                      <a:pt x="309" y="567"/>
                      <a:pt x="315" y="566"/>
                    </a:cubicBezTo>
                    <a:cubicBezTo>
                      <a:pt x="321" y="564"/>
                      <a:pt x="317" y="548"/>
                      <a:pt x="317" y="540"/>
                    </a:cubicBezTo>
                    <a:cubicBezTo>
                      <a:pt x="317" y="533"/>
                      <a:pt x="311" y="531"/>
                      <a:pt x="311" y="525"/>
                    </a:cubicBezTo>
                    <a:cubicBezTo>
                      <a:pt x="311" y="519"/>
                      <a:pt x="315" y="506"/>
                      <a:pt x="315" y="506"/>
                    </a:cubicBezTo>
                    <a:cubicBezTo>
                      <a:pt x="315" y="490"/>
                      <a:pt x="315" y="490"/>
                      <a:pt x="315" y="490"/>
                    </a:cubicBezTo>
                    <a:cubicBezTo>
                      <a:pt x="305" y="471"/>
                      <a:pt x="305" y="471"/>
                      <a:pt x="305" y="471"/>
                    </a:cubicBezTo>
                    <a:cubicBezTo>
                      <a:pt x="305" y="471"/>
                      <a:pt x="296" y="465"/>
                      <a:pt x="294" y="459"/>
                    </a:cubicBezTo>
                    <a:cubicBezTo>
                      <a:pt x="292" y="454"/>
                      <a:pt x="286" y="455"/>
                      <a:pt x="280" y="452"/>
                    </a:cubicBezTo>
                    <a:cubicBezTo>
                      <a:pt x="275" y="448"/>
                      <a:pt x="284" y="440"/>
                      <a:pt x="284" y="440"/>
                    </a:cubicBezTo>
                    <a:cubicBezTo>
                      <a:pt x="304" y="432"/>
                      <a:pt x="304" y="432"/>
                      <a:pt x="304" y="432"/>
                    </a:cubicBezTo>
                    <a:cubicBezTo>
                      <a:pt x="313" y="421"/>
                      <a:pt x="313" y="421"/>
                      <a:pt x="313" y="421"/>
                    </a:cubicBezTo>
                    <a:cubicBezTo>
                      <a:pt x="325" y="426"/>
                      <a:pt x="325" y="426"/>
                      <a:pt x="325" y="426"/>
                    </a:cubicBezTo>
                    <a:cubicBezTo>
                      <a:pt x="332" y="438"/>
                      <a:pt x="332" y="438"/>
                      <a:pt x="332" y="438"/>
                    </a:cubicBezTo>
                    <a:cubicBezTo>
                      <a:pt x="346" y="440"/>
                      <a:pt x="346" y="440"/>
                      <a:pt x="346" y="440"/>
                    </a:cubicBezTo>
                    <a:cubicBezTo>
                      <a:pt x="350" y="425"/>
                      <a:pt x="350" y="425"/>
                      <a:pt x="350" y="425"/>
                    </a:cubicBezTo>
                    <a:cubicBezTo>
                      <a:pt x="350" y="425"/>
                      <a:pt x="344" y="411"/>
                      <a:pt x="344" y="405"/>
                    </a:cubicBezTo>
                    <a:cubicBezTo>
                      <a:pt x="344" y="399"/>
                      <a:pt x="336" y="392"/>
                      <a:pt x="336" y="392"/>
                    </a:cubicBezTo>
                    <a:cubicBezTo>
                      <a:pt x="338" y="380"/>
                      <a:pt x="338" y="380"/>
                      <a:pt x="338" y="380"/>
                    </a:cubicBezTo>
                    <a:cubicBezTo>
                      <a:pt x="358" y="378"/>
                      <a:pt x="358" y="378"/>
                      <a:pt x="358" y="378"/>
                    </a:cubicBezTo>
                    <a:cubicBezTo>
                      <a:pt x="369" y="369"/>
                      <a:pt x="369" y="369"/>
                      <a:pt x="369" y="369"/>
                    </a:cubicBezTo>
                    <a:cubicBezTo>
                      <a:pt x="383" y="359"/>
                      <a:pt x="383" y="359"/>
                      <a:pt x="383" y="359"/>
                    </a:cubicBezTo>
                    <a:cubicBezTo>
                      <a:pt x="402" y="367"/>
                      <a:pt x="402" y="367"/>
                      <a:pt x="402" y="367"/>
                    </a:cubicBezTo>
                    <a:cubicBezTo>
                      <a:pt x="417" y="378"/>
                      <a:pt x="417" y="378"/>
                      <a:pt x="417" y="378"/>
                    </a:cubicBezTo>
                    <a:cubicBezTo>
                      <a:pt x="429" y="376"/>
                      <a:pt x="429" y="376"/>
                      <a:pt x="429" y="376"/>
                    </a:cubicBezTo>
                    <a:cubicBezTo>
                      <a:pt x="427" y="357"/>
                      <a:pt x="427" y="357"/>
                      <a:pt x="427" y="357"/>
                    </a:cubicBezTo>
                    <a:cubicBezTo>
                      <a:pt x="417" y="338"/>
                      <a:pt x="417" y="338"/>
                      <a:pt x="417" y="338"/>
                    </a:cubicBezTo>
                    <a:cubicBezTo>
                      <a:pt x="427" y="318"/>
                      <a:pt x="427" y="318"/>
                      <a:pt x="427" y="318"/>
                    </a:cubicBezTo>
                    <a:cubicBezTo>
                      <a:pt x="443" y="316"/>
                      <a:pt x="443" y="316"/>
                      <a:pt x="443" y="316"/>
                    </a:cubicBezTo>
                    <a:cubicBezTo>
                      <a:pt x="456" y="313"/>
                      <a:pt x="456" y="313"/>
                      <a:pt x="456" y="313"/>
                    </a:cubicBezTo>
                    <a:cubicBezTo>
                      <a:pt x="473" y="301"/>
                      <a:pt x="473" y="301"/>
                      <a:pt x="473" y="301"/>
                    </a:cubicBezTo>
                    <a:cubicBezTo>
                      <a:pt x="491" y="303"/>
                      <a:pt x="491" y="303"/>
                      <a:pt x="491" y="303"/>
                    </a:cubicBezTo>
                    <a:cubicBezTo>
                      <a:pt x="501" y="313"/>
                      <a:pt x="501" y="313"/>
                      <a:pt x="501" y="313"/>
                    </a:cubicBezTo>
                    <a:cubicBezTo>
                      <a:pt x="512" y="318"/>
                      <a:pt x="512" y="318"/>
                      <a:pt x="512" y="318"/>
                    </a:cubicBezTo>
                    <a:cubicBezTo>
                      <a:pt x="522" y="303"/>
                      <a:pt x="522" y="303"/>
                      <a:pt x="522" y="303"/>
                    </a:cubicBezTo>
                    <a:cubicBezTo>
                      <a:pt x="531" y="289"/>
                      <a:pt x="531" y="289"/>
                      <a:pt x="531" y="289"/>
                    </a:cubicBezTo>
                    <a:cubicBezTo>
                      <a:pt x="543" y="284"/>
                      <a:pt x="543" y="284"/>
                      <a:pt x="543" y="284"/>
                    </a:cubicBezTo>
                    <a:cubicBezTo>
                      <a:pt x="560" y="285"/>
                      <a:pt x="560" y="285"/>
                      <a:pt x="560" y="285"/>
                    </a:cubicBezTo>
                    <a:cubicBezTo>
                      <a:pt x="570" y="299"/>
                      <a:pt x="570" y="299"/>
                      <a:pt x="570" y="299"/>
                    </a:cubicBezTo>
                    <a:cubicBezTo>
                      <a:pt x="586" y="309"/>
                      <a:pt x="586" y="309"/>
                      <a:pt x="586" y="309"/>
                    </a:cubicBezTo>
                    <a:cubicBezTo>
                      <a:pt x="595" y="320"/>
                      <a:pt x="595" y="320"/>
                      <a:pt x="595" y="320"/>
                    </a:cubicBezTo>
                    <a:cubicBezTo>
                      <a:pt x="609" y="324"/>
                      <a:pt x="609" y="324"/>
                      <a:pt x="609" y="324"/>
                    </a:cubicBezTo>
                    <a:cubicBezTo>
                      <a:pt x="620" y="322"/>
                      <a:pt x="620" y="322"/>
                      <a:pt x="620" y="322"/>
                    </a:cubicBezTo>
                    <a:cubicBezTo>
                      <a:pt x="636" y="322"/>
                      <a:pt x="636" y="322"/>
                      <a:pt x="636" y="322"/>
                    </a:cubicBezTo>
                    <a:cubicBezTo>
                      <a:pt x="649" y="316"/>
                      <a:pt x="649" y="316"/>
                      <a:pt x="649" y="316"/>
                    </a:cubicBezTo>
                    <a:cubicBezTo>
                      <a:pt x="649" y="303"/>
                      <a:pt x="649" y="303"/>
                      <a:pt x="649" y="303"/>
                    </a:cubicBezTo>
                    <a:cubicBezTo>
                      <a:pt x="649" y="303"/>
                      <a:pt x="640" y="289"/>
                      <a:pt x="640" y="282"/>
                    </a:cubicBezTo>
                    <a:cubicBezTo>
                      <a:pt x="640" y="274"/>
                      <a:pt x="649" y="264"/>
                      <a:pt x="649" y="264"/>
                    </a:cubicBezTo>
                    <a:cubicBezTo>
                      <a:pt x="653" y="249"/>
                      <a:pt x="653" y="249"/>
                      <a:pt x="653" y="249"/>
                    </a:cubicBezTo>
                    <a:cubicBezTo>
                      <a:pt x="663" y="231"/>
                      <a:pt x="663" y="231"/>
                      <a:pt x="663" y="231"/>
                    </a:cubicBezTo>
                    <a:cubicBezTo>
                      <a:pt x="680" y="226"/>
                      <a:pt x="680" y="226"/>
                      <a:pt x="680" y="226"/>
                    </a:cubicBezTo>
                    <a:cubicBezTo>
                      <a:pt x="684" y="214"/>
                      <a:pt x="684" y="214"/>
                      <a:pt x="684" y="214"/>
                    </a:cubicBezTo>
                    <a:cubicBezTo>
                      <a:pt x="692" y="206"/>
                      <a:pt x="692" y="206"/>
                      <a:pt x="692" y="206"/>
                    </a:cubicBezTo>
                    <a:cubicBezTo>
                      <a:pt x="713" y="206"/>
                      <a:pt x="713" y="206"/>
                      <a:pt x="713" y="206"/>
                    </a:cubicBezTo>
                    <a:cubicBezTo>
                      <a:pt x="727" y="191"/>
                      <a:pt x="727" y="191"/>
                      <a:pt x="727" y="191"/>
                    </a:cubicBezTo>
                    <a:cubicBezTo>
                      <a:pt x="728" y="177"/>
                      <a:pt x="728" y="177"/>
                      <a:pt x="728" y="177"/>
                    </a:cubicBezTo>
                    <a:cubicBezTo>
                      <a:pt x="742" y="177"/>
                      <a:pt x="742" y="177"/>
                      <a:pt x="742" y="177"/>
                    </a:cubicBezTo>
                    <a:cubicBezTo>
                      <a:pt x="767" y="168"/>
                      <a:pt x="767" y="168"/>
                      <a:pt x="767" y="168"/>
                    </a:cubicBezTo>
                    <a:cubicBezTo>
                      <a:pt x="775" y="157"/>
                      <a:pt x="775" y="157"/>
                      <a:pt x="775" y="157"/>
                    </a:cubicBezTo>
                    <a:cubicBezTo>
                      <a:pt x="771" y="157"/>
                      <a:pt x="750" y="154"/>
                      <a:pt x="743" y="150"/>
                    </a:cubicBezTo>
                    <a:cubicBezTo>
                      <a:pt x="735" y="144"/>
                      <a:pt x="722" y="134"/>
                      <a:pt x="722" y="134"/>
                    </a:cubicBezTo>
                    <a:cubicBezTo>
                      <a:pt x="701" y="124"/>
                      <a:pt x="701" y="124"/>
                      <a:pt x="701" y="124"/>
                    </a:cubicBezTo>
                    <a:cubicBezTo>
                      <a:pt x="683" y="129"/>
                      <a:pt x="683" y="129"/>
                      <a:pt x="683" y="129"/>
                    </a:cubicBezTo>
                    <a:cubicBezTo>
                      <a:pt x="683" y="129"/>
                      <a:pt x="660" y="126"/>
                      <a:pt x="658" y="119"/>
                    </a:cubicBezTo>
                    <a:cubicBezTo>
                      <a:pt x="655" y="111"/>
                      <a:pt x="652" y="93"/>
                      <a:pt x="652" y="93"/>
                    </a:cubicBezTo>
                    <a:cubicBezTo>
                      <a:pt x="629" y="85"/>
                      <a:pt x="629" y="85"/>
                      <a:pt x="629" y="85"/>
                    </a:cubicBezTo>
                    <a:cubicBezTo>
                      <a:pt x="611" y="96"/>
                      <a:pt x="611" y="96"/>
                      <a:pt x="611" y="96"/>
                    </a:cubicBezTo>
                    <a:cubicBezTo>
                      <a:pt x="583" y="96"/>
                      <a:pt x="583" y="96"/>
                      <a:pt x="583" y="96"/>
                    </a:cubicBezTo>
                    <a:cubicBezTo>
                      <a:pt x="573" y="93"/>
                      <a:pt x="573" y="93"/>
                      <a:pt x="573" y="93"/>
                    </a:cubicBezTo>
                    <a:cubicBezTo>
                      <a:pt x="573" y="78"/>
                      <a:pt x="573" y="78"/>
                      <a:pt x="573" y="78"/>
                    </a:cubicBezTo>
                    <a:cubicBezTo>
                      <a:pt x="586" y="67"/>
                      <a:pt x="586" y="67"/>
                      <a:pt x="586" y="67"/>
                    </a:cubicBezTo>
                    <a:cubicBezTo>
                      <a:pt x="604" y="62"/>
                      <a:pt x="604" y="62"/>
                      <a:pt x="604" y="62"/>
                    </a:cubicBezTo>
                    <a:cubicBezTo>
                      <a:pt x="611" y="49"/>
                      <a:pt x="611" y="49"/>
                      <a:pt x="611" y="49"/>
                    </a:cubicBezTo>
                    <a:cubicBezTo>
                      <a:pt x="611" y="49"/>
                      <a:pt x="593" y="41"/>
                      <a:pt x="586" y="39"/>
                    </a:cubicBezTo>
                    <a:cubicBezTo>
                      <a:pt x="578" y="36"/>
                      <a:pt x="552" y="23"/>
                      <a:pt x="552" y="23"/>
                    </a:cubicBezTo>
                    <a:cubicBezTo>
                      <a:pt x="537" y="34"/>
                      <a:pt x="537" y="34"/>
                      <a:pt x="537" y="34"/>
                    </a:cubicBezTo>
                    <a:cubicBezTo>
                      <a:pt x="537" y="34"/>
                      <a:pt x="524" y="34"/>
                      <a:pt x="506" y="34"/>
                    </a:cubicBezTo>
                    <a:cubicBezTo>
                      <a:pt x="488" y="34"/>
                      <a:pt x="490" y="47"/>
                      <a:pt x="482" y="47"/>
                    </a:cubicBezTo>
                    <a:cubicBezTo>
                      <a:pt x="475" y="47"/>
                      <a:pt x="459" y="57"/>
                      <a:pt x="459" y="57"/>
                    </a:cubicBezTo>
                    <a:cubicBezTo>
                      <a:pt x="444" y="47"/>
                      <a:pt x="444" y="47"/>
                      <a:pt x="444" y="47"/>
                    </a:cubicBezTo>
                    <a:cubicBezTo>
                      <a:pt x="444" y="47"/>
                      <a:pt x="444" y="26"/>
                      <a:pt x="441" y="18"/>
                    </a:cubicBezTo>
                    <a:cubicBezTo>
                      <a:pt x="439" y="11"/>
                      <a:pt x="431" y="0"/>
                      <a:pt x="431" y="0"/>
                    </a:cubicBezTo>
                    <a:cubicBezTo>
                      <a:pt x="413" y="3"/>
                      <a:pt x="413" y="3"/>
                      <a:pt x="413" y="3"/>
                    </a:cubicBezTo>
                    <a:cubicBezTo>
                      <a:pt x="413" y="3"/>
                      <a:pt x="392" y="13"/>
                      <a:pt x="382" y="26"/>
                    </a:cubicBezTo>
                    <a:cubicBezTo>
                      <a:pt x="382" y="47"/>
                      <a:pt x="382" y="47"/>
                      <a:pt x="382" y="47"/>
                    </a:cubicBezTo>
                    <a:cubicBezTo>
                      <a:pt x="377" y="59"/>
                      <a:pt x="377" y="59"/>
                      <a:pt x="377" y="59"/>
                    </a:cubicBezTo>
                    <a:cubicBezTo>
                      <a:pt x="364" y="67"/>
                      <a:pt x="364" y="67"/>
                      <a:pt x="364" y="67"/>
                    </a:cubicBezTo>
                    <a:cubicBezTo>
                      <a:pt x="364" y="67"/>
                      <a:pt x="328" y="67"/>
                      <a:pt x="305" y="62"/>
                    </a:cubicBezTo>
                    <a:cubicBezTo>
                      <a:pt x="282" y="57"/>
                      <a:pt x="282" y="47"/>
                      <a:pt x="282" y="47"/>
                    </a:cubicBezTo>
                    <a:cubicBezTo>
                      <a:pt x="282" y="47"/>
                      <a:pt x="281" y="40"/>
                      <a:pt x="280" y="31"/>
                    </a:cubicBezTo>
                    <a:cubicBezTo>
                      <a:pt x="275" y="36"/>
                      <a:pt x="264" y="47"/>
                      <a:pt x="259" y="52"/>
                    </a:cubicBezTo>
                    <a:cubicBezTo>
                      <a:pt x="253" y="58"/>
                      <a:pt x="247" y="59"/>
                      <a:pt x="247" y="59"/>
                    </a:cubicBezTo>
                    <a:cubicBezTo>
                      <a:pt x="236" y="58"/>
                      <a:pt x="236" y="58"/>
                      <a:pt x="236" y="58"/>
                    </a:cubicBezTo>
                    <a:cubicBezTo>
                      <a:pt x="224" y="65"/>
                      <a:pt x="224" y="65"/>
                      <a:pt x="224" y="65"/>
                    </a:cubicBezTo>
                    <a:cubicBezTo>
                      <a:pt x="222" y="83"/>
                      <a:pt x="222" y="83"/>
                      <a:pt x="222" y="83"/>
                    </a:cubicBezTo>
                    <a:cubicBezTo>
                      <a:pt x="213" y="102"/>
                      <a:pt x="213" y="102"/>
                      <a:pt x="213" y="102"/>
                    </a:cubicBezTo>
                    <a:cubicBezTo>
                      <a:pt x="213" y="102"/>
                      <a:pt x="186" y="115"/>
                      <a:pt x="180" y="115"/>
                    </a:cubicBezTo>
                    <a:cubicBezTo>
                      <a:pt x="174" y="115"/>
                      <a:pt x="170" y="115"/>
                      <a:pt x="164" y="114"/>
                    </a:cubicBezTo>
                    <a:cubicBezTo>
                      <a:pt x="159" y="112"/>
                      <a:pt x="147" y="114"/>
                      <a:pt x="141" y="114"/>
                    </a:cubicBezTo>
                    <a:cubicBezTo>
                      <a:pt x="135" y="114"/>
                      <a:pt x="120" y="129"/>
                      <a:pt x="120" y="129"/>
                    </a:cubicBezTo>
                    <a:cubicBezTo>
                      <a:pt x="99" y="141"/>
                      <a:pt x="99" y="141"/>
                      <a:pt x="99" y="141"/>
                    </a:cubicBezTo>
                    <a:cubicBezTo>
                      <a:pt x="66" y="168"/>
                      <a:pt x="66" y="168"/>
                      <a:pt x="66" y="168"/>
                    </a:cubicBezTo>
                    <a:cubicBezTo>
                      <a:pt x="41" y="195"/>
                      <a:pt x="41" y="195"/>
                      <a:pt x="41" y="195"/>
                    </a:cubicBezTo>
                    <a:cubicBezTo>
                      <a:pt x="16" y="220"/>
                      <a:pt x="16" y="220"/>
                      <a:pt x="16" y="220"/>
                    </a:cubicBezTo>
                    <a:cubicBezTo>
                      <a:pt x="16" y="220"/>
                      <a:pt x="20" y="235"/>
                      <a:pt x="23" y="241"/>
                    </a:cubicBezTo>
                    <a:cubicBezTo>
                      <a:pt x="27" y="247"/>
                      <a:pt x="37" y="258"/>
                      <a:pt x="37" y="258"/>
                    </a:cubicBezTo>
                    <a:cubicBezTo>
                      <a:pt x="49" y="272"/>
                      <a:pt x="49" y="272"/>
                      <a:pt x="49" y="272"/>
                    </a:cubicBezTo>
                    <a:cubicBezTo>
                      <a:pt x="60" y="285"/>
                      <a:pt x="60" y="285"/>
                      <a:pt x="60" y="285"/>
                    </a:cubicBezTo>
                    <a:cubicBezTo>
                      <a:pt x="74" y="303"/>
                      <a:pt x="74" y="303"/>
                      <a:pt x="74" y="303"/>
                    </a:cubicBezTo>
                    <a:cubicBezTo>
                      <a:pt x="74" y="318"/>
                      <a:pt x="74" y="318"/>
                      <a:pt x="74" y="318"/>
                    </a:cubicBezTo>
                    <a:cubicBezTo>
                      <a:pt x="66" y="326"/>
                      <a:pt x="66" y="326"/>
                      <a:pt x="66" y="326"/>
                    </a:cubicBezTo>
                    <a:cubicBezTo>
                      <a:pt x="49" y="326"/>
                      <a:pt x="49" y="326"/>
                      <a:pt x="49" y="326"/>
                    </a:cubicBezTo>
                    <a:cubicBezTo>
                      <a:pt x="41" y="320"/>
                      <a:pt x="41" y="320"/>
                      <a:pt x="41" y="320"/>
                    </a:cubicBezTo>
                    <a:cubicBezTo>
                      <a:pt x="25" y="332"/>
                      <a:pt x="25" y="332"/>
                      <a:pt x="25" y="332"/>
                    </a:cubicBezTo>
                    <a:cubicBezTo>
                      <a:pt x="12" y="345"/>
                      <a:pt x="12" y="345"/>
                      <a:pt x="12" y="345"/>
                    </a:cubicBezTo>
                    <a:cubicBezTo>
                      <a:pt x="8" y="363"/>
                      <a:pt x="8" y="363"/>
                      <a:pt x="8" y="363"/>
                    </a:cubicBezTo>
                    <a:cubicBezTo>
                      <a:pt x="6" y="388"/>
                      <a:pt x="6" y="388"/>
                      <a:pt x="6" y="388"/>
                    </a:cubicBezTo>
                    <a:cubicBezTo>
                      <a:pt x="6" y="388"/>
                      <a:pt x="0" y="403"/>
                      <a:pt x="0" y="409"/>
                    </a:cubicBezTo>
                    <a:cubicBezTo>
                      <a:pt x="0" y="415"/>
                      <a:pt x="8" y="434"/>
                      <a:pt x="8" y="434"/>
                    </a:cubicBezTo>
                    <a:cubicBezTo>
                      <a:pt x="14" y="450"/>
                      <a:pt x="14" y="450"/>
                      <a:pt x="14" y="450"/>
                    </a:cubicBezTo>
                    <a:cubicBezTo>
                      <a:pt x="29" y="467"/>
                      <a:pt x="29" y="467"/>
                      <a:pt x="29" y="467"/>
                    </a:cubicBezTo>
                    <a:cubicBezTo>
                      <a:pt x="29" y="488"/>
                      <a:pt x="29" y="488"/>
                      <a:pt x="29" y="488"/>
                    </a:cubicBezTo>
                    <a:cubicBezTo>
                      <a:pt x="29" y="488"/>
                      <a:pt x="29" y="491"/>
                      <a:pt x="28" y="494"/>
                    </a:cubicBezTo>
                    <a:cubicBezTo>
                      <a:pt x="35" y="496"/>
                      <a:pt x="35" y="496"/>
                      <a:pt x="35" y="496"/>
                    </a:cubicBezTo>
                    <a:cubicBezTo>
                      <a:pt x="49" y="506"/>
                      <a:pt x="49" y="506"/>
                      <a:pt x="49" y="506"/>
                    </a:cubicBezTo>
                    <a:cubicBezTo>
                      <a:pt x="56" y="525"/>
                      <a:pt x="56" y="525"/>
                      <a:pt x="56" y="525"/>
                    </a:cubicBezTo>
                    <a:cubicBezTo>
                      <a:pt x="70" y="533"/>
                      <a:pt x="70" y="533"/>
                      <a:pt x="70" y="533"/>
                    </a:cubicBezTo>
                    <a:cubicBezTo>
                      <a:pt x="87" y="525"/>
                      <a:pt x="87" y="525"/>
                      <a:pt x="87" y="525"/>
                    </a:cubicBezTo>
                    <a:cubicBezTo>
                      <a:pt x="103" y="533"/>
                      <a:pt x="103" y="533"/>
                      <a:pt x="103" y="533"/>
                    </a:cubicBezTo>
                    <a:cubicBezTo>
                      <a:pt x="108" y="552"/>
                      <a:pt x="108" y="552"/>
                      <a:pt x="108" y="552"/>
                    </a:cubicBezTo>
                    <a:cubicBezTo>
                      <a:pt x="122" y="569"/>
                      <a:pt x="122" y="569"/>
                      <a:pt x="122" y="569"/>
                    </a:cubicBezTo>
                    <a:cubicBezTo>
                      <a:pt x="120" y="583"/>
                      <a:pt x="120" y="583"/>
                      <a:pt x="120" y="583"/>
                    </a:cubicBezTo>
                    <a:cubicBezTo>
                      <a:pt x="108" y="596"/>
                      <a:pt x="108" y="596"/>
                      <a:pt x="108" y="596"/>
                    </a:cubicBezTo>
                    <a:cubicBezTo>
                      <a:pt x="103" y="610"/>
                      <a:pt x="103" y="610"/>
                      <a:pt x="103" y="610"/>
                    </a:cubicBezTo>
                    <a:cubicBezTo>
                      <a:pt x="103" y="610"/>
                      <a:pt x="95" y="618"/>
                      <a:pt x="95" y="627"/>
                    </a:cubicBezTo>
                    <a:cubicBezTo>
                      <a:pt x="95" y="637"/>
                      <a:pt x="101" y="652"/>
                      <a:pt x="101" y="652"/>
                    </a:cubicBezTo>
                    <a:cubicBezTo>
                      <a:pt x="101" y="652"/>
                      <a:pt x="94" y="664"/>
                      <a:pt x="92" y="676"/>
                    </a:cubicBezTo>
                    <a:cubicBezTo>
                      <a:pt x="108" y="678"/>
                      <a:pt x="108" y="678"/>
                      <a:pt x="108" y="678"/>
                    </a:cubicBezTo>
                    <a:cubicBezTo>
                      <a:pt x="134" y="693"/>
                      <a:pt x="134" y="693"/>
                      <a:pt x="134" y="693"/>
                    </a:cubicBezTo>
                    <a:cubicBezTo>
                      <a:pt x="134" y="693"/>
                      <a:pt x="143" y="695"/>
                      <a:pt x="143" y="707"/>
                    </a:cubicBezTo>
                    <a:cubicBezTo>
                      <a:pt x="143" y="718"/>
                      <a:pt x="143" y="728"/>
                      <a:pt x="145" y="734"/>
                    </a:cubicBezTo>
                    <a:cubicBezTo>
                      <a:pt x="147" y="739"/>
                      <a:pt x="149" y="751"/>
                      <a:pt x="151" y="761"/>
                    </a:cubicBezTo>
                    <a:cubicBezTo>
                      <a:pt x="153" y="770"/>
                      <a:pt x="159" y="795"/>
                      <a:pt x="159" y="795"/>
                    </a:cubicBezTo>
                    <a:cubicBezTo>
                      <a:pt x="153" y="805"/>
                      <a:pt x="153" y="805"/>
                      <a:pt x="153" y="805"/>
                    </a:cubicBezTo>
                    <a:cubicBezTo>
                      <a:pt x="166" y="811"/>
                      <a:pt x="166" y="811"/>
                      <a:pt x="166" y="811"/>
                    </a:cubicBezTo>
                    <a:lnTo>
                      <a:pt x="186" y="815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1" name="Freeform 21">
                <a:extLst>
                  <a:ext uri="{FF2B5EF4-FFF2-40B4-BE49-F238E27FC236}">
                    <a16:creationId xmlns:a16="http://schemas.microsoft.com/office/drawing/2014/main" id="{26D1AB03-400A-D9FE-A82F-2167938305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2067" y="4021711"/>
                <a:ext cx="1239153" cy="889298"/>
              </a:xfrm>
              <a:custGeom>
                <a:avLst/>
                <a:gdLst>
                  <a:gd name="T0" fmla="*/ 25 w 849"/>
                  <a:gd name="T1" fmla="*/ 524 h 609"/>
                  <a:gd name="T2" fmla="*/ 54 w 849"/>
                  <a:gd name="T3" fmla="*/ 547 h 609"/>
                  <a:gd name="T4" fmla="*/ 94 w 849"/>
                  <a:gd name="T5" fmla="*/ 555 h 609"/>
                  <a:gd name="T6" fmla="*/ 137 w 849"/>
                  <a:gd name="T7" fmla="*/ 522 h 609"/>
                  <a:gd name="T8" fmla="*/ 162 w 849"/>
                  <a:gd name="T9" fmla="*/ 458 h 609"/>
                  <a:gd name="T10" fmla="*/ 229 w 849"/>
                  <a:gd name="T11" fmla="*/ 454 h 609"/>
                  <a:gd name="T12" fmla="*/ 258 w 849"/>
                  <a:gd name="T13" fmla="*/ 512 h 609"/>
                  <a:gd name="T14" fmla="*/ 285 w 849"/>
                  <a:gd name="T15" fmla="*/ 481 h 609"/>
                  <a:gd name="T16" fmla="*/ 336 w 849"/>
                  <a:gd name="T17" fmla="*/ 472 h 609"/>
                  <a:gd name="T18" fmla="*/ 336 w 849"/>
                  <a:gd name="T19" fmla="*/ 524 h 609"/>
                  <a:gd name="T20" fmla="*/ 316 w 849"/>
                  <a:gd name="T21" fmla="*/ 564 h 609"/>
                  <a:gd name="T22" fmla="*/ 361 w 849"/>
                  <a:gd name="T23" fmla="*/ 582 h 609"/>
                  <a:gd name="T24" fmla="*/ 419 w 849"/>
                  <a:gd name="T25" fmla="*/ 572 h 609"/>
                  <a:gd name="T26" fmla="*/ 477 w 849"/>
                  <a:gd name="T27" fmla="*/ 587 h 609"/>
                  <a:gd name="T28" fmla="*/ 544 w 849"/>
                  <a:gd name="T29" fmla="*/ 566 h 609"/>
                  <a:gd name="T30" fmla="*/ 608 w 849"/>
                  <a:gd name="T31" fmla="*/ 586 h 609"/>
                  <a:gd name="T32" fmla="*/ 637 w 849"/>
                  <a:gd name="T33" fmla="*/ 586 h 609"/>
                  <a:gd name="T34" fmla="*/ 681 w 849"/>
                  <a:gd name="T35" fmla="*/ 530 h 609"/>
                  <a:gd name="T36" fmla="*/ 672 w 849"/>
                  <a:gd name="T37" fmla="*/ 475 h 609"/>
                  <a:gd name="T38" fmla="*/ 656 w 849"/>
                  <a:gd name="T39" fmla="*/ 421 h 609"/>
                  <a:gd name="T40" fmla="*/ 693 w 849"/>
                  <a:gd name="T41" fmla="*/ 321 h 609"/>
                  <a:gd name="T42" fmla="*/ 747 w 849"/>
                  <a:gd name="T43" fmla="*/ 251 h 609"/>
                  <a:gd name="T44" fmla="*/ 805 w 849"/>
                  <a:gd name="T45" fmla="*/ 228 h 609"/>
                  <a:gd name="T46" fmla="*/ 849 w 849"/>
                  <a:gd name="T47" fmla="*/ 184 h 609"/>
                  <a:gd name="T48" fmla="*/ 828 w 849"/>
                  <a:gd name="T49" fmla="*/ 130 h 609"/>
                  <a:gd name="T50" fmla="*/ 803 w 849"/>
                  <a:gd name="T51" fmla="*/ 116 h 609"/>
                  <a:gd name="T52" fmla="*/ 751 w 849"/>
                  <a:gd name="T53" fmla="*/ 110 h 609"/>
                  <a:gd name="T54" fmla="*/ 697 w 849"/>
                  <a:gd name="T55" fmla="*/ 91 h 609"/>
                  <a:gd name="T56" fmla="*/ 678 w 849"/>
                  <a:gd name="T57" fmla="*/ 130 h 609"/>
                  <a:gd name="T58" fmla="*/ 647 w 849"/>
                  <a:gd name="T59" fmla="*/ 110 h 609"/>
                  <a:gd name="T60" fmla="*/ 614 w 849"/>
                  <a:gd name="T61" fmla="*/ 137 h 609"/>
                  <a:gd name="T62" fmla="*/ 587 w 849"/>
                  <a:gd name="T63" fmla="*/ 105 h 609"/>
                  <a:gd name="T64" fmla="*/ 556 w 849"/>
                  <a:gd name="T65" fmla="*/ 116 h 609"/>
                  <a:gd name="T66" fmla="*/ 546 w 849"/>
                  <a:gd name="T67" fmla="*/ 43 h 609"/>
                  <a:gd name="T68" fmla="*/ 506 w 849"/>
                  <a:gd name="T69" fmla="*/ 49 h 609"/>
                  <a:gd name="T70" fmla="*/ 448 w 849"/>
                  <a:gd name="T71" fmla="*/ 47 h 609"/>
                  <a:gd name="T72" fmla="*/ 403 w 849"/>
                  <a:gd name="T73" fmla="*/ 51 h 609"/>
                  <a:gd name="T74" fmla="*/ 345 w 849"/>
                  <a:gd name="T75" fmla="*/ 0 h 609"/>
                  <a:gd name="T76" fmla="*/ 278 w 849"/>
                  <a:gd name="T77" fmla="*/ 33 h 609"/>
                  <a:gd name="T78" fmla="*/ 231 w 849"/>
                  <a:gd name="T79" fmla="*/ 78 h 609"/>
                  <a:gd name="T80" fmla="*/ 182 w 849"/>
                  <a:gd name="T81" fmla="*/ 105 h 609"/>
                  <a:gd name="T82" fmla="*/ 97 w 849"/>
                  <a:gd name="T83" fmla="*/ 105 h 609"/>
                  <a:gd name="T84" fmla="*/ 107 w 849"/>
                  <a:gd name="T85" fmla="*/ 131 h 609"/>
                  <a:gd name="T86" fmla="*/ 128 w 849"/>
                  <a:gd name="T87" fmla="*/ 177 h 609"/>
                  <a:gd name="T88" fmla="*/ 233 w 849"/>
                  <a:gd name="T89" fmla="*/ 159 h 609"/>
                  <a:gd name="T90" fmla="*/ 197 w 849"/>
                  <a:gd name="T91" fmla="*/ 185 h 609"/>
                  <a:gd name="T92" fmla="*/ 189 w 849"/>
                  <a:gd name="T93" fmla="*/ 224 h 609"/>
                  <a:gd name="T94" fmla="*/ 187 w 849"/>
                  <a:gd name="T95" fmla="*/ 255 h 609"/>
                  <a:gd name="T96" fmla="*/ 141 w 849"/>
                  <a:gd name="T97" fmla="*/ 242 h 609"/>
                  <a:gd name="T98" fmla="*/ 76 w 849"/>
                  <a:gd name="T99" fmla="*/ 298 h 609"/>
                  <a:gd name="T100" fmla="*/ 27 w 849"/>
                  <a:gd name="T101" fmla="*/ 352 h 609"/>
                  <a:gd name="T102" fmla="*/ 117 w 849"/>
                  <a:gd name="T103" fmla="*/ 378 h 609"/>
                  <a:gd name="T104" fmla="*/ 97 w 849"/>
                  <a:gd name="T105" fmla="*/ 396 h 609"/>
                  <a:gd name="T106" fmla="*/ 40 w 849"/>
                  <a:gd name="T107" fmla="*/ 414 h 609"/>
                  <a:gd name="T108" fmla="*/ 13 w 849"/>
                  <a:gd name="T109" fmla="*/ 468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849" h="609">
                    <a:moveTo>
                      <a:pt x="21" y="485"/>
                    </a:moveTo>
                    <a:cubicBezTo>
                      <a:pt x="21" y="485"/>
                      <a:pt x="17" y="497"/>
                      <a:pt x="17" y="506"/>
                    </a:cubicBezTo>
                    <a:cubicBezTo>
                      <a:pt x="17" y="516"/>
                      <a:pt x="25" y="524"/>
                      <a:pt x="25" y="524"/>
                    </a:cubicBezTo>
                    <a:cubicBezTo>
                      <a:pt x="25" y="524"/>
                      <a:pt x="29" y="535"/>
                      <a:pt x="29" y="541"/>
                    </a:cubicBezTo>
                    <a:cubicBezTo>
                      <a:pt x="29" y="547"/>
                      <a:pt x="40" y="551"/>
                      <a:pt x="40" y="551"/>
                    </a:cubicBezTo>
                    <a:cubicBezTo>
                      <a:pt x="54" y="547"/>
                      <a:pt x="54" y="547"/>
                      <a:pt x="54" y="547"/>
                    </a:cubicBezTo>
                    <a:cubicBezTo>
                      <a:pt x="69" y="549"/>
                      <a:pt x="69" y="549"/>
                      <a:pt x="69" y="549"/>
                    </a:cubicBezTo>
                    <a:cubicBezTo>
                      <a:pt x="81" y="557"/>
                      <a:pt x="81" y="557"/>
                      <a:pt x="81" y="557"/>
                    </a:cubicBezTo>
                    <a:cubicBezTo>
                      <a:pt x="94" y="555"/>
                      <a:pt x="94" y="555"/>
                      <a:pt x="94" y="555"/>
                    </a:cubicBezTo>
                    <a:cubicBezTo>
                      <a:pt x="100" y="539"/>
                      <a:pt x="100" y="539"/>
                      <a:pt x="100" y="539"/>
                    </a:cubicBezTo>
                    <a:cubicBezTo>
                      <a:pt x="117" y="533"/>
                      <a:pt x="117" y="533"/>
                      <a:pt x="117" y="533"/>
                    </a:cubicBezTo>
                    <a:cubicBezTo>
                      <a:pt x="137" y="522"/>
                      <a:pt x="137" y="522"/>
                      <a:pt x="137" y="522"/>
                    </a:cubicBezTo>
                    <a:cubicBezTo>
                      <a:pt x="137" y="522"/>
                      <a:pt x="146" y="508"/>
                      <a:pt x="150" y="501"/>
                    </a:cubicBezTo>
                    <a:cubicBezTo>
                      <a:pt x="154" y="493"/>
                      <a:pt x="152" y="479"/>
                      <a:pt x="152" y="479"/>
                    </a:cubicBezTo>
                    <a:cubicBezTo>
                      <a:pt x="152" y="479"/>
                      <a:pt x="158" y="464"/>
                      <a:pt x="162" y="458"/>
                    </a:cubicBezTo>
                    <a:cubicBezTo>
                      <a:pt x="166" y="452"/>
                      <a:pt x="187" y="450"/>
                      <a:pt x="187" y="450"/>
                    </a:cubicBezTo>
                    <a:cubicBezTo>
                      <a:pt x="216" y="450"/>
                      <a:pt x="216" y="450"/>
                      <a:pt x="216" y="450"/>
                    </a:cubicBezTo>
                    <a:cubicBezTo>
                      <a:pt x="229" y="454"/>
                      <a:pt x="229" y="454"/>
                      <a:pt x="229" y="454"/>
                    </a:cubicBezTo>
                    <a:cubicBezTo>
                      <a:pt x="229" y="454"/>
                      <a:pt x="239" y="462"/>
                      <a:pt x="241" y="468"/>
                    </a:cubicBezTo>
                    <a:cubicBezTo>
                      <a:pt x="243" y="474"/>
                      <a:pt x="255" y="493"/>
                      <a:pt x="255" y="493"/>
                    </a:cubicBezTo>
                    <a:cubicBezTo>
                      <a:pt x="258" y="512"/>
                      <a:pt x="258" y="512"/>
                      <a:pt x="258" y="512"/>
                    </a:cubicBezTo>
                    <a:cubicBezTo>
                      <a:pt x="270" y="520"/>
                      <a:pt x="270" y="520"/>
                      <a:pt x="270" y="520"/>
                    </a:cubicBezTo>
                    <a:cubicBezTo>
                      <a:pt x="283" y="510"/>
                      <a:pt x="283" y="510"/>
                      <a:pt x="283" y="510"/>
                    </a:cubicBezTo>
                    <a:cubicBezTo>
                      <a:pt x="285" y="481"/>
                      <a:pt x="285" y="481"/>
                      <a:pt x="285" y="481"/>
                    </a:cubicBezTo>
                    <a:cubicBezTo>
                      <a:pt x="303" y="464"/>
                      <a:pt x="303" y="464"/>
                      <a:pt x="303" y="464"/>
                    </a:cubicBezTo>
                    <a:cubicBezTo>
                      <a:pt x="320" y="460"/>
                      <a:pt x="320" y="460"/>
                      <a:pt x="320" y="460"/>
                    </a:cubicBezTo>
                    <a:cubicBezTo>
                      <a:pt x="336" y="472"/>
                      <a:pt x="336" y="472"/>
                      <a:pt x="336" y="472"/>
                    </a:cubicBezTo>
                    <a:cubicBezTo>
                      <a:pt x="339" y="493"/>
                      <a:pt x="339" y="493"/>
                      <a:pt x="339" y="493"/>
                    </a:cubicBezTo>
                    <a:cubicBezTo>
                      <a:pt x="330" y="508"/>
                      <a:pt x="330" y="508"/>
                      <a:pt x="330" y="508"/>
                    </a:cubicBezTo>
                    <a:cubicBezTo>
                      <a:pt x="336" y="524"/>
                      <a:pt x="336" y="524"/>
                      <a:pt x="336" y="524"/>
                    </a:cubicBezTo>
                    <a:cubicBezTo>
                      <a:pt x="336" y="543"/>
                      <a:pt x="336" y="543"/>
                      <a:pt x="336" y="543"/>
                    </a:cubicBezTo>
                    <a:cubicBezTo>
                      <a:pt x="322" y="555"/>
                      <a:pt x="322" y="555"/>
                      <a:pt x="322" y="555"/>
                    </a:cubicBezTo>
                    <a:cubicBezTo>
                      <a:pt x="316" y="564"/>
                      <a:pt x="316" y="564"/>
                      <a:pt x="316" y="564"/>
                    </a:cubicBezTo>
                    <a:cubicBezTo>
                      <a:pt x="336" y="570"/>
                      <a:pt x="336" y="570"/>
                      <a:pt x="336" y="570"/>
                    </a:cubicBezTo>
                    <a:cubicBezTo>
                      <a:pt x="349" y="586"/>
                      <a:pt x="349" y="586"/>
                      <a:pt x="349" y="586"/>
                    </a:cubicBezTo>
                    <a:cubicBezTo>
                      <a:pt x="361" y="582"/>
                      <a:pt x="361" y="582"/>
                      <a:pt x="361" y="582"/>
                    </a:cubicBezTo>
                    <a:cubicBezTo>
                      <a:pt x="361" y="582"/>
                      <a:pt x="374" y="578"/>
                      <a:pt x="382" y="578"/>
                    </a:cubicBezTo>
                    <a:cubicBezTo>
                      <a:pt x="390" y="578"/>
                      <a:pt x="396" y="576"/>
                      <a:pt x="401" y="576"/>
                    </a:cubicBezTo>
                    <a:cubicBezTo>
                      <a:pt x="407" y="576"/>
                      <a:pt x="411" y="576"/>
                      <a:pt x="419" y="572"/>
                    </a:cubicBezTo>
                    <a:cubicBezTo>
                      <a:pt x="426" y="568"/>
                      <a:pt x="434" y="574"/>
                      <a:pt x="434" y="574"/>
                    </a:cubicBezTo>
                    <a:cubicBezTo>
                      <a:pt x="459" y="587"/>
                      <a:pt x="459" y="587"/>
                      <a:pt x="459" y="587"/>
                    </a:cubicBezTo>
                    <a:cubicBezTo>
                      <a:pt x="477" y="587"/>
                      <a:pt x="477" y="587"/>
                      <a:pt x="477" y="587"/>
                    </a:cubicBezTo>
                    <a:cubicBezTo>
                      <a:pt x="502" y="591"/>
                      <a:pt x="502" y="591"/>
                      <a:pt x="502" y="591"/>
                    </a:cubicBezTo>
                    <a:cubicBezTo>
                      <a:pt x="525" y="586"/>
                      <a:pt x="525" y="586"/>
                      <a:pt x="525" y="586"/>
                    </a:cubicBezTo>
                    <a:cubicBezTo>
                      <a:pt x="544" y="566"/>
                      <a:pt x="544" y="566"/>
                      <a:pt x="544" y="566"/>
                    </a:cubicBezTo>
                    <a:cubicBezTo>
                      <a:pt x="562" y="570"/>
                      <a:pt x="562" y="570"/>
                      <a:pt x="562" y="570"/>
                    </a:cubicBezTo>
                    <a:cubicBezTo>
                      <a:pt x="562" y="570"/>
                      <a:pt x="573" y="572"/>
                      <a:pt x="587" y="572"/>
                    </a:cubicBezTo>
                    <a:cubicBezTo>
                      <a:pt x="600" y="572"/>
                      <a:pt x="604" y="580"/>
                      <a:pt x="608" y="586"/>
                    </a:cubicBezTo>
                    <a:cubicBezTo>
                      <a:pt x="612" y="591"/>
                      <a:pt x="622" y="597"/>
                      <a:pt x="633" y="603"/>
                    </a:cubicBezTo>
                    <a:cubicBezTo>
                      <a:pt x="645" y="609"/>
                      <a:pt x="633" y="603"/>
                      <a:pt x="639" y="597"/>
                    </a:cubicBezTo>
                    <a:cubicBezTo>
                      <a:pt x="645" y="591"/>
                      <a:pt x="637" y="586"/>
                      <a:pt x="637" y="586"/>
                    </a:cubicBezTo>
                    <a:cubicBezTo>
                      <a:pt x="637" y="586"/>
                      <a:pt x="639" y="559"/>
                      <a:pt x="647" y="551"/>
                    </a:cubicBezTo>
                    <a:cubicBezTo>
                      <a:pt x="654" y="543"/>
                      <a:pt x="672" y="545"/>
                      <a:pt x="672" y="545"/>
                    </a:cubicBezTo>
                    <a:cubicBezTo>
                      <a:pt x="681" y="530"/>
                      <a:pt x="681" y="530"/>
                      <a:pt x="681" y="530"/>
                    </a:cubicBezTo>
                    <a:cubicBezTo>
                      <a:pt x="676" y="514"/>
                      <a:pt x="676" y="514"/>
                      <a:pt x="676" y="514"/>
                    </a:cubicBezTo>
                    <a:cubicBezTo>
                      <a:pt x="676" y="514"/>
                      <a:pt x="674" y="504"/>
                      <a:pt x="674" y="499"/>
                    </a:cubicBezTo>
                    <a:cubicBezTo>
                      <a:pt x="674" y="493"/>
                      <a:pt x="674" y="489"/>
                      <a:pt x="672" y="475"/>
                    </a:cubicBezTo>
                    <a:cubicBezTo>
                      <a:pt x="670" y="462"/>
                      <a:pt x="668" y="468"/>
                      <a:pt x="662" y="456"/>
                    </a:cubicBezTo>
                    <a:cubicBezTo>
                      <a:pt x="656" y="445"/>
                      <a:pt x="652" y="443"/>
                      <a:pt x="652" y="443"/>
                    </a:cubicBezTo>
                    <a:cubicBezTo>
                      <a:pt x="656" y="421"/>
                      <a:pt x="656" y="421"/>
                      <a:pt x="656" y="421"/>
                    </a:cubicBezTo>
                    <a:cubicBezTo>
                      <a:pt x="670" y="396"/>
                      <a:pt x="670" y="396"/>
                      <a:pt x="670" y="396"/>
                    </a:cubicBezTo>
                    <a:cubicBezTo>
                      <a:pt x="674" y="375"/>
                      <a:pt x="674" y="375"/>
                      <a:pt x="674" y="375"/>
                    </a:cubicBezTo>
                    <a:cubicBezTo>
                      <a:pt x="693" y="321"/>
                      <a:pt x="693" y="321"/>
                      <a:pt x="693" y="321"/>
                    </a:cubicBezTo>
                    <a:cubicBezTo>
                      <a:pt x="693" y="321"/>
                      <a:pt x="703" y="307"/>
                      <a:pt x="708" y="298"/>
                    </a:cubicBezTo>
                    <a:cubicBezTo>
                      <a:pt x="714" y="288"/>
                      <a:pt x="724" y="277"/>
                      <a:pt x="728" y="271"/>
                    </a:cubicBezTo>
                    <a:cubicBezTo>
                      <a:pt x="732" y="265"/>
                      <a:pt x="747" y="251"/>
                      <a:pt x="747" y="251"/>
                    </a:cubicBezTo>
                    <a:cubicBezTo>
                      <a:pt x="764" y="251"/>
                      <a:pt x="764" y="251"/>
                      <a:pt x="764" y="251"/>
                    </a:cubicBezTo>
                    <a:cubicBezTo>
                      <a:pt x="790" y="238"/>
                      <a:pt x="790" y="238"/>
                      <a:pt x="790" y="238"/>
                    </a:cubicBezTo>
                    <a:cubicBezTo>
                      <a:pt x="790" y="238"/>
                      <a:pt x="799" y="232"/>
                      <a:pt x="805" y="228"/>
                    </a:cubicBezTo>
                    <a:cubicBezTo>
                      <a:pt x="811" y="224"/>
                      <a:pt x="817" y="217"/>
                      <a:pt x="824" y="207"/>
                    </a:cubicBezTo>
                    <a:cubicBezTo>
                      <a:pt x="832" y="197"/>
                      <a:pt x="832" y="195"/>
                      <a:pt x="832" y="195"/>
                    </a:cubicBezTo>
                    <a:cubicBezTo>
                      <a:pt x="849" y="184"/>
                      <a:pt x="849" y="184"/>
                      <a:pt x="849" y="184"/>
                    </a:cubicBezTo>
                    <a:cubicBezTo>
                      <a:pt x="848" y="161"/>
                      <a:pt x="848" y="161"/>
                      <a:pt x="848" y="161"/>
                    </a:cubicBezTo>
                    <a:cubicBezTo>
                      <a:pt x="842" y="151"/>
                      <a:pt x="842" y="151"/>
                      <a:pt x="842" y="151"/>
                    </a:cubicBezTo>
                    <a:cubicBezTo>
                      <a:pt x="828" y="130"/>
                      <a:pt x="828" y="130"/>
                      <a:pt x="828" y="130"/>
                    </a:cubicBezTo>
                    <a:cubicBezTo>
                      <a:pt x="831" y="121"/>
                      <a:pt x="831" y="121"/>
                      <a:pt x="831" y="121"/>
                    </a:cubicBezTo>
                    <a:cubicBezTo>
                      <a:pt x="820" y="120"/>
                      <a:pt x="820" y="120"/>
                      <a:pt x="820" y="120"/>
                    </a:cubicBezTo>
                    <a:cubicBezTo>
                      <a:pt x="820" y="120"/>
                      <a:pt x="809" y="110"/>
                      <a:pt x="803" y="116"/>
                    </a:cubicBezTo>
                    <a:cubicBezTo>
                      <a:pt x="797" y="122"/>
                      <a:pt x="772" y="124"/>
                      <a:pt x="772" y="124"/>
                    </a:cubicBezTo>
                    <a:cubicBezTo>
                      <a:pt x="759" y="118"/>
                      <a:pt x="759" y="118"/>
                      <a:pt x="759" y="118"/>
                    </a:cubicBezTo>
                    <a:cubicBezTo>
                      <a:pt x="751" y="110"/>
                      <a:pt x="751" y="110"/>
                      <a:pt x="751" y="110"/>
                    </a:cubicBezTo>
                    <a:cubicBezTo>
                      <a:pt x="730" y="101"/>
                      <a:pt x="730" y="101"/>
                      <a:pt x="730" y="101"/>
                    </a:cubicBezTo>
                    <a:cubicBezTo>
                      <a:pt x="710" y="97"/>
                      <a:pt x="710" y="97"/>
                      <a:pt x="710" y="97"/>
                    </a:cubicBezTo>
                    <a:cubicBezTo>
                      <a:pt x="697" y="91"/>
                      <a:pt x="697" y="91"/>
                      <a:pt x="697" y="91"/>
                    </a:cubicBezTo>
                    <a:cubicBezTo>
                      <a:pt x="689" y="103"/>
                      <a:pt x="689" y="103"/>
                      <a:pt x="689" y="103"/>
                    </a:cubicBezTo>
                    <a:cubicBezTo>
                      <a:pt x="689" y="130"/>
                      <a:pt x="689" y="130"/>
                      <a:pt x="689" y="130"/>
                    </a:cubicBezTo>
                    <a:cubicBezTo>
                      <a:pt x="678" y="130"/>
                      <a:pt x="678" y="130"/>
                      <a:pt x="678" y="130"/>
                    </a:cubicBezTo>
                    <a:cubicBezTo>
                      <a:pt x="678" y="130"/>
                      <a:pt x="678" y="126"/>
                      <a:pt x="674" y="120"/>
                    </a:cubicBezTo>
                    <a:cubicBezTo>
                      <a:pt x="670" y="114"/>
                      <a:pt x="658" y="107"/>
                      <a:pt x="658" y="107"/>
                    </a:cubicBezTo>
                    <a:cubicBezTo>
                      <a:pt x="647" y="110"/>
                      <a:pt x="647" y="110"/>
                      <a:pt x="647" y="110"/>
                    </a:cubicBezTo>
                    <a:cubicBezTo>
                      <a:pt x="639" y="124"/>
                      <a:pt x="639" y="124"/>
                      <a:pt x="639" y="124"/>
                    </a:cubicBezTo>
                    <a:cubicBezTo>
                      <a:pt x="631" y="132"/>
                      <a:pt x="631" y="132"/>
                      <a:pt x="631" y="132"/>
                    </a:cubicBezTo>
                    <a:cubicBezTo>
                      <a:pt x="614" y="137"/>
                      <a:pt x="614" y="137"/>
                      <a:pt x="614" y="137"/>
                    </a:cubicBezTo>
                    <a:cubicBezTo>
                      <a:pt x="593" y="132"/>
                      <a:pt x="593" y="132"/>
                      <a:pt x="593" y="132"/>
                    </a:cubicBezTo>
                    <a:cubicBezTo>
                      <a:pt x="591" y="114"/>
                      <a:pt x="591" y="114"/>
                      <a:pt x="591" y="114"/>
                    </a:cubicBezTo>
                    <a:cubicBezTo>
                      <a:pt x="587" y="105"/>
                      <a:pt x="587" y="105"/>
                      <a:pt x="587" y="105"/>
                    </a:cubicBezTo>
                    <a:cubicBezTo>
                      <a:pt x="577" y="110"/>
                      <a:pt x="577" y="110"/>
                      <a:pt x="577" y="110"/>
                    </a:cubicBezTo>
                    <a:cubicBezTo>
                      <a:pt x="560" y="126"/>
                      <a:pt x="560" y="126"/>
                      <a:pt x="560" y="126"/>
                    </a:cubicBezTo>
                    <a:cubicBezTo>
                      <a:pt x="556" y="116"/>
                      <a:pt x="556" y="116"/>
                      <a:pt x="556" y="116"/>
                    </a:cubicBezTo>
                    <a:cubicBezTo>
                      <a:pt x="556" y="116"/>
                      <a:pt x="556" y="95"/>
                      <a:pt x="556" y="89"/>
                    </a:cubicBezTo>
                    <a:cubicBezTo>
                      <a:pt x="556" y="83"/>
                      <a:pt x="556" y="76"/>
                      <a:pt x="554" y="70"/>
                    </a:cubicBezTo>
                    <a:cubicBezTo>
                      <a:pt x="552" y="64"/>
                      <a:pt x="546" y="43"/>
                      <a:pt x="546" y="43"/>
                    </a:cubicBezTo>
                    <a:cubicBezTo>
                      <a:pt x="533" y="37"/>
                      <a:pt x="533" y="37"/>
                      <a:pt x="533" y="37"/>
                    </a:cubicBezTo>
                    <a:cubicBezTo>
                      <a:pt x="517" y="47"/>
                      <a:pt x="517" y="47"/>
                      <a:pt x="517" y="47"/>
                    </a:cubicBezTo>
                    <a:cubicBezTo>
                      <a:pt x="517" y="47"/>
                      <a:pt x="511" y="49"/>
                      <a:pt x="506" y="49"/>
                    </a:cubicBezTo>
                    <a:cubicBezTo>
                      <a:pt x="500" y="49"/>
                      <a:pt x="486" y="49"/>
                      <a:pt x="486" y="49"/>
                    </a:cubicBezTo>
                    <a:cubicBezTo>
                      <a:pt x="486" y="49"/>
                      <a:pt x="484" y="56"/>
                      <a:pt x="475" y="54"/>
                    </a:cubicBezTo>
                    <a:cubicBezTo>
                      <a:pt x="465" y="52"/>
                      <a:pt x="448" y="47"/>
                      <a:pt x="448" y="47"/>
                    </a:cubicBezTo>
                    <a:cubicBezTo>
                      <a:pt x="436" y="54"/>
                      <a:pt x="436" y="54"/>
                      <a:pt x="436" y="54"/>
                    </a:cubicBezTo>
                    <a:cubicBezTo>
                      <a:pt x="423" y="54"/>
                      <a:pt x="423" y="54"/>
                      <a:pt x="423" y="54"/>
                    </a:cubicBezTo>
                    <a:cubicBezTo>
                      <a:pt x="403" y="51"/>
                      <a:pt x="403" y="51"/>
                      <a:pt x="403" y="51"/>
                    </a:cubicBezTo>
                    <a:cubicBezTo>
                      <a:pt x="384" y="35"/>
                      <a:pt x="384" y="35"/>
                      <a:pt x="384" y="35"/>
                    </a:cubicBezTo>
                    <a:cubicBezTo>
                      <a:pt x="382" y="20"/>
                      <a:pt x="382" y="20"/>
                      <a:pt x="382" y="20"/>
                    </a:cubicBezTo>
                    <a:cubicBezTo>
                      <a:pt x="345" y="0"/>
                      <a:pt x="345" y="0"/>
                      <a:pt x="345" y="0"/>
                    </a:cubicBezTo>
                    <a:cubicBezTo>
                      <a:pt x="322" y="4"/>
                      <a:pt x="322" y="4"/>
                      <a:pt x="322" y="4"/>
                    </a:cubicBezTo>
                    <a:cubicBezTo>
                      <a:pt x="322" y="4"/>
                      <a:pt x="309" y="8"/>
                      <a:pt x="301" y="12"/>
                    </a:cubicBezTo>
                    <a:cubicBezTo>
                      <a:pt x="293" y="16"/>
                      <a:pt x="278" y="33"/>
                      <a:pt x="278" y="33"/>
                    </a:cubicBezTo>
                    <a:cubicBezTo>
                      <a:pt x="278" y="33"/>
                      <a:pt x="278" y="35"/>
                      <a:pt x="268" y="45"/>
                    </a:cubicBezTo>
                    <a:cubicBezTo>
                      <a:pt x="258" y="54"/>
                      <a:pt x="258" y="58"/>
                      <a:pt x="251" y="66"/>
                    </a:cubicBezTo>
                    <a:cubicBezTo>
                      <a:pt x="243" y="74"/>
                      <a:pt x="237" y="76"/>
                      <a:pt x="231" y="78"/>
                    </a:cubicBezTo>
                    <a:cubicBezTo>
                      <a:pt x="226" y="79"/>
                      <a:pt x="210" y="81"/>
                      <a:pt x="204" y="83"/>
                    </a:cubicBezTo>
                    <a:cubicBezTo>
                      <a:pt x="201" y="84"/>
                      <a:pt x="191" y="88"/>
                      <a:pt x="182" y="91"/>
                    </a:cubicBezTo>
                    <a:cubicBezTo>
                      <a:pt x="184" y="94"/>
                      <a:pt x="188" y="105"/>
                      <a:pt x="182" y="105"/>
                    </a:cubicBezTo>
                    <a:cubicBezTo>
                      <a:pt x="174" y="105"/>
                      <a:pt x="166" y="110"/>
                      <a:pt x="159" y="110"/>
                    </a:cubicBezTo>
                    <a:cubicBezTo>
                      <a:pt x="151" y="110"/>
                      <a:pt x="135" y="110"/>
                      <a:pt x="135" y="110"/>
                    </a:cubicBezTo>
                    <a:cubicBezTo>
                      <a:pt x="97" y="105"/>
                      <a:pt x="97" y="105"/>
                      <a:pt x="97" y="105"/>
                    </a:cubicBezTo>
                    <a:cubicBezTo>
                      <a:pt x="79" y="118"/>
                      <a:pt x="79" y="118"/>
                      <a:pt x="79" y="118"/>
                    </a:cubicBezTo>
                    <a:cubicBezTo>
                      <a:pt x="86" y="128"/>
                      <a:pt x="86" y="128"/>
                      <a:pt x="86" y="128"/>
                    </a:cubicBezTo>
                    <a:cubicBezTo>
                      <a:pt x="107" y="131"/>
                      <a:pt x="107" y="131"/>
                      <a:pt x="107" y="131"/>
                    </a:cubicBezTo>
                    <a:cubicBezTo>
                      <a:pt x="117" y="134"/>
                      <a:pt x="117" y="134"/>
                      <a:pt x="117" y="134"/>
                    </a:cubicBezTo>
                    <a:cubicBezTo>
                      <a:pt x="122" y="152"/>
                      <a:pt x="122" y="152"/>
                      <a:pt x="122" y="152"/>
                    </a:cubicBezTo>
                    <a:cubicBezTo>
                      <a:pt x="128" y="177"/>
                      <a:pt x="128" y="177"/>
                      <a:pt x="128" y="177"/>
                    </a:cubicBezTo>
                    <a:cubicBezTo>
                      <a:pt x="148" y="172"/>
                      <a:pt x="148" y="172"/>
                      <a:pt x="148" y="172"/>
                    </a:cubicBezTo>
                    <a:cubicBezTo>
                      <a:pt x="189" y="167"/>
                      <a:pt x="189" y="167"/>
                      <a:pt x="189" y="167"/>
                    </a:cubicBezTo>
                    <a:cubicBezTo>
                      <a:pt x="233" y="159"/>
                      <a:pt x="233" y="159"/>
                      <a:pt x="233" y="159"/>
                    </a:cubicBezTo>
                    <a:cubicBezTo>
                      <a:pt x="236" y="175"/>
                      <a:pt x="236" y="175"/>
                      <a:pt x="236" y="175"/>
                    </a:cubicBezTo>
                    <a:cubicBezTo>
                      <a:pt x="236" y="175"/>
                      <a:pt x="226" y="185"/>
                      <a:pt x="218" y="185"/>
                    </a:cubicBezTo>
                    <a:cubicBezTo>
                      <a:pt x="210" y="185"/>
                      <a:pt x="205" y="185"/>
                      <a:pt x="197" y="185"/>
                    </a:cubicBezTo>
                    <a:cubicBezTo>
                      <a:pt x="189" y="185"/>
                      <a:pt x="174" y="188"/>
                      <a:pt x="174" y="188"/>
                    </a:cubicBezTo>
                    <a:cubicBezTo>
                      <a:pt x="174" y="188"/>
                      <a:pt x="161" y="195"/>
                      <a:pt x="166" y="206"/>
                    </a:cubicBezTo>
                    <a:cubicBezTo>
                      <a:pt x="171" y="216"/>
                      <a:pt x="189" y="224"/>
                      <a:pt x="189" y="224"/>
                    </a:cubicBezTo>
                    <a:cubicBezTo>
                      <a:pt x="202" y="239"/>
                      <a:pt x="202" y="239"/>
                      <a:pt x="202" y="239"/>
                    </a:cubicBezTo>
                    <a:cubicBezTo>
                      <a:pt x="210" y="257"/>
                      <a:pt x="210" y="257"/>
                      <a:pt x="210" y="257"/>
                    </a:cubicBezTo>
                    <a:cubicBezTo>
                      <a:pt x="187" y="255"/>
                      <a:pt x="187" y="255"/>
                      <a:pt x="187" y="255"/>
                    </a:cubicBezTo>
                    <a:cubicBezTo>
                      <a:pt x="169" y="239"/>
                      <a:pt x="169" y="239"/>
                      <a:pt x="169" y="239"/>
                    </a:cubicBezTo>
                    <a:cubicBezTo>
                      <a:pt x="159" y="239"/>
                      <a:pt x="159" y="239"/>
                      <a:pt x="159" y="239"/>
                    </a:cubicBezTo>
                    <a:cubicBezTo>
                      <a:pt x="141" y="242"/>
                      <a:pt x="141" y="242"/>
                      <a:pt x="141" y="242"/>
                    </a:cubicBezTo>
                    <a:cubicBezTo>
                      <a:pt x="115" y="268"/>
                      <a:pt x="115" y="268"/>
                      <a:pt x="115" y="268"/>
                    </a:cubicBezTo>
                    <a:cubicBezTo>
                      <a:pt x="99" y="293"/>
                      <a:pt x="99" y="293"/>
                      <a:pt x="99" y="293"/>
                    </a:cubicBezTo>
                    <a:cubicBezTo>
                      <a:pt x="76" y="298"/>
                      <a:pt x="76" y="298"/>
                      <a:pt x="76" y="298"/>
                    </a:cubicBezTo>
                    <a:cubicBezTo>
                      <a:pt x="45" y="314"/>
                      <a:pt x="45" y="314"/>
                      <a:pt x="45" y="314"/>
                    </a:cubicBezTo>
                    <a:cubicBezTo>
                      <a:pt x="27" y="329"/>
                      <a:pt x="27" y="329"/>
                      <a:pt x="27" y="329"/>
                    </a:cubicBezTo>
                    <a:cubicBezTo>
                      <a:pt x="27" y="329"/>
                      <a:pt x="25" y="340"/>
                      <a:pt x="27" y="352"/>
                    </a:cubicBezTo>
                    <a:cubicBezTo>
                      <a:pt x="30" y="365"/>
                      <a:pt x="43" y="373"/>
                      <a:pt x="43" y="373"/>
                    </a:cubicBezTo>
                    <a:cubicBezTo>
                      <a:pt x="71" y="371"/>
                      <a:pt x="71" y="371"/>
                      <a:pt x="71" y="371"/>
                    </a:cubicBezTo>
                    <a:cubicBezTo>
                      <a:pt x="117" y="378"/>
                      <a:pt x="117" y="378"/>
                      <a:pt x="117" y="378"/>
                    </a:cubicBezTo>
                    <a:cubicBezTo>
                      <a:pt x="135" y="394"/>
                      <a:pt x="135" y="394"/>
                      <a:pt x="135" y="394"/>
                    </a:cubicBezTo>
                    <a:cubicBezTo>
                      <a:pt x="115" y="396"/>
                      <a:pt x="115" y="396"/>
                      <a:pt x="115" y="396"/>
                    </a:cubicBezTo>
                    <a:cubicBezTo>
                      <a:pt x="97" y="396"/>
                      <a:pt x="97" y="396"/>
                      <a:pt x="97" y="396"/>
                    </a:cubicBezTo>
                    <a:cubicBezTo>
                      <a:pt x="86" y="399"/>
                      <a:pt x="86" y="399"/>
                      <a:pt x="86" y="399"/>
                    </a:cubicBezTo>
                    <a:cubicBezTo>
                      <a:pt x="58" y="404"/>
                      <a:pt x="58" y="404"/>
                      <a:pt x="58" y="404"/>
                    </a:cubicBezTo>
                    <a:cubicBezTo>
                      <a:pt x="40" y="414"/>
                      <a:pt x="40" y="414"/>
                      <a:pt x="40" y="414"/>
                    </a:cubicBezTo>
                    <a:cubicBezTo>
                      <a:pt x="17" y="432"/>
                      <a:pt x="17" y="432"/>
                      <a:pt x="17" y="432"/>
                    </a:cubicBezTo>
                    <a:cubicBezTo>
                      <a:pt x="0" y="453"/>
                      <a:pt x="0" y="453"/>
                      <a:pt x="0" y="453"/>
                    </a:cubicBezTo>
                    <a:cubicBezTo>
                      <a:pt x="6" y="459"/>
                      <a:pt x="12" y="465"/>
                      <a:pt x="13" y="468"/>
                    </a:cubicBezTo>
                    <a:cubicBezTo>
                      <a:pt x="17" y="474"/>
                      <a:pt x="21" y="485"/>
                      <a:pt x="21" y="485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2" name="Freeform 22">
                <a:extLst>
                  <a:ext uri="{FF2B5EF4-FFF2-40B4-BE49-F238E27FC236}">
                    <a16:creationId xmlns:a16="http://schemas.microsoft.com/office/drawing/2014/main" id="{E6D50C8A-88F5-01D2-089F-CB18425BE5C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27909" y="4679520"/>
                <a:ext cx="1287336" cy="1166877"/>
              </a:xfrm>
              <a:custGeom>
                <a:avLst/>
                <a:gdLst>
                  <a:gd name="T0" fmla="*/ 836 w 881"/>
                  <a:gd name="T1" fmla="*/ 282 h 799"/>
                  <a:gd name="T2" fmla="*/ 798 w 881"/>
                  <a:gd name="T3" fmla="*/ 211 h 799"/>
                  <a:gd name="T4" fmla="*/ 786 w 881"/>
                  <a:gd name="T5" fmla="*/ 153 h 799"/>
                  <a:gd name="T6" fmla="*/ 697 w 881"/>
                  <a:gd name="T7" fmla="*/ 116 h 799"/>
                  <a:gd name="T8" fmla="*/ 612 w 881"/>
                  <a:gd name="T9" fmla="*/ 137 h 799"/>
                  <a:gd name="T10" fmla="*/ 535 w 881"/>
                  <a:gd name="T11" fmla="*/ 128 h 799"/>
                  <a:gd name="T12" fmla="*/ 469 w 881"/>
                  <a:gd name="T13" fmla="*/ 114 h 799"/>
                  <a:gd name="T14" fmla="*/ 483 w 881"/>
                  <a:gd name="T15" fmla="*/ 58 h 799"/>
                  <a:gd name="T16" fmla="*/ 456 w 881"/>
                  <a:gd name="T17" fmla="*/ 14 h 799"/>
                  <a:gd name="T18" fmla="*/ 411 w 881"/>
                  <a:gd name="T19" fmla="*/ 62 h 799"/>
                  <a:gd name="T20" fmla="*/ 369 w 881"/>
                  <a:gd name="T21" fmla="*/ 0 h 799"/>
                  <a:gd name="T22" fmla="*/ 303 w 881"/>
                  <a:gd name="T23" fmla="*/ 51 h 799"/>
                  <a:gd name="T24" fmla="*/ 247 w 881"/>
                  <a:gd name="T25" fmla="*/ 105 h 799"/>
                  <a:gd name="T26" fmla="*/ 193 w 881"/>
                  <a:gd name="T27" fmla="*/ 101 h 799"/>
                  <a:gd name="T28" fmla="*/ 174 w 881"/>
                  <a:gd name="T29" fmla="*/ 35 h 799"/>
                  <a:gd name="T30" fmla="*/ 139 w 881"/>
                  <a:gd name="T31" fmla="*/ 26 h 799"/>
                  <a:gd name="T32" fmla="*/ 111 w 881"/>
                  <a:gd name="T33" fmla="*/ 85 h 799"/>
                  <a:gd name="T34" fmla="*/ 62 w 881"/>
                  <a:gd name="T35" fmla="*/ 165 h 799"/>
                  <a:gd name="T36" fmla="*/ 147 w 881"/>
                  <a:gd name="T37" fmla="*/ 253 h 799"/>
                  <a:gd name="T38" fmla="*/ 93 w 881"/>
                  <a:gd name="T39" fmla="*/ 271 h 799"/>
                  <a:gd name="T40" fmla="*/ 67 w 881"/>
                  <a:gd name="T41" fmla="*/ 317 h 799"/>
                  <a:gd name="T42" fmla="*/ 87 w 881"/>
                  <a:gd name="T43" fmla="*/ 358 h 799"/>
                  <a:gd name="T44" fmla="*/ 67 w 881"/>
                  <a:gd name="T45" fmla="*/ 467 h 799"/>
                  <a:gd name="T46" fmla="*/ 144 w 881"/>
                  <a:gd name="T47" fmla="*/ 531 h 799"/>
                  <a:gd name="T48" fmla="*/ 80 w 881"/>
                  <a:gd name="T49" fmla="*/ 518 h 799"/>
                  <a:gd name="T50" fmla="*/ 82 w 881"/>
                  <a:gd name="T51" fmla="*/ 582 h 799"/>
                  <a:gd name="T52" fmla="*/ 33 w 881"/>
                  <a:gd name="T53" fmla="*/ 505 h 799"/>
                  <a:gd name="T54" fmla="*/ 15 w 881"/>
                  <a:gd name="T55" fmla="*/ 572 h 799"/>
                  <a:gd name="T56" fmla="*/ 100 w 881"/>
                  <a:gd name="T57" fmla="*/ 660 h 799"/>
                  <a:gd name="T58" fmla="*/ 108 w 881"/>
                  <a:gd name="T59" fmla="*/ 732 h 799"/>
                  <a:gd name="T60" fmla="*/ 149 w 881"/>
                  <a:gd name="T61" fmla="*/ 796 h 799"/>
                  <a:gd name="T62" fmla="*/ 232 w 881"/>
                  <a:gd name="T63" fmla="*/ 711 h 799"/>
                  <a:gd name="T64" fmla="*/ 296 w 881"/>
                  <a:gd name="T65" fmla="*/ 624 h 799"/>
                  <a:gd name="T66" fmla="*/ 314 w 881"/>
                  <a:gd name="T67" fmla="*/ 724 h 799"/>
                  <a:gd name="T68" fmla="*/ 389 w 881"/>
                  <a:gd name="T69" fmla="*/ 688 h 799"/>
                  <a:gd name="T70" fmla="*/ 417 w 881"/>
                  <a:gd name="T71" fmla="*/ 608 h 799"/>
                  <a:gd name="T72" fmla="*/ 502 w 881"/>
                  <a:gd name="T73" fmla="*/ 570 h 799"/>
                  <a:gd name="T74" fmla="*/ 597 w 881"/>
                  <a:gd name="T75" fmla="*/ 541 h 799"/>
                  <a:gd name="T76" fmla="*/ 567 w 881"/>
                  <a:gd name="T77" fmla="*/ 570 h 799"/>
                  <a:gd name="T78" fmla="*/ 525 w 881"/>
                  <a:gd name="T79" fmla="*/ 631 h 799"/>
                  <a:gd name="T80" fmla="*/ 505 w 881"/>
                  <a:gd name="T81" fmla="*/ 688 h 799"/>
                  <a:gd name="T82" fmla="*/ 579 w 881"/>
                  <a:gd name="T83" fmla="*/ 750 h 799"/>
                  <a:gd name="T84" fmla="*/ 628 w 881"/>
                  <a:gd name="T85" fmla="*/ 709 h 799"/>
                  <a:gd name="T86" fmla="*/ 670 w 881"/>
                  <a:gd name="T87" fmla="*/ 657 h 799"/>
                  <a:gd name="T88" fmla="*/ 662 w 881"/>
                  <a:gd name="T89" fmla="*/ 588 h 799"/>
                  <a:gd name="T90" fmla="*/ 695 w 881"/>
                  <a:gd name="T91" fmla="*/ 482 h 799"/>
                  <a:gd name="T92" fmla="*/ 752 w 881"/>
                  <a:gd name="T93" fmla="*/ 552 h 799"/>
                  <a:gd name="T94" fmla="*/ 773 w 881"/>
                  <a:gd name="T95" fmla="*/ 626 h 799"/>
                  <a:gd name="T96" fmla="*/ 821 w 881"/>
                  <a:gd name="T97" fmla="*/ 570 h 799"/>
                  <a:gd name="T98" fmla="*/ 863 w 881"/>
                  <a:gd name="T99" fmla="*/ 526 h 799"/>
                  <a:gd name="T100" fmla="*/ 778 w 881"/>
                  <a:gd name="T101" fmla="*/ 485 h 799"/>
                  <a:gd name="T102" fmla="*/ 816 w 881"/>
                  <a:gd name="T103" fmla="*/ 443 h 799"/>
                  <a:gd name="T104" fmla="*/ 873 w 881"/>
                  <a:gd name="T105" fmla="*/ 391 h 799"/>
                  <a:gd name="T106" fmla="*/ 436 w 881"/>
                  <a:gd name="T107" fmla="*/ 265 h 799"/>
                  <a:gd name="T108" fmla="*/ 390 w 881"/>
                  <a:gd name="T109" fmla="*/ 278 h 799"/>
                  <a:gd name="T110" fmla="*/ 309 w 881"/>
                  <a:gd name="T111" fmla="*/ 273 h 799"/>
                  <a:gd name="T112" fmla="*/ 251 w 881"/>
                  <a:gd name="T113" fmla="*/ 236 h 799"/>
                  <a:gd name="T114" fmla="*/ 284 w 881"/>
                  <a:gd name="T115" fmla="*/ 165 h 799"/>
                  <a:gd name="T116" fmla="*/ 386 w 881"/>
                  <a:gd name="T117" fmla="*/ 159 h 799"/>
                  <a:gd name="T118" fmla="*/ 444 w 881"/>
                  <a:gd name="T119" fmla="*/ 209 h 7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881" h="799">
                    <a:moveTo>
                      <a:pt x="879" y="354"/>
                    </a:moveTo>
                    <a:cubicBezTo>
                      <a:pt x="879" y="342"/>
                      <a:pt x="873" y="340"/>
                      <a:pt x="869" y="329"/>
                    </a:cubicBezTo>
                    <a:cubicBezTo>
                      <a:pt x="865" y="317"/>
                      <a:pt x="854" y="319"/>
                      <a:pt x="854" y="319"/>
                    </a:cubicBezTo>
                    <a:cubicBezTo>
                      <a:pt x="854" y="319"/>
                      <a:pt x="836" y="296"/>
                      <a:pt x="836" y="282"/>
                    </a:cubicBezTo>
                    <a:cubicBezTo>
                      <a:pt x="836" y="269"/>
                      <a:pt x="831" y="259"/>
                      <a:pt x="831" y="259"/>
                    </a:cubicBezTo>
                    <a:cubicBezTo>
                      <a:pt x="813" y="253"/>
                      <a:pt x="813" y="253"/>
                      <a:pt x="813" y="253"/>
                    </a:cubicBezTo>
                    <a:cubicBezTo>
                      <a:pt x="813" y="253"/>
                      <a:pt x="800" y="240"/>
                      <a:pt x="798" y="234"/>
                    </a:cubicBezTo>
                    <a:cubicBezTo>
                      <a:pt x="796" y="228"/>
                      <a:pt x="798" y="224"/>
                      <a:pt x="798" y="211"/>
                    </a:cubicBezTo>
                    <a:cubicBezTo>
                      <a:pt x="798" y="197"/>
                      <a:pt x="794" y="188"/>
                      <a:pt x="794" y="182"/>
                    </a:cubicBezTo>
                    <a:cubicBezTo>
                      <a:pt x="794" y="176"/>
                      <a:pt x="798" y="163"/>
                      <a:pt x="798" y="163"/>
                    </a:cubicBezTo>
                    <a:cubicBezTo>
                      <a:pt x="790" y="149"/>
                      <a:pt x="790" y="149"/>
                      <a:pt x="790" y="149"/>
                    </a:cubicBezTo>
                    <a:cubicBezTo>
                      <a:pt x="789" y="154"/>
                      <a:pt x="796" y="158"/>
                      <a:pt x="786" y="153"/>
                    </a:cubicBezTo>
                    <a:cubicBezTo>
                      <a:pt x="775" y="147"/>
                      <a:pt x="765" y="141"/>
                      <a:pt x="761" y="136"/>
                    </a:cubicBezTo>
                    <a:cubicBezTo>
                      <a:pt x="757" y="130"/>
                      <a:pt x="753" y="122"/>
                      <a:pt x="740" y="122"/>
                    </a:cubicBezTo>
                    <a:cubicBezTo>
                      <a:pt x="726" y="122"/>
                      <a:pt x="715" y="120"/>
                      <a:pt x="715" y="120"/>
                    </a:cubicBezTo>
                    <a:cubicBezTo>
                      <a:pt x="697" y="116"/>
                      <a:pt x="697" y="116"/>
                      <a:pt x="697" y="116"/>
                    </a:cubicBezTo>
                    <a:cubicBezTo>
                      <a:pt x="678" y="136"/>
                      <a:pt x="678" y="136"/>
                      <a:pt x="678" y="136"/>
                    </a:cubicBezTo>
                    <a:cubicBezTo>
                      <a:pt x="655" y="141"/>
                      <a:pt x="655" y="141"/>
                      <a:pt x="655" y="141"/>
                    </a:cubicBezTo>
                    <a:cubicBezTo>
                      <a:pt x="630" y="137"/>
                      <a:pt x="630" y="137"/>
                      <a:pt x="630" y="137"/>
                    </a:cubicBezTo>
                    <a:cubicBezTo>
                      <a:pt x="612" y="137"/>
                      <a:pt x="612" y="137"/>
                      <a:pt x="612" y="137"/>
                    </a:cubicBezTo>
                    <a:cubicBezTo>
                      <a:pt x="587" y="124"/>
                      <a:pt x="587" y="124"/>
                      <a:pt x="587" y="124"/>
                    </a:cubicBezTo>
                    <a:cubicBezTo>
                      <a:pt x="587" y="124"/>
                      <a:pt x="579" y="118"/>
                      <a:pt x="572" y="122"/>
                    </a:cubicBezTo>
                    <a:cubicBezTo>
                      <a:pt x="564" y="126"/>
                      <a:pt x="560" y="126"/>
                      <a:pt x="554" y="126"/>
                    </a:cubicBezTo>
                    <a:cubicBezTo>
                      <a:pt x="549" y="126"/>
                      <a:pt x="543" y="128"/>
                      <a:pt x="535" y="128"/>
                    </a:cubicBezTo>
                    <a:cubicBezTo>
                      <a:pt x="527" y="128"/>
                      <a:pt x="514" y="132"/>
                      <a:pt x="514" y="132"/>
                    </a:cubicBezTo>
                    <a:cubicBezTo>
                      <a:pt x="502" y="136"/>
                      <a:pt x="502" y="136"/>
                      <a:pt x="502" y="136"/>
                    </a:cubicBezTo>
                    <a:cubicBezTo>
                      <a:pt x="489" y="120"/>
                      <a:pt x="489" y="120"/>
                      <a:pt x="489" y="120"/>
                    </a:cubicBezTo>
                    <a:cubicBezTo>
                      <a:pt x="469" y="114"/>
                      <a:pt x="469" y="114"/>
                      <a:pt x="469" y="114"/>
                    </a:cubicBezTo>
                    <a:cubicBezTo>
                      <a:pt x="475" y="105"/>
                      <a:pt x="475" y="105"/>
                      <a:pt x="475" y="105"/>
                    </a:cubicBezTo>
                    <a:cubicBezTo>
                      <a:pt x="489" y="93"/>
                      <a:pt x="489" y="93"/>
                      <a:pt x="489" y="93"/>
                    </a:cubicBezTo>
                    <a:cubicBezTo>
                      <a:pt x="489" y="74"/>
                      <a:pt x="489" y="74"/>
                      <a:pt x="489" y="74"/>
                    </a:cubicBezTo>
                    <a:cubicBezTo>
                      <a:pt x="483" y="58"/>
                      <a:pt x="483" y="58"/>
                      <a:pt x="483" y="58"/>
                    </a:cubicBezTo>
                    <a:cubicBezTo>
                      <a:pt x="492" y="43"/>
                      <a:pt x="492" y="43"/>
                      <a:pt x="492" y="43"/>
                    </a:cubicBezTo>
                    <a:cubicBezTo>
                      <a:pt x="489" y="22"/>
                      <a:pt x="489" y="22"/>
                      <a:pt x="489" y="22"/>
                    </a:cubicBezTo>
                    <a:cubicBezTo>
                      <a:pt x="473" y="10"/>
                      <a:pt x="473" y="10"/>
                      <a:pt x="473" y="10"/>
                    </a:cubicBezTo>
                    <a:cubicBezTo>
                      <a:pt x="456" y="14"/>
                      <a:pt x="456" y="14"/>
                      <a:pt x="456" y="14"/>
                    </a:cubicBezTo>
                    <a:cubicBezTo>
                      <a:pt x="438" y="31"/>
                      <a:pt x="438" y="31"/>
                      <a:pt x="438" y="31"/>
                    </a:cubicBezTo>
                    <a:cubicBezTo>
                      <a:pt x="436" y="60"/>
                      <a:pt x="436" y="60"/>
                      <a:pt x="436" y="60"/>
                    </a:cubicBezTo>
                    <a:cubicBezTo>
                      <a:pt x="423" y="70"/>
                      <a:pt x="423" y="70"/>
                      <a:pt x="423" y="70"/>
                    </a:cubicBezTo>
                    <a:cubicBezTo>
                      <a:pt x="411" y="62"/>
                      <a:pt x="411" y="62"/>
                      <a:pt x="411" y="62"/>
                    </a:cubicBezTo>
                    <a:cubicBezTo>
                      <a:pt x="408" y="43"/>
                      <a:pt x="408" y="43"/>
                      <a:pt x="408" y="43"/>
                    </a:cubicBezTo>
                    <a:cubicBezTo>
                      <a:pt x="408" y="43"/>
                      <a:pt x="396" y="24"/>
                      <a:pt x="394" y="18"/>
                    </a:cubicBezTo>
                    <a:cubicBezTo>
                      <a:pt x="392" y="12"/>
                      <a:pt x="382" y="4"/>
                      <a:pt x="382" y="4"/>
                    </a:cubicBezTo>
                    <a:cubicBezTo>
                      <a:pt x="369" y="0"/>
                      <a:pt x="369" y="0"/>
                      <a:pt x="369" y="0"/>
                    </a:cubicBezTo>
                    <a:cubicBezTo>
                      <a:pt x="340" y="0"/>
                      <a:pt x="340" y="0"/>
                      <a:pt x="340" y="0"/>
                    </a:cubicBezTo>
                    <a:cubicBezTo>
                      <a:pt x="340" y="0"/>
                      <a:pt x="319" y="2"/>
                      <a:pt x="315" y="8"/>
                    </a:cubicBezTo>
                    <a:cubicBezTo>
                      <a:pt x="311" y="14"/>
                      <a:pt x="305" y="29"/>
                      <a:pt x="305" y="29"/>
                    </a:cubicBezTo>
                    <a:cubicBezTo>
                      <a:pt x="305" y="29"/>
                      <a:pt x="307" y="43"/>
                      <a:pt x="303" y="51"/>
                    </a:cubicBezTo>
                    <a:cubicBezTo>
                      <a:pt x="299" y="58"/>
                      <a:pt x="290" y="72"/>
                      <a:pt x="290" y="72"/>
                    </a:cubicBezTo>
                    <a:cubicBezTo>
                      <a:pt x="270" y="83"/>
                      <a:pt x="270" y="83"/>
                      <a:pt x="270" y="83"/>
                    </a:cubicBezTo>
                    <a:cubicBezTo>
                      <a:pt x="253" y="89"/>
                      <a:pt x="253" y="89"/>
                      <a:pt x="253" y="89"/>
                    </a:cubicBezTo>
                    <a:cubicBezTo>
                      <a:pt x="247" y="105"/>
                      <a:pt x="247" y="105"/>
                      <a:pt x="247" y="105"/>
                    </a:cubicBezTo>
                    <a:cubicBezTo>
                      <a:pt x="234" y="107"/>
                      <a:pt x="234" y="107"/>
                      <a:pt x="234" y="107"/>
                    </a:cubicBezTo>
                    <a:cubicBezTo>
                      <a:pt x="222" y="99"/>
                      <a:pt x="222" y="99"/>
                      <a:pt x="222" y="99"/>
                    </a:cubicBezTo>
                    <a:cubicBezTo>
                      <a:pt x="207" y="97"/>
                      <a:pt x="207" y="97"/>
                      <a:pt x="207" y="97"/>
                    </a:cubicBezTo>
                    <a:cubicBezTo>
                      <a:pt x="193" y="101"/>
                      <a:pt x="193" y="101"/>
                      <a:pt x="193" y="101"/>
                    </a:cubicBezTo>
                    <a:cubicBezTo>
                      <a:pt x="193" y="101"/>
                      <a:pt x="182" y="97"/>
                      <a:pt x="182" y="91"/>
                    </a:cubicBezTo>
                    <a:cubicBezTo>
                      <a:pt x="182" y="85"/>
                      <a:pt x="178" y="74"/>
                      <a:pt x="178" y="74"/>
                    </a:cubicBezTo>
                    <a:cubicBezTo>
                      <a:pt x="178" y="74"/>
                      <a:pt x="170" y="66"/>
                      <a:pt x="170" y="56"/>
                    </a:cubicBezTo>
                    <a:cubicBezTo>
                      <a:pt x="170" y="47"/>
                      <a:pt x="174" y="35"/>
                      <a:pt x="174" y="35"/>
                    </a:cubicBezTo>
                    <a:cubicBezTo>
                      <a:pt x="174" y="35"/>
                      <a:pt x="170" y="24"/>
                      <a:pt x="166" y="18"/>
                    </a:cubicBezTo>
                    <a:cubicBezTo>
                      <a:pt x="165" y="15"/>
                      <a:pt x="159" y="9"/>
                      <a:pt x="153" y="3"/>
                    </a:cubicBezTo>
                    <a:cubicBezTo>
                      <a:pt x="149" y="8"/>
                      <a:pt x="149" y="8"/>
                      <a:pt x="149" y="8"/>
                    </a:cubicBezTo>
                    <a:cubicBezTo>
                      <a:pt x="139" y="26"/>
                      <a:pt x="139" y="26"/>
                      <a:pt x="139" y="26"/>
                    </a:cubicBezTo>
                    <a:cubicBezTo>
                      <a:pt x="134" y="47"/>
                      <a:pt x="134" y="47"/>
                      <a:pt x="134" y="47"/>
                    </a:cubicBezTo>
                    <a:cubicBezTo>
                      <a:pt x="134" y="65"/>
                      <a:pt x="134" y="65"/>
                      <a:pt x="134" y="65"/>
                    </a:cubicBezTo>
                    <a:cubicBezTo>
                      <a:pt x="118" y="75"/>
                      <a:pt x="118" y="75"/>
                      <a:pt x="118" y="75"/>
                    </a:cubicBezTo>
                    <a:cubicBezTo>
                      <a:pt x="111" y="85"/>
                      <a:pt x="111" y="85"/>
                      <a:pt x="111" y="85"/>
                    </a:cubicBezTo>
                    <a:cubicBezTo>
                      <a:pt x="98" y="111"/>
                      <a:pt x="98" y="111"/>
                      <a:pt x="98" y="111"/>
                    </a:cubicBezTo>
                    <a:cubicBezTo>
                      <a:pt x="72" y="124"/>
                      <a:pt x="72" y="124"/>
                      <a:pt x="72" y="124"/>
                    </a:cubicBezTo>
                    <a:cubicBezTo>
                      <a:pt x="62" y="150"/>
                      <a:pt x="62" y="150"/>
                      <a:pt x="62" y="150"/>
                    </a:cubicBezTo>
                    <a:cubicBezTo>
                      <a:pt x="62" y="165"/>
                      <a:pt x="62" y="165"/>
                      <a:pt x="62" y="165"/>
                    </a:cubicBezTo>
                    <a:cubicBezTo>
                      <a:pt x="87" y="175"/>
                      <a:pt x="87" y="175"/>
                      <a:pt x="87" y="175"/>
                    </a:cubicBezTo>
                    <a:cubicBezTo>
                      <a:pt x="106" y="212"/>
                      <a:pt x="106" y="212"/>
                      <a:pt x="106" y="212"/>
                    </a:cubicBezTo>
                    <a:cubicBezTo>
                      <a:pt x="131" y="242"/>
                      <a:pt x="131" y="242"/>
                      <a:pt x="131" y="242"/>
                    </a:cubicBezTo>
                    <a:cubicBezTo>
                      <a:pt x="147" y="253"/>
                      <a:pt x="147" y="253"/>
                      <a:pt x="147" y="253"/>
                    </a:cubicBezTo>
                    <a:cubicBezTo>
                      <a:pt x="142" y="266"/>
                      <a:pt x="142" y="266"/>
                      <a:pt x="142" y="266"/>
                    </a:cubicBezTo>
                    <a:cubicBezTo>
                      <a:pt x="121" y="279"/>
                      <a:pt x="121" y="279"/>
                      <a:pt x="121" y="279"/>
                    </a:cubicBezTo>
                    <a:cubicBezTo>
                      <a:pt x="111" y="294"/>
                      <a:pt x="111" y="294"/>
                      <a:pt x="111" y="294"/>
                    </a:cubicBezTo>
                    <a:cubicBezTo>
                      <a:pt x="93" y="271"/>
                      <a:pt x="93" y="271"/>
                      <a:pt x="93" y="271"/>
                    </a:cubicBezTo>
                    <a:cubicBezTo>
                      <a:pt x="75" y="279"/>
                      <a:pt x="75" y="279"/>
                      <a:pt x="75" y="279"/>
                    </a:cubicBezTo>
                    <a:cubicBezTo>
                      <a:pt x="75" y="279"/>
                      <a:pt x="69" y="284"/>
                      <a:pt x="75" y="291"/>
                    </a:cubicBezTo>
                    <a:cubicBezTo>
                      <a:pt x="80" y="299"/>
                      <a:pt x="80" y="299"/>
                      <a:pt x="80" y="299"/>
                    </a:cubicBezTo>
                    <a:cubicBezTo>
                      <a:pt x="67" y="317"/>
                      <a:pt x="67" y="317"/>
                      <a:pt x="67" y="317"/>
                    </a:cubicBezTo>
                    <a:cubicBezTo>
                      <a:pt x="57" y="333"/>
                      <a:pt x="57" y="333"/>
                      <a:pt x="57" y="333"/>
                    </a:cubicBezTo>
                    <a:cubicBezTo>
                      <a:pt x="44" y="348"/>
                      <a:pt x="44" y="348"/>
                      <a:pt x="44" y="348"/>
                    </a:cubicBezTo>
                    <a:cubicBezTo>
                      <a:pt x="64" y="361"/>
                      <a:pt x="64" y="361"/>
                      <a:pt x="64" y="361"/>
                    </a:cubicBezTo>
                    <a:cubicBezTo>
                      <a:pt x="87" y="358"/>
                      <a:pt x="87" y="358"/>
                      <a:pt x="87" y="358"/>
                    </a:cubicBezTo>
                    <a:cubicBezTo>
                      <a:pt x="98" y="384"/>
                      <a:pt x="98" y="384"/>
                      <a:pt x="98" y="384"/>
                    </a:cubicBezTo>
                    <a:cubicBezTo>
                      <a:pt x="82" y="407"/>
                      <a:pt x="82" y="407"/>
                      <a:pt x="82" y="407"/>
                    </a:cubicBezTo>
                    <a:cubicBezTo>
                      <a:pt x="82" y="407"/>
                      <a:pt x="67" y="420"/>
                      <a:pt x="67" y="428"/>
                    </a:cubicBezTo>
                    <a:cubicBezTo>
                      <a:pt x="67" y="436"/>
                      <a:pt x="67" y="467"/>
                      <a:pt x="67" y="467"/>
                    </a:cubicBezTo>
                    <a:cubicBezTo>
                      <a:pt x="75" y="487"/>
                      <a:pt x="75" y="487"/>
                      <a:pt x="75" y="487"/>
                    </a:cubicBezTo>
                    <a:cubicBezTo>
                      <a:pt x="100" y="497"/>
                      <a:pt x="100" y="497"/>
                      <a:pt x="100" y="497"/>
                    </a:cubicBezTo>
                    <a:cubicBezTo>
                      <a:pt x="121" y="513"/>
                      <a:pt x="121" y="513"/>
                      <a:pt x="121" y="513"/>
                    </a:cubicBezTo>
                    <a:cubicBezTo>
                      <a:pt x="144" y="531"/>
                      <a:pt x="144" y="531"/>
                      <a:pt x="144" y="531"/>
                    </a:cubicBezTo>
                    <a:cubicBezTo>
                      <a:pt x="144" y="552"/>
                      <a:pt x="144" y="552"/>
                      <a:pt x="144" y="552"/>
                    </a:cubicBezTo>
                    <a:cubicBezTo>
                      <a:pt x="124" y="546"/>
                      <a:pt x="124" y="546"/>
                      <a:pt x="124" y="546"/>
                    </a:cubicBezTo>
                    <a:cubicBezTo>
                      <a:pt x="103" y="523"/>
                      <a:pt x="103" y="523"/>
                      <a:pt x="103" y="523"/>
                    </a:cubicBezTo>
                    <a:cubicBezTo>
                      <a:pt x="80" y="518"/>
                      <a:pt x="80" y="518"/>
                      <a:pt x="80" y="518"/>
                    </a:cubicBezTo>
                    <a:cubicBezTo>
                      <a:pt x="69" y="523"/>
                      <a:pt x="69" y="523"/>
                      <a:pt x="69" y="523"/>
                    </a:cubicBezTo>
                    <a:cubicBezTo>
                      <a:pt x="69" y="539"/>
                      <a:pt x="69" y="539"/>
                      <a:pt x="69" y="539"/>
                    </a:cubicBezTo>
                    <a:cubicBezTo>
                      <a:pt x="82" y="557"/>
                      <a:pt x="82" y="557"/>
                      <a:pt x="82" y="557"/>
                    </a:cubicBezTo>
                    <a:cubicBezTo>
                      <a:pt x="82" y="582"/>
                      <a:pt x="82" y="582"/>
                      <a:pt x="82" y="582"/>
                    </a:cubicBezTo>
                    <a:cubicBezTo>
                      <a:pt x="62" y="577"/>
                      <a:pt x="62" y="577"/>
                      <a:pt x="62" y="577"/>
                    </a:cubicBezTo>
                    <a:cubicBezTo>
                      <a:pt x="62" y="577"/>
                      <a:pt x="59" y="552"/>
                      <a:pt x="57" y="544"/>
                    </a:cubicBezTo>
                    <a:cubicBezTo>
                      <a:pt x="54" y="536"/>
                      <a:pt x="46" y="515"/>
                      <a:pt x="46" y="515"/>
                    </a:cubicBezTo>
                    <a:cubicBezTo>
                      <a:pt x="33" y="505"/>
                      <a:pt x="33" y="505"/>
                      <a:pt x="33" y="505"/>
                    </a:cubicBezTo>
                    <a:cubicBezTo>
                      <a:pt x="13" y="503"/>
                      <a:pt x="13" y="503"/>
                      <a:pt x="13" y="503"/>
                    </a:cubicBezTo>
                    <a:cubicBezTo>
                      <a:pt x="13" y="503"/>
                      <a:pt x="0" y="513"/>
                      <a:pt x="0" y="521"/>
                    </a:cubicBezTo>
                    <a:cubicBezTo>
                      <a:pt x="0" y="528"/>
                      <a:pt x="5" y="552"/>
                      <a:pt x="5" y="552"/>
                    </a:cubicBezTo>
                    <a:cubicBezTo>
                      <a:pt x="15" y="572"/>
                      <a:pt x="15" y="572"/>
                      <a:pt x="15" y="572"/>
                    </a:cubicBezTo>
                    <a:cubicBezTo>
                      <a:pt x="15" y="572"/>
                      <a:pt x="33" y="593"/>
                      <a:pt x="44" y="606"/>
                    </a:cubicBezTo>
                    <a:cubicBezTo>
                      <a:pt x="54" y="618"/>
                      <a:pt x="59" y="629"/>
                      <a:pt x="67" y="629"/>
                    </a:cubicBezTo>
                    <a:cubicBezTo>
                      <a:pt x="75" y="629"/>
                      <a:pt x="90" y="631"/>
                      <a:pt x="90" y="631"/>
                    </a:cubicBezTo>
                    <a:cubicBezTo>
                      <a:pt x="100" y="660"/>
                      <a:pt x="100" y="660"/>
                      <a:pt x="100" y="660"/>
                    </a:cubicBezTo>
                    <a:cubicBezTo>
                      <a:pt x="106" y="685"/>
                      <a:pt x="106" y="685"/>
                      <a:pt x="106" y="685"/>
                    </a:cubicBezTo>
                    <a:cubicBezTo>
                      <a:pt x="121" y="698"/>
                      <a:pt x="121" y="698"/>
                      <a:pt x="121" y="698"/>
                    </a:cubicBezTo>
                    <a:cubicBezTo>
                      <a:pt x="113" y="716"/>
                      <a:pt x="113" y="716"/>
                      <a:pt x="113" y="716"/>
                    </a:cubicBezTo>
                    <a:cubicBezTo>
                      <a:pt x="108" y="732"/>
                      <a:pt x="108" y="732"/>
                      <a:pt x="108" y="732"/>
                    </a:cubicBezTo>
                    <a:cubicBezTo>
                      <a:pt x="108" y="732"/>
                      <a:pt x="106" y="737"/>
                      <a:pt x="106" y="747"/>
                    </a:cubicBezTo>
                    <a:cubicBezTo>
                      <a:pt x="106" y="758"/>
                      <a:pt x="116" y="781"/>
                      <a:pt x="116" y="781"/>
                    </a:cubicBezTo>
                    <a:cubicBezTo>
                      <a:pt x="126" y="799"/>
                      <a:pt x="126" y="799"/>
                      <a:pt x="126" y="799"/>
                    </a:cubicBezTo>
                    <a:cubicBezTo>
                      <a:pt x="149" y="796"/>
                      <a:pt x="149" y="796"/>
                      <a:pt x="149" y="796"/>
                    </a:cubicBezTo>
                    <a:cubicBezTo>
                      <a:pt x="149" y="796"/>
                      <a:pt x="162" y="791"/>
                      <a:pt x="170" y="781"/>
                    </a:cubicBezTo>
                    <a:cubicBezTo>
                      <a:pt x="178" y="770"/>
                      <a:pt x="180" y="763"/>
                      <a:pt x="183" y="750"/>
                    </a:cubicBezTo>
                    <a:cubicBezTo>
                      <a:pt x="185" y="737"/>
                      <a:pt x="196" y="732"/>
                      <a:pt x="196" y="732"/>
                    </a:cubicBezTo>
                    <a:cubicBezTo>
                      <a:pt x="232" y="711"/>
                      <a:pt x="232" y="711"/>
                      <a:pt x="232" y="711"/>
                    </a:cubicBezTo>
                    <a:cubicBezTo>
                      <a:pt x="252" y="706"/>
                      <a:pt x="252" y="706"/>
                      <a:pt x="252" y="706"/>
                    </a:cubicBezTo>
                    <a:cubicBezTo>
                      <a:pt x="252" y="706"/>
                      <a:pt x="265" y="696"/>
                      <a:pt x="265" y="688"/>
                    </a:cubicBezTo>
                    <a:cubicBezTo>
                      <a:pt x="265" y="680"/>
                      <a:pt x="275" y="644"/>
                      <a:pt x="275" y="644"/>
                    </a:cubicBezTo>
                    <a:cubicBezTo>
                      <a:pt x="296" y="624"/>
                      <a:pt x="296" y="624"/>
                      <a:pt x="296" y="624"/>
                    </a:cubicBezTo>
                    <a:cubicBezTo>
                      <a:pt x="296" y="624"/>
                      <a:pt x="304" y="639"/>
                      <a:pt x="301" y="647"/>
                    </a:cubicBezTo>
                    <a:cubicBezTo>
                      <a:pt x="299" y="655"/>
                      <a:pt x="296" y="657"/>
                      <a:pt x="296" y="670"/>
                    </a:cubicBezTo>
                    <a:cubicBezTo>
                      <a:pt x="296" y="683"/>
                      <a:pt x="299" y="701"/>
                      <a:pt x="301" y="709"/>
                    </a:cubicBezTo>
                    <a:cubicBezTo>
                      <a:pt x="304" y="716"/>
                      <a:pt x="314" y="724"/>
                      <a:pt x="314" y="724"/>
                    </a:cubicBezTo>
                    <a:cubicBezTo>
                      <a:pt x="314" y="724"/>
                      <a:pt x="322" y="727"/>
                      <a:pt x="330" y="727"/>
                    </a:cubicBezTo>
                    <a:cubicBezTo>
                      <a:pt x="337" y="727"/>
                      <a:pt x="363" y="721"/>
                      <a:pt x="363" y="721"/>
                    </a:cubicBezTo>
                    <a:cubicBezTo>
                      <a:pt x="363" y="721"/>
                      <a:pt x="368" y="714"/>
                      <a:pt x="376" y="706"/>
                    </a:cubicBezTo>
                    <a:cubicBezTo>
                      <a:pt x="384" y="698"/>
                      <a:pt x="389" y="688"/>
                      <a:pt x="389" y="688"/>
                    </a:cubicBezTo>
                    <a:cubicBezTo>
                      <a:pt x="402" y="667"/>
                      <a:pt x="402" y="667"/>
                      <a:pt x="402" y="667"/>
                    </a:cubicBezTo>
                    <a:cubicBezTo>
                      <a:pt x="409" y="647"/>
                      <a:pt x="409" y="647"/>
                      <a:pt x="409" y="647"/>
                    </a:cubicBezTo>
                    <a:cubicBezTo>
                      <a:pt x="409" y="621"/>
                      <a:pt x="409" y="621"/>
                      <a:pt x="409" y="621"/>
                    </a:cubicBezTo>
                    <a:cubicBezTo>
                      <a:pt x="417" y="608"/>
                      <a:pt x="417" y="608"/>
                      <a:pt x="417" y="608"/>
                    </a:cubicBezTo>
                    <a:cubicBezTo>
                      <a:pt x="438" y="598"/>
                      <a:pt x="438" y="598"/>
                      <a:pt x="438" y="598"/>
                    </a:cubicBezTo>
                    <a:cubicBezTo>
                      <a:pt x="448" y="590"/>
                      <a:pt x="448" y="590"/>
                      <a:pt x="448" y="590"/>
                    </a:cubicBezTo>
                    <a:cubicBezTo>
                      <a:pt x="476" y="575"/>
                      <a:pt x="476" y="575"/>
                      <a:pt x="476" y="575"/>
                    </a:cubicBezTo>
                    <a:cubicBezTo>
                      <a:pt x="502" y="570"/>
                      <a:pt x="502" y="570"/>
                      <a:pt x="502" y="570"/>
                    </a:cubicBezTo>
                    <a:cubicBezTo>
                      <a:pt x="533" y="554"/>
                      <a:pt x="533" y="554"/>
                      <a:pt x="533" y="554"/>
                    </a:cubicBezTo>
                    <a:cubicBezTo>
                      <a:pt x="561" y="531"/>
                      <a:pt x="561" y="531"/>
                      <a:pt x="561" y="531"/>
                    </a:cubicBezTo>
                    <a:cubicBezTo>
                      <a:pt x="582" y="539"/>
                      <a:pt x="582" y="539"/>
                      <a:pt x="582" y="539"/>
                    </a:cubicBezTo>
                    <a:cubicBezTo>
                      <a:pt x="597" y="541"/>
                      <a:pt x="597" y="541"/>
                      <a:pt x="597" y="541"/>
                    </a:cubicBezTo>
                    <a:cubicBezTo>
                      <a:pt x="608" y="562"/>
                      <a:pt x="608" y="562"/>
                      <a:pt x="608" y="562"/>
                    </a:cubicBezTo>
                    <a:cubicBezTo>
                      <a:pt x="592" y="593"/>
                      <a:pt x="592" y="593"/>
                      <a:pt x="592" y="593"/>
                    </a:cubicBezTo>
                    <a:cubicBezTo>
                      <a:pt x="587" y="575"/>
                      <a:pt x="587" y="575"/>
                      <a:pt x="587" y="575"/>
                    </a:cubicBezTo>
                    <a:cubicBezTo>
                      <a:pt x="567" y="570"/>
                      <a:pt x="567" y="570"/>
                      <a:pt x="567" y="570"/>
                    </a:cubicBezTo>
                    <a:cubicBezTo>
                      <a:pt x="554" y="585"/>
                      <a:pt x="554" y="585"/>
                      <a:pt x="554" y="585"/>
                    </a:cubicBezTo>
                    <a:cubicBezTo>
                      <a:pt x="554" y="611"/>
                      <a:pt x="554" y="611"/>
                      <a:pt x="554" y="611"/>
                    </a:cubicBezTo>
                    <a:cubicBezTo>
                      <a:pt x="536" y="634"/>
                      <a:pt x="536" y="634"/>
                      <a:pt x="536" y="634"/>
                    </a:cubicBezTo>
                    <a:cubicBezTo>
                      <a:pt x="525" y="631"/>
                      <a:pt x="525" y="631"/>
                      <a:pt x="525" y="631"/>
                    </a:cubicBezTo>
                    <a:cubicBezTo>
                      <a:pt x="507" y="634"/>
                      <a:pt x="507" y="634"/>
                      <a:pt x="507" y="634"/>
                    </a:cubicBezTo>
                    <a:cubicBezTo>
                      <a:pt x="507" y="634"/>
                      <a:pt x="474" y="644"/>
                      <a:pt x="474" y="652"/>
                    </a:cubicBezTo>
                    <a:cubicBezTo>
                      <a:pt x="474" y="660"/>
                      <a:pt x="484" y="685"/>
                      <a:pt x="484" y="685"/>
                    </a:cubicBezTo>
                    <a:cubicBezTo>
                      <a:pt x="484" y="685"/>
                      <a:pt x="497" y="688"/>
                      <a:pt x="505" y="688"/>
                    </a:cubicBezTo>
                    <a:cubicBezTo>
                      <a:pt x="512" y="688"/>
                      <a:pt x="523" y="688"/>
                      <a:pt x="530" y="688"/>
                    </a:cubicBezTo>
                    <a:cubicBezTo>
                      <a:pt x="538" y="688"/>
                      <a:pt x="543" y="680"/>
                      <a:pt x="551" y="693"/>
                    </a:cubicBezTo>
                    <a:cubicBezTo>
                      <a:pt x="559" y="706"/>
                      <a:pt x="567" y="719"/>
                      <a:pt x="567" y="719"/>
                    </a:cubicBezTo>
                    <a:cubicBezTo>
                      <a:pt x="579" y="750"/>
                      <a:pt x="579" y="750"/>
                      <a:pt x="579" y="750"/>
                    </a:cubicBezTo>
                    <a:cubicBezTo>
                      <a:pt x="595" y="747"/>
                      <a:pt x="595" y="747"/>
                      <a:pt x="595" y="747"/>
                    </a:cubicBezTo>
                    <a:cubicBezTo>
                      <a:pt x="595" y="747"/>
                      <a:pt x="595" y="737"/>
                      <a:pt x="600" y="729"/>
                    </a:cubicBezTo>
                    <a:cubicBezTo>
                      <a:pt x="605" y="721"/>
                      <a:pt x="615" y="721"/>
                      <a:pt x="615" y="721"/>
                    </a:cubicBezTo>
                    <a:cubicBezTo>
                      <a:pt x="615" y="721"/>
                      <a:pt x="621" y="719"/>
                      <a:pt x="628" y="709"/>
                    </a:cubicBezTo>
                    <a:cubicBezTo>
                      <a:pt x="636" y="698"/>
                      <a:pt x="646" y="696"/>
                      <a:pt x="646" y="696"/>
                    </a:cubicBezTo>
                    <a:cubicBezTo>
                      <a:pt x="646" y="680"/>
                      <a:pt x="646" y="680"/>
                      <a:pt x="646" y="680"/>
                    </a:cubicBezTo>
                    <a:cubicBezTo>
                      <a:pt x="646" y="680"/>
                      <a:pt x="639" y="662"/>
                      <a:pt x="646" y="662"/>
                    </a:cubicBezTo>
                    <a:cubicBezTo>
                      <a:pt x="654" y="662"/>
                      <a:pt x="670" y="657"/>
                      <a:pt x="670" y="657"/>
                    </a:cubicBezTo>
                    <a:cubicBezTo>
                      <a:pt x="690" y="652"/>
                      <a:pt x="690" y="652"/>
                      <a:pt x="690" y="652"/>
                    </a:cubicBezTo>
                    <a:cubicBezTo>
                      <a:pt x="695" y="631"/>
                      <a:pt x="695" y="631"/>
                      <a:pt x="695" y="631"/>
                    </a:cubicBezTo>
                    <a:cubicBezTo>
                      <a:pt x="688" y="613"/>
                      <a:pt x="688" y="613"/>
                      <a:pt x="688" y="613"/>
                    </a:cubicBezTo>
                    <a:cubicBezTo>
                      <a:pt x="662" y="588"/>
                      <a:pt x="662" y="588"/>
                      <a:pt x="662" y="588"/>
                    </a:cubicBezTo>
                    <a:cubicBezTo>
                      <a:pt x="662" y="588"/>
                      <a:pt x="644" y="572"/>
                      <a:pt x="644" y="564"/>
                    </a:cubicBezTo>
                    <a:cubicBezTo>
                      <a:pt x="644" y="557"/>
                      <a:pt x="644" y="526"/>
                      <a:pt x="644" y="526"/>
                    </a:cubicBezTo>
                    <a:cubicBezTo>
                      <a:pt x="659" y="503"/>
                      <a:pt x="659" y="503"/>
                      <a:pt x="659" y="503"/>
                    </a:cubicBezTo>
                    <a:cubicBezTo>
                      <a:pt x="695" y="482"/>
                      <a:pt x="695" y="482"/>
                      <a:pt x="695" y="482"/>
                    </a:cubicBezTo>
                    <a:cubicBezTo>
                      <a:pt x="734" y="482"/>
                      <a:pt x="734" y="482"/>
                      <a:pt x="734" y="482"/>
                    </a:cubicBezTo>
                    <a:cubicBezTo>
                      <a:pt x="734" y="482"/>
                      <a:pt x="737" y="490"/>
                      <a:pt x="739" y="497"/>
                    </a:cubicBezTo>
                    <a:cubicBezTo>
                      <a:pt x="742" y="505"/>
                      <a:pt x="755" y="528"/>
                      <a:pt x="755" y="528"/>
                    </a:cubicBezTo>
                    <a:cubicBezTo>
                      <a:pt x="752" y="552"/>
                      <a:pt x="752" y="552"/>
                      <a:pt x="752" y="552"/>
                    </a:cubicBezTo>
                    <a:cubicBezTo>
                      <a:pt x="742" y="570"/>
                      <a:pt x="742" y="570"/>
                      <a:pt x="742" y="570"/>
                    </a:cubicBezTo>
                    <a:cubicBezTo>
                      <a:pt x="742" y="598"/>
                      <a:pt x="742" y="598"/>
                      <a:pt x="742" y="598"/>
                    </a:cubicBezTo>
                    <a:cubicBezTo>
                      <a:pt x="757" y="618"/>
                      <a:pt x="757" y="618"/>
                      <a:pt x="757" y="618"/>
                    </a:cubicBezTo>
                    <a:cubicBezTo>
                      <a:pt x="773" y="626"/>
                      <a:pt x="773" y="626"/>
                      <a:pt x="773" y="626"/>
                    </a:cubicBezTo>
                    <a:cubicBezTo>
                      <a:pt x="780" y="616"/>
                      <a:pt x="780" y="616"/>
                      <a:pt x="780" y="616"/>
                    </a:cubicBezTo>
                    <a:cubicBezTo>
                      <a:pt x="780" y="590"/>
                      <a:pt x="780" y="590"/>
                      <a:pt x="780" y="590"/>
                    </a:cubicBezTo>
                    <a:cubicBezTo>
                      <a:pt x="796" y="570"/>
                      <a:pt x="796" y="570"/>
                      <a:pt x="796" y="570"/>
                    </a:cubicBezTo>
                    <a:cubicBezTo>
                      <a:pt x="821" y="570"/>
                      <a:pt x="821" y="570"/>
                      <a:pt x="821" y="570"/>
                    </a:cubicBezTo>
                    <a:cubicBezTo>
                      <a:pt x="850" y="582"/>
                      <a:pt x="850" y="582"/>
                      <a:pt x="850" y="582"/>
                    </a:cubicBezTo>
                    <a:cubicBezTo>
                      <a:pt x="860" y="572"/>
                      <a:pt x="860" y="572"/>
                      <a:pt x="860" y="572"/>
                    </a:cubicBezTo>
                    <a:cubicBezTo>
                      <a:pt x="860" y="549"/>
                      <a:pt x="860" y="549"/>
                      <a:pt x="860" y="549"/>
                    </a:cubicBezTo>
                    <a:cubicBezTo>
                      <a:pt x="860" y="549"/>
                      <a:pt x="863" y="533"/>
                      <a:pt x="863" y="526"/>
                    </a:cubicBezTo>
                    <a:cubicBezTo>
                      <a:pt x="863" y="518"/>
                      <a:pt x="863" y="492"/>
                      <a:pt x="863" y="492"/>
                    </a:cubicBezTo>
                    <a:cubicBezTo>
                      <a:pt x="845" y="487"/>
                      <a:pt x="845" y="487"/>
                      <a:pt x="845" y="487"/>
                    </a:cubicBezTo>
                    <a:cubicBezTo>
                      <a:pt x="845" y="487"/>
                      <a:pt x="824" y="492"/>
                      <a:pt x="816" y="492"/>
                    </a:cubicBezTo>
                    <a:cubicBezTo>
                      <a:pt x="809" y="492"/>
                      <a:pt x="778" y="485"/>
                      <a:pt x="778" y="485"/>
                    </a:cubicBezTo>
                    <a:cubicBezTo>
                      <a:pt x="767" y="456"/>
                      <a:pt x="767" y="456"/>
                      <a:pt x="767" y="456"/>
                    </a:cubicBezTo>
                    <a:cubicBezTo>
                      <a:pt x="773" y="443"/>
                      <a:pt x="773" y="443"/>
                      <a:pt x="773" y="443"/>
                    </a:cubicBezTo>
                    <a:cubicBezTo>
                      <a:pt x="796" y="443"/>
                      <a:pt x="796" y="443"/>
                      <a:pt x="796" y="443"/>
                    </a:cubicBezTo>
                    <a:cubicBezTo>
                      <a:pt x="816" y="443"/>
                      <a:pt x="816" y="443"/>
                      <a:pt x="816" y="443"/>
                    </a:cubicBezTo>
                    <a:cubicBezTo>
                      <a:pt x="824" y="437"/>
                      <a:pt x="824" y="437"/>
                      <a:pt x="824" y="437"/>
                    </a:cubicBezTo>
                    <a:cubicBezTo>
                      <a:pt x="827" y="420"/>
                      <a:pt x="827" y="420"/>
                      <a:pt x="827" y="420"/>
                    </a:cubicBezTo>
                    <a:cubicBezTo>
                      <a:pt x="846" y="404"/>
                      <a:pt x="846" y="404"/>
                      <a:pt x="846" y="404"/>
                    </a:cubicBezTo>
                    <a:cubicBezTo>
                      <a:pt x="846" y="404"/>
                      <a:pt x="865" y="402"/>
                      <a:pt x="873" y="391"/>
                    </a:cubicBezTo>
                    <a:cubicBezTo>
                      <a:pt x="881" y="379"/>
                      <a:pt x="881" y="379"/>
                      <a:pt x="881" y="379"/>
                    </a:cubicBezTo>
                    <a:cubicBezTo>
                      <a:pt x="881" y="379"/>
                      <a:pt x="879" y="365"/>
                      <a:pt x="879" y="354"/>
                    </a:cubicBezTo>
                    <a:close/>
                    <a:moveTo>
                      <a:pt x="442" y="251"/>
                    </a:moveTo>
                    <a:cubicBezTo>
                      <a:pt x="436" y="265"/>
                      <a:pt x="436" y="265"/>
                      <a:pt x="436" y="265"/>
                    </a:cubicBezTo>
                    <a:cubicBezTo>
                      <a:pt x="436" y="265"/>
                      <a:pt x="431" y="277"/>
                      <a:pt x="423" y="278"/>
                    </a:cubicBezTo>
                    <a:cubicBezTo>
                      <a:pt x="415" y="280"/>
                      <a:pt x="417" y="286"/>
                      <a:pt x="417" y="286"/>
                    </a:cubicBezTo>
                    <a:cubicBezTo>
                      <a:pt x="402" y="284"/>
                      <a:pt x="402" y="284"/>
                      <a:pt x="402" y="284"/>
                    </a:cubicBezTo>
                    <a:cubicBezTo>
                      <a:pt x="390" y="278"/>
                      <a:pt x="390" y="278"/>
                      <a:pt x="390" y="278"/>
                    </a:cubicBezTo>
                    <a:cubicBezTo>
                      <a:pt x="363" y="286"/>
                      <a:pt x="363" y="286"/>
                      <a:pt x="363" y="286"/>
                    </a:cubicBezTo>
                    <a:cubicBezTo>
                      <a:pt x="338" y="284"/>
                      <a:pt x="338" y="284"/>
                      <a:pt x="338" y="284"/>
                    </a:cubicBezTo>
                    <a:cubicBezTo>
                      <a:pt x="321" y="286"/>
                      <a:pt x="321" y="286"/>
                      <a:pt x="321" y="286"/>
                    </a:cubicBezTo>
                    <a:cubicBezTo>
                      <a:pt x="309" y="273"/>
                      <a:pt x="309" y="273"/>
                      <a:pt x="309" y="273"/>
                    </a:cubicBezTo>
                    <a:cubicBezTo>
                      <a:pt x="295" y="259"/>
                      <a:pt x="295" y="259"/>
                      <a:pt x="295" y="259"/>
                    </a:cubicBezTo>
                    <a:cubicBezTo>
                      <a:pt x="274" y="253"/>
                      <a:pt x="274" y="253"/>
                      <a:pt x="274" y="253"/>
                    </a:cubicBezTo>
                    <a:cubicBezTo>
                      <a:pt x="257" y="246"/>
                      <a:pt x="257" y="246"/>
                      <a:pt x="257" y="246"/>
                    </a:cubicBezTo>
                    <a:cubicBezTo>
                      <a:pt x="257" y="246"/>
                      <a:pt x="257" y="246"/>
                      <a:pt x="251" y="236"/>
                    </a:cubicBezTo>
                    <a:cubicBezTo>
                      <a:pt x="245" y="226"/>
                      <a:pt x="245" y="221"/>
                      <a:pt x="245" y="215"/>
                    </a:cubicBezTo>
                    <a:cubicBezTo>
                      <a:pt x="245" y="209"/>
                      <a:pt x="253" y="197"/>
                      <a:pt x="253" y="197"/>
                    </a:cubicBezTo>
                    <a:cubicBezTo>
                      <a:pt x="263" y="188"/>
                      <a:pt x="263" y="188"/>
                      <a:pt x="263" y="188"/>
                    </a:cubicBezTo>
                    <a:cubicBezTo>
                      <a:pt x="263" y="188"/>
                      <a:pt x="280" y="170"/>
                      <a:pt x="284" y="165"/>
                    </a:cubicBezTo>
                    <a:cubicBezTo>
                      <a:pt x="288" y="159"/>
                      <a:pt x="303" y="157"/>
                      <a:pt x="303" y="157"/>
                    </a:cubicBezTo>
                    <a:cubicBezTo>
                      <a:pt x="330" y="172"/>
                      <a:pt x="330" y="172"/>
                      <a:pt x="330" y="172"/>
                    </a:cubicBezTo>
                    <a:cubicBezTo>
                      <a:pt x="365" y="165"/>
                      <a:pt x="365" y="165"/>
                      <a:pt x="365" y="165"/>
                    </a:cubicBezTo>
                    <a:cubicBezTo>
                      <a:pt x="365" y="165"/>
                      <a:pt x="380" y="159"/>
                      <a:pt x="386" y="159"/>
                    </a:cubicBezTo>
                    <a:cubicBezTo>
                      <a:pt x="392" y="159"/>
                      <a:pt x="398" y="159"/>
                      <a:pt x="398" y="159"/>
                    </a:cubicBezTo>
                    <a:cubicBezTo>
                      <a:pt x="415" y="174"/>
                      <a:pt x="415" y="174"/>
                      <a:pt x="415" y="174"/>
                    </a:cubicBezTo>
                    <a:cubicBezTo>
                      <a:pt x="429" y="197"/>
                      <a:pt x="429" y="197"/>
                      <a:pt x="429" y="197"/>
                    </a:cubicBezTo>
                    <a:cubicBezTo>
                      <a:pt x="444" y="209"/>
                      <a:pt x="444" y="209"/>
                      <a:pt x="444" y="209"/>
                    </a:cubicBezTo>
                    <a:cubicBezTo>
                      <a:pt x="444" y="209"/>
                      <a:pt x="452" y="222"/>
                      <a:pt x="452" y="228"/>
                    </a:cubicBezTo>
                    <a:cubicBezTo>
                      <a:pt x="452" y="234"/>
                      <a:pt x="442" y="251"/>
                      <a:pt x="442" y="251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3" name="Freeform 23">
                <a:extLst>
                  <a:ext uri="{FF2B5EF4-FFF2-40B4-BE49-F238E27FC236}">
                    <a16:creationId xmlns:a16="http://schemas.microsoft.com/office/drawing/2014/main" id="{E8AAC631-F519-3E73-FDBD-D4FB6985D8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6143" y="4908915"/>
                <a:ext cx="302718" cy="187496"/>
              </a:xfrm>
              <a:custGeom>
                <a:avLst/>
                <a:gdLst>
                  <a:gd name="T0" fmla="*/ 184 w 207"/>
                  <a:gd name="T1" fmla="*/ 40 h 129"/>
                  <a:gd name="T2" fmla="*/ 170 w 207"/>
                  <a:gd name="T3" fmla="*/ 17 h 129"/>
                  <a:gd name="T4" fmla="*/ 153 w 207"/>
                  <a:gd name="T5" fmla="*/ 2 h 129"/>
                  <a:gd name="T6" fmla="*/ 141 w 207"/>
                  <a:gd name="T7" fmla="*/ 2 h 129"/>
                  <a:gd name="T8" fmla="*/ 120 w 207"/>
                  <a:gd name="T9" fmla="*/ 8 h 129"/>
                  <a:gd name="T10" fmla="*/ 85 w 207"/>
                  <a:gd name="T11" fmla="*/ 15 h 129"/>
                  <a:gd name="T12" fmla="*/ 58 w 207"/>
                  <a:gd name="T13" fmla="*/ 0 h 129"/>
                  <a:gd name="T14" fmla="*/ 39 w 207"/>
                  <a:gd name="T15" fmla="*/ 8 h 129"/>
                  <a:gd name="T16" fmla="*/ 18 w 207"/>
                  <a:gd name="T17" fmla="*/ 31 h 129"/>
                  <a:gd name="T18" fmla="*/ 8 w 207"/>
                  <a:gd name="T19" fmla="*/ 40 h 129"/>
                  <a:gd name="T20" fmla="*/ 0 w 207"/>
                  <a:gd name="T21" fmla="*/ 58 h 129"/>
                  <a:gd name="T22" fmla="*/ 6 w 207"/>
                  <a:gd name="T23" fmla="*/ 79 h 129"/>
                  <a:gd name="T24" fmla="*/ 12 w 207"/>
                  <a:gd name="T25" fmla="*/ 89 h 129"/>
                  <a:gd name="T26" fmla="*/ 29 w 207"/>
                  <a:gd name="T27" fmla="*/ 96 h 129"/>
                  <a:gd name="T28" fmla="*/ 50 w 207"/>
                  <a:gd name="T29" fmla="*/ 102 h 129"/>
                  <a:gd name="T30" fmla="*/ 64 w 207"/>
                  <a:gd name="T31" fmla="*/ 116 h 129"/>
                  <a:gd name="T32" fmla="*/ 76 w 207"/>
                  <a:gd name="T33" fmla="*/ 129 h 129"/>
                  <a:gd name="T34" fmla="*/ 93 w 207"/>
                  <a:gd name="T35" fmla="*/ 127 h 129"/>
                  <a:gd name="T36" fmla="*/ 118 w 207"/>
                  <a:gd name="T37" fmla="*/ 129 h 129"/>
                  <a:gd name="T38" fmla="*/ 145 w 207"/>
                  <a:gd name="T39" fmla="*/ 121 h 129"/>
                  <a:gd name="T40" fmla="*/ 157 w 207"/>
                  <a:gd name="T41" fmla="*/ 127 h 129"/>
                  <a:gd name="T42" fmla="*/ 172 w 207"/>
                  <a:gd name="T43" fmla="*/ 129 h 129"/>
                  <a:gd name="T44" fmla="*/ 178 w 207"/>
                  <a:gd name="T45" fmla="*/ 121 h 129"/>
                  <a:gd name="T46" fmla="*/ 191 w 207"/>
                  <a:gd name="T47" fmla="*/ 108 h 129"/>
                  <a:gd name="T48" fmla="*/ 197 w 207"/>
                  <a:gd name="T49" fmla="*/ 94 h 129"/>
                  <a:gd name="T50" fmla="*/ 207 w 207"/>
                  <a:gd name="T51" fmla="*/ 71 h 129"/>
                  <a:gd name="T52" fmla="*/ 199 w 207"/>
                  <a:gd name="T53" fmla="*/ 52 h 129"/>
                  <a:gd name="T54" fmla="*/ 184 w 207"/>
                  <a:gd name="T55" fmla="*/ 40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207" h="129">
                    <a:moveTo>
                      <a:pt x="184" y="40"/>
                    </a:moveTo>
                    <a:cubicBezTo>
                      <a:pt x="170" y="17"/>
                      <a:pt x="170" y="17"/>
                      <a:pt x="170" y="17"/>
                    </a:cubicBezTo>
                    <a:cubicBezTo>
                      <a:pt x="153" y="2"/>
                      <a:pt x="153" y="2"/>
                      <a:pt x="153" y="2"/>
                    </a:cubicBezTo>
                    <a:cubicBezTo>
                      <a:pt x="153" y="2"/>
                      <a:pt x="147" y="2"/>
                      <a:pt x="141" y="2"/>
                    </a:cubicBezTo>
                    <a:cubicBezTo>
                      <a:pt x="135" y="2"/>
                      <a:pt x="120" y="8"/>
                      <a:pt x="120" y="8"/>
                    </a:cubicBezTo>
                    <a:cubicBezTo>
                      <a:pt x="85" y="15"/>
                      <a:pt x="85" y="15"/>
                      <a:pt x="85" y="15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43" y="2"/>
                      <a:pt x="39" y="8"/>
                    </a:cubicBezTo>
                    <a:cubicBezTo>
                      <a:pt x="35" y="13"/>
                      <a:pt x="18" y="31"/>
                      <a:pt x="18" y="31"/>
                    </a:cubicBezTo>
                    <a:cubicBezTo>
                      <a:pt x="8" y="40"/>
                      <a:pt x="8" y="40"/>
                      <a:pt x="8" y="40"/>
                    </a:cubicBezTo>
                    <a:cubicBezTo>
                      <a:pt x="8" y="40"/>
                      <a:pt x="0" y="52"/>
                      <a:pt x="0" y="58"/>
                    </a:cubicBezTo>
                    <a:cubicBezTo>
                      <a:pt x="0" y="64"/>
                      <a:pt x="0" y="69"/>
                      <a:pt x="6" y="79"/>
                    </a:cubicBezTo>
                    <a:cubicBezTo>
                      <a:pt x="12" y="89"/>
                      <a:pt x="12" y="89"/>
                      <a:pt x="12" y="89"/>
                    </a:cubicBezTo>
                    <a:cubicBezTo>
                      <a:pt x="29" y="96"/>
                      <a:pt x="29" y="96"/>
                      <a:pt x="29" y="96"/>
                    </a:cubicBezTo>
                    <a:cubicBezTo>
                      <a:pt x="50" y="102"/>
                      <a:pt x="50" y="102"/>
                      <a:pt x="50" y="102"/>
                    </a:cubicBezTo>
                    <a:cubicBezTo>
                      <a:pt x="64" y="116"/>
                      <a:pt x="64" y="116"/>
                      <a:pt x="64" y="116"/>
                    </a:cubicBezTo>
                    <a:cubicBezTo>
                      <a:pt x="76" y="129"/>
                      <a:pt x="76" y="129"/>
                      <a:pt x="76" y="129"/>
                    </a:cubicBezTo>
                    <a:cubicBezTo>
                      <a:pt x="93" y="127"/>
                      <a:pt x="93" y="127"/>
                      <a:pt x="93" y="127"/>
                    </a:cubicBezTo>
                    <a:cubicBezTo>
                      <a:pt x="118" y="129"/>
                      <a:pt x="118" y="129"/>
                      <a:pt x="118" y="129"/>
                    </a:cubicBezTo>
                    <a:cubicBezTo>
                      <a:pt x="145" y="121"/>
                      <a:pt x="145" y="121"/>
                      <a:pt x="145" y="121"/>
                    </a:cubicBezTo>
                    <a:cubicBezTo>
                      <a:pt x="157" y="127"/>
                      <a:pt x="157" y="127"/>
                      <a:pt x="157" y="127"/>
                    </a:cubicBezTo>
                    <a:cubicBezTo>
                      <a:pt x="172" y="129"/>
                      <a:pt x="172" y="129"/>
                      <a:pt x="172" y="129"/>
                    </a:cubicBezTo>
                    <a:cubicBezTo>
                      <a:pt x="172" y="129"/>
                      <a:pt x="170" y="123"/>
                      <a:pt x="178" y="121"/>
                    </a:cubicBezTo>
                    <a:cubicBezTo>
                      <a:pt x="186" y="120"/>
                      <a:pt x="191" y="108"/>
                      <a:pt x="191" y="108"/>
                    </a:cubicBezTo>
                    <a:cubicBezTo>
                      <a:pt x="197" y="94"/>
                      <a:pt x="197" y="94"/>
                      <a:pt x="197" y="94"/>
                    </a:cubicBezTo>
                    <a:cubicBezTo>
                      <a:pt x="197" y="94"/>
                      <a:pt x="207" y="77"/>
                      <a:pt x="207" y="71"/>
                    </a:cubicBezTo>
                    <a:cubicBezTo>
                      <a:pt x="207" y="65"/>
                      <a:pt x="199" y="52"/>
                      <a:pt x="199" y="52"/>
                    </a:cubicBezTo>
                    <a:lnTo>
                      <a:pt x="184" y="4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4" name="Freeform 24">
                <a:extLst>
                  <a:ext uri="{FF2B5EF4-FFF2-40B4-BE49-F238E27FC236}">
                    <a16:creationId xmlns:a16="http://schemas.microsoft.com/office/drawing/2014/main" id="{EE83BA93-53E7-A725-2A1B-3C090575C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8931" y="4927769"/>
                <a:ext cx="444126" cy="326809"/>
              </a:xfrm>
              <a:custGeom>
                <a:avLst/>
                <a:gdLst>
                  <a:gd name="T0" fmla="*/ 290 w 304"/>
                  <a:gd name="T1" fmla="*/ 14 h 224"/>
                  <a:gd name="T2" fmla="*/ 282 w 304"/>
                  <a:gd name="T3" fmla="*/ 4 h 224"/>
                  <a:gd name="T4" fmla="*/ 261 w 304"/>
                  <a:gd name="T5" fmla="*/ 0 h 224"/>
                  <a:gd name="T6" fmla="*/ 243 w 304"/>
                  <a:gd name="T7" fmla="*/ 2 h 224"/>
                  <a:gd name="T8" fmla="*/ 234 w 304"/>
                  <a:gd name="T9" fmla="*/ 8 h 224"/>
                  <a:gd name="T10" fmla="*/ 214 w 304"/>
                  <a:gd name="T11" fmla="*/ 16 h 224"/>
                  <a:gd name="T12" fmla="*/ 207 w 304"/>
                  <a:gd name="T13" fmla="*/ 18 h 224"/>
                  <a:gd name="T14" fmla="*/ 187 w 304"/>
                  <a:gd name="T15" fmla="*/ 39 h 224"/>
                  <a:gd name="T16" fmla="*/ 166 w 304"/>
                  <a:gd name="T17" fmla="*/ 52 h 224"/>
                  <a:gd name="T18" fmla="*/ 149 w 304"/>
                  <a:gd name="T19" fmla="*/ 54 h 224"/>
                  <a:gd name="T20" fmla="*/ 135 w 304"/>
                  <a:gd name="T21" fmla="*/ 68 h 224"/>
                  <a:gd name="T22" fmla="*/ 120 w 304"/>
                  <a:gd name="T23" fmla="*/ 85 h 224"/>
                  <a:gd name="T24" fmla="*/ 104 w 304"/>
                  <a:gd name="T25" fmla="*/ 89 h 224"/>
                  <a:gd name="T26" fmla="*/ 81 w 304"/>
                  <a:gd name="T27" fmla="*/ 93 h 224"/>
                  <a:gd name="T28" fmla="*/ 56 w 304"/>
                  <a:gd name="T29" fmla="*/ 101 h 224"/>
                  <a:gd name="T30" fmla="*/ 41 w 304"/>
                  <a:gd name="T31" fmla="*/ 116 h 224"/>
                  <a:gd name="T32" fmla="*/ 35 w 304"/>
                  <a:gd name="T33" fmla="*/ 126 h 224"/>
                  <a:gd name="T34" fmla="*/ 10 w 304"/>
                  <a:gd name="T35" fmla="*/ 134 h 224"/>
                  <a:gd name="T36" fmla="*/ 6 w 304"/>
                  <a:gd name="T37" fmla="*/ 139 h 224"/>
                  <a:gd name="T38" fmla="*/ 12 w 304"/>
                  <a:gd name="T39" fmla="*/ 157 h 224"/>
                  <a:gd name="T40" fmla="*/ 14 w 304"/>
                  <a:gd name="T41" fmla="*/ 172 h 224"/>
                  <a:gd name="T42" fmla="*/ 6 w 304"/>
                  <a:gd name="T43" fmla="*/ 190 h 224"/>
                  <a:gd name="T44" fmla="*/ 0 w 304"/>
                  <a:gd name="T45" fmla="*/ 201 h 224"/>
                  <a:gd name="T46" fmla="*/ 7 w 304"/>
                  <a:gd name="T47" fmla="*/ 201 h 224"/>
                  <a:gd name="T48" fmla="*/ 25 w 304"/>
                  <a:gd name="T49" fmla="*/ 201 h 224"/>
                  <a:gd name="T50" fmla="*/ 53 w 304"/>
                  <a:gd name="T51" fmla="*/ 201 h 224"/>
                  <a:gd name="T52" fmla="*/ 74 w 304"/>
                  <a:gd name="T53" fmla="*/ 196 h 224"/>
                  <a:gd name="T54" fmla="*/ 90 w 304"/>
                  <a:gd name="T55" fmla="*/ 188 h 224"/>
                  <a:gd name="T56" fmla="*/ 92 w 304"/>
                  <a:gd name="T57" fmla="*/ 217 h 224"/>
                  <a:gd name="T58" fmla="*/ 110 w 304"/>
                  <a:gd name="T59" fmla="*/ 219 h 224"/>
                  <a:gd name="T60" fmla="*/ 128 w 304"/>
                  <a:gd name="T61" fmla="*/ 217 h 224"/>
                  <a:gd name="T62" fmla="*/ 149 w 304"/>
                  <a:gd name="T63" fmla="*/ 224 h 224"/>
                  <a:gd name="T64" fmla="*/ 154 w 304"/>
                  <a:gd name="T65" fmla="*/ 204 h 224"/>
                  <a:gd name="T66" fmla="*/ 174 w 304"/>
                  <a:gd name="T67" fmla="*/ 201 h 224"/>
                  <a:gd name="T68" fmla="*/ 195 w 304"/>
                  <a:gd name="T69" fmla="*/ 183 h 224"/>
                  <a:gd name="T70" fmla="*/ 239 w 304"/>
                  <a:gd name="T71" fmla="*/ 152 h 224"/>
                  <a:gd name="T72" fmla="*/ 254 w 304"/>
                  <a:gd name="T73" fmla="*/ 114 h 224"/>
                  <a:gd name="T74" fmla="*/ 262 w 304"/>
                  <a:gd name="T75" fmla="*/ 98 h 224"/>
                  <a:gd name="T76" fmla="*/ 278 w 304"/>
                  <a:gd name="T77" fmla="*/ 72 h 224"/>
                  <a:gd name="T78" fmla="*/ 290 w 304"/>
                  <a:gd name="T79" fmla="*/ 54 h 224"/>
                  <a:gd name="T80" fmla="*/ 304 w 304"/>
                  <a:gd name="T81" fmla="*/ 48 h 224"/>
                  <a:gd name="T82" fmla="*/ 296 w 304"/>
                  <a:gd name="T83" fmla="*/ 39 h 224"/>
                  <a:gd name="T84" fmla="*/ 290 w 304"/>
                  <a:gd name="T85" fmla="*/ 14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04" h="224">
                    <a:moveTo>
                      <a:pt x="290" y="14"/>
                    </a:moveTo>
                    <a:cubicBezTo>
                      <a:pt x="282" y="4"/>
                      <a:pt x="282" y="4"/>
                      <a:pt x="282" y="4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243" y="2"/>
                      <a:pt x="243" y="2"/>
                      <a:pt x="243" y="2"/>
                    </a:cubicBezTo>
                    <a:cubicBezTo>
                      <a:pt x="234" y="8"/>
                      <a:pt x="234" y="8"/>
                      <a:pt x="234" y="8"/>
                    </a:cubicBezTo>
                    <a:cubicBezTo>
                      <a:pt x="214" y="16"/>
                      <a:pt x="214" y="16"/>
                      <a:pt x="214" y="16"/>
                    </a:cubicBezTo>
                    <a:cubicBezTo>
                      <a:pt x="214" y="16"/>
                      <a:pt x="211" y="12"/>
                      <a:pt x="207" y="18"/>
                    </a:cubicBezTo>
                    <a:cubicBezTo>
                      <a:pt x="203" y="24"/>
                      <a:pt x="197" y="33"/>
                      <a:pt x="187" y="39"/>
                    </a:cubicBezTo>
                    <a:cubicBezTo>
                      <a:pt x="178" y="45"/>
                      <a:pt x="184" y="51"/>
                      <a:pt x="166" y="52"/>
                    </a:cubicBezTo>
                    <a:cubicBezTo>
                      <a:pt x="149" y="54"/>
                      <a:pt x="149" y="54"/>
                      <a:pt x="149" y="54"/>
                    </a:cubicBezTo>
                    <a:cubicBezTo>
                      <a:pt x="149" y="54"/>
                      <a:pt x="141" y="62"/>
                      <a:pt x="135" y="68"/>
                    </a:cubicBezTo>
                    <a:cubicBezTo>
                      <a:pt x="129" y="74"/>
                      <a:pt x="120" y="85"/>
                      <a:pt x="120" y="85"/>
                    </a:cubicBezTo>
                    <a:cubicBezTo>
                      <a:pt x="120" y="85"/>
                      <a:pt x="116" y="87"/>
                      <a:pt x="104" y="89"/>
                    </a:cubicBezTo>
                    <a:cubicBezTo>
                      <a:pt x="93" y="91"/>
                      <a:pt x="89" y="89"/>
                      <a:pt x="81" y="93"/>
                    </a:cubicBezTo>
                    <a:cubicBezTo>
                      <a:pt x="73" y="97"/>
                      <a:pt x="56" y="101"/>
                      <a:pt x="56" y="101"/>
                    </a:cubicBezTo>
                    <a:cubicBezTo>
                      <a:pt x="56" y="101"/>
                      <a:pt x="46" y="107"/>
                      <a:pt x="41" y="116"/>
                    </a:cubicBezTo>
                    <a:cubicBezTo>
                      <a:pt x="35" y="126"/>
                      <a:pt x="46" y="118"/>
                      <a:pt x="35" y="126"/>
                    </a:cubicBezTo>
                    <a:cubicBezTo>
                      <a:pt x="23" y="134"/>
                      <a:pt x="14" y="128"/>
                      <a:pt x="10" y="134"/>
                    </a:cubicBezTo>
                    <a:cubicBezTo>
                      <a:pt x="6" y="139"/>
                      <a:pt x="10" y="130"/>
                      <a:pt x="6" y="139"/>
                    </a:cubicBezTo>
                    <a:cubicBezTo>
                      <a:pt x="2" y="149"/>
                      <a:pt x="12" y="151"/>
                      <a:pt x="12" y="157"/>
                    </a:cubicBezTo>
                    <a:cubicBezTo>
                      <a:pt x="12" y="163"/>
                      <a:pt x="14" y="172"/>
                      <a:pt x="14" y="172"/>
                    </a:cubicBezTo>
                    <a:cubicBezTo>
                      <a:pt x="14" y="172"/>
                      <a:pt x="10" y="182"/>
                      <a:pt x="6" y="190"/>
                    </a:cubicBezTo>
                    <a:cubicBezTo>
                      <a:pt x="5" y="192"/>
                      <a:pt x="2" y="196"/>
                      <a:pt x="0" y="201"/>
                    </a:cubicBezTo>
                    <a:cubicBezTo>
                      <a:pt x="7" y="201"/>
                      <a:pt x="7" y="201"/>
                      <a:pt x="7" y="201"/>
                    </a:cubicBezTo>
                    <a:cubicBezTo>
                      <a:pt x="25" y="201"/>
                      <a:pt x="25" y="201"/>
                      <a:pt x="25" y="201"/>
                    </a:cubicBezTo>
                    <a:cubicBezTo>
                      <a:pt x="53" y="201"/>
                      <a:pt x="53" y="201"/>
                      <a:pt x="53" y="201"/>
                    </a:cubicBezTo>
                    <a:cubicBezTo>
                      <a:pt x="74" y="196"/>
                      <a:pt x="74" y="196"/>
                      <a:pt x="74" y="196"/>
                    </a:cubicBezTo>
                    <a:cubicBezTo>
                      <a:pt x="90" y="188"/>
                      <a:pt x="90" y="188"/>
                      <a:pt x="90" y="188"/>
                    </a:cubicBezTo>
                    <a:cubicBezTo>
                      <a:pt x="92" y="217"/>
                      <a:pt x="92" y="217"/>
                      <a:pt x="92" y="217"/>
                    </a:cubicBezTo>
                    <a:cubicBezTo>
                      <a:pt x="110" y="219"/>
                      <a:pt x="110" y="219"/>
                      <a:pt x="110" y="219"/>
                    </a:cubicBezTo>
                    <a:cubicBezTo>
                      <a:pt x="128" y="217"/>
                      <a:pt x="128" y="217"/>
                      <a:pt x="128" y="217"/>
                    </a:cubicBezTo>
                    <a:cubicBezTo>
                      <a:pt x="149" y="224"/>
                      <a:pt x="149" y="224"/>
                      <a:pt x="149" y="224"/>
                    </a:cubicBezTo>
                    <a:cubicBezTo>
                      <a:pt x="154" y="204"/>
                      <a:pt x="154" y="204"/>
                      <a:pt x="154" y="204"/>
                    </a:cubicBezTo>
                    <a:cubicBezTo>
                      <a:pt x="174" y="201"/>
                      <a:pt x="174" y="201"/>
                      <a:pt x="174" y="201"/>
                    </a:cubicBezTo>
                    <a:cubicBezTo>
                      <a:pt x="195" y="183"/>
                      <a:pt x="195" y="183"/>
                      <a:pt x="195" y="183"/>
                    </a:cubicBezTo>
                    <a:cubicBezTo>
                      <a:pt x="226" y="175"/>
                      <a:pt x="239" y="152"/>
                      <a:pt x="239" y="152"/>
                    </a:cubicBezTo>
                    <a:cubicBezTo>
                      <a:pt x="254" y="114"/>
                      <a:pt x="254" y="114"/>
                      <a:pt x="254" y="114"/>
                    </a:cubicBezTo>
                    <a:cubicBezTo>
                      <a:pt x="262" y="98"/>
                      <a:pt x="262" y="98"/>
                      <a:pt x="262" y="98"/>
                    </a:cubicBezTo>
                    <a:cubicBezTo>
                      <a:pt x="278" y="72"/>
                      <a:pt x="278" y="72"/>
                      <a:pt x="278" y="72"/>
                    </a:cubicBezTo>
                    <a:cubicBezTo>
                      <a:pt x="290" y="54"/>
                      <a:pt x="290" y="54"/>
                      <a:pt x="290" y="54"/>
                    </a:cubicBezTo>
                    <a:cubicBezTo>
                      <a:pt x="304" y="48"/>
                      <a:pt x="304" y="48"/>
                      <a:pt x="304" y="48"/>
                    </a:cubicBezTo>
                    <a:cubicBezTo>
                      <a:pt x="299" y="43"/>
                      <a:pt x="296" y="39"/>
                      <a:pt x="296" y="39"/>
                    </a:cubicBezTo>
                    <a:lnTo>
                      <a:pt x="290" y="14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5" name="Freeform 25">
                <a:extLst>
                  <a:ext uri="{FF2B5EF4-FFF2-40B4-BE49-F238E27FC236}">
                    <a16:creationId xmlns:a16="http://schemas.microsoft.com/office/drawing/2014/main" id="{9B65C3DB-A6D8-3295-ABF1-573DF69434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6427" y="4581058"/>
                <a:ext cx="401180" cy="416891"/>
              </a:xfrm>
              <a:custGeom>
                <a:avLst/>
                <a:gdLst>
                  <a:gd name="T0" fmla="*/ 243 w 275"/>
                  <a:gd name="T1" fmla="*/ 52 h 285"/>
                  <a:gd name="T2" fmla="*/ 210 w 275"/>
                  <a:gd name="T3" fmla="*/ 48 h 285"/>
                  <a:gd name="T4" fmla="*/ 197 w 275"/>
                  <a:gd name="T5" fmla="*/ 58 h 285"/>
                  <a:gd name="T6" fmla="*/ 177 w 275"/>
                  <a:gd name="T7" fmla="*/ 62 h 285"/>
                  <a:gd name="T8" fmla="*/ 171 w 275"/>
                  <a:gd name="T9" fmla="*/ 54 h 285"/>
                  <a:gd name="T10" fmla="*/ 158 w 275"/>
                  <a:gd name="T11" fmla="*/ 33 h 285"/>
                  <a:gd name="T12" fmla="*/ 150 w 275"/>
                  <a:gd name="T13" fmla="*/ 17 h 285"/>
                  <a:gd name="T14" fmla="*/ 129 w 275"/>
                  <a:gd name="T15" fmla="*/ 13 h 285"/>
                  <a:gd name="T16" fmla="*/ 112 w 275"/>
                  <a:gd name="T17" fmla="*/ 7 h 285"/>
                  <a:gd name="T18" fmla="*/ 96 w 275"/>
                  <a:gd name="T19" fmla="*/ 4 h 285"/>
                  <a:gd name="T20" fmla="*/ 86 w 275"/>
                  <a:gd name="T21" fmla="*/ 4 h 285"/>
                  <a:gd name="T22" fmla="*/ 69 w 275"/>
                  <a:gd name="T23" fmla="*/ 15 h 285"/>
                  <a:gd name="T24" fmla="*/ 56 w 275"/>
                  <a:gd name="T25" fmla="*/ 29 h 285"/>
                  <a:gd name="T26" fmla="*/ 48 w 275"/>
                  <a:gd name="T27" fmla="*/ 52 h 285"/>
                  <a:gd name="T28" fmla="*/ 32 w 275"/>
                  <a:gd name="T29" fmla="*/ 54 h 285"/>
                  <a:gd name="T30" fmla="*/ 21 w 275"/>
                  <a:gd name="T31" fmla="*/ 69 h 285"/>
                  <a:gd name="T32" fmla="*/ 21 w 275"/>
                  <a:gd name="T33" fmla="*/ 94 h 285"/>
                  <a:gd name="T34" fmla="*/ 3 w 275"/>
                  <a:gd name="T35" fmla="*/ 102 h 285"/>
                  <a:gd name="T36" fmla="*/ 1 w 275"/>
                  <a:gd name="T37" fmla="*/ 123 h 285"/>
                  <a:gd name="T38" fmla="*/ 28 w 275"/>
                  <a:gd name="T39" fmla="*/ 145 h 285"/>
                  <a:gd name="T40" fmla="*/ 46 w 275"/>
                  <a:gd name="T41" fmla="*/ 147 h 285"/>
                  <a:gd name="T42" fmla="*/ 57 w 275"/>
                  <a:gd name="T43" fmla="*/ 162 h 285"/>
                  <a:gd name="T44" fmla="*/ 75 w 275"/>
                  <a:gd name="T45" fmla="*/ 174 h 285"/>
                  <a:gd name="T46" fmla="*/ 88 w 275"/>
                  <a:gd name="T47" fmla="*/ 193 h 285"/>
                  <a:gd name="T48" fmla="*/ 104 w 275"/>
                  <a:gd name="T49" fmla="*/ 204 h 285"/>
                  <a:gd name="T50" fmla="*/ 117 w 275"/>
                  <a:gd name="T51" fmla="*/ 216 h 285"/>
                  <a:gd name="T52" fmla="*/ 123 w 275"/>
                  <a:gd name="T53" fmla="*/ 232 h 285"/>
                  <a:gd name="T54" fmla="*/ 124 w 275"/>
                  <a:gd name="T55" fmla="*/ 238 h 285"/>
                  <a:gd name="T56" fmla="*/ 133 w 275"/>
                  <a:gd name="T57" fmla="*/ 237 h 285"/>
                  <a:gd name="T58" fmla="*/ 154 w 275"/>
                  <a:gd name="T59" fmla="*/ 241 h 285"/>
                  <a:gd name="T60" fmla="*/ 162 w 275"/>
                  <a:gd name="T61" fmla="*/ 251 h 285"/>
                  <a:gd name="T62" fmla="*/ 168 w 275"/>
                  <a:gd name="T63" fmla="*/ 276 h 285"/>
                  <a:gd name="T64" fmla="*/ 176 w 275"/>
                  <a:gd name="T65" fmla="*/ 285 h 285"/>
                  <a:gd name="T66" fmla="*/ 191 w 275"/>
                  <a:gd name="T67" fmla="*/ 279 h 285"/>
                  <a:gd name="T68" fmla="*/ 204 w 275"/>
                  <a:gd name="T69" fmla="*/ 258 h 285"/>
                  <a:gd name="T70" fmla="*/ 206 w 275"/>
                  <a:gd name="T71" fmla="*/ 242 h 285"/>
                  <a:gd name="T72" fmla="*/ 209 w 275"/>
                  <a:gd name="T73" fmla="*/ 222 h 285"/>
                  <a:gd name="T74" fmla="*/ 216 w 275"/>
                  <a:gd name="T75" fmla="*/ 201 h 285"/>
                  <a:gd name="T76" fmla="*/ 232 w 275"/>
                  <a:gd name="T77" fmla="*/ 183 h 285"/>
                  <a:gd name="T78" fmla="*/ 242 w 275"/>
                  <a:gd name="T79" fmla="*/ 183 h 285"/>
                  <a:gd name="T80" fmla="*/ 263 w 275"/>
                  <a:gd name="T81" fmla="*/ 160 h 285"/>
                  <a:gd name="T82" fmla="*/ 268 w 275"/>
                  <a:gd name="T83" fmla="*/ 121 h 285"/>
                  <a:gd name="T84" fmla="*/ 273 w 275"/>
                  <a:gd name="T85" fmla="*/ 80 h 285"/>
                  <a:gd name="T86" fmla="*/ 273 w 275"/>
                  <a:gd name="T87" fmla="*/ 70 h 285"/>
                  <a:gd name="T88" fmla="*/ 275 w 275"/>
                  <a:gd name="T89" fmla="*/ 66 h 285"/>
                  <a:gd name="T90" fmla="*/ 264 w 275"/>
                  <a:gd name="T91" fmla="*/ 63 h 285"/>
                  <a:gd name="T92" fmla="*/ 243 w 275"/>
                  <a:gd name="T93" fmla="*/ 52 h 2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75" h="285">
                    <a:moveTo>
                      <a:pt x="243" y="52"/>
                    </a:moveTo>
                    <a:cubicBezTo>
                      <a:pt x="210" y="48"/>
                      <a:pt x="210" y="48"/>
                      <a:pt x="210" y="48"/>
                    </a:cubicBezTo>
                    <a:cubicBezTo>
                      <a:pt x="197" y="58"/>
                      <a:pt x="197" y="58"/>
                      <a:pt x="197" y="58"/>
                    </a:cubicBezTo>
                    <a:cubicBezTo>
                      <a:pt x="177" y="62"/>
                      <a:pt x="177" y="62"/>
                      <a:pt x="177" y="62"/>
                    </a:cubicBezTo>
                    <a:cubicBezTo>
                      <a:pt x="177" y="62"/>
                      <a:pt x="175" y="60"/>
                      <a:pt x="171" y="54"/>
                    </a:cubicBezTo>
                    <a:cubicBezTo>
                      <a:pt x="168" y="48"/>
                      <a:pt x="158" y="33"/>
                      <a:pt x="158" y="33"/>
                    </a:cubicBezTo>
                    <a:cubicBezTo>
                      <a:pt x="150" y="17"/>
                      <a:pt x="150" y="17"/>
                      <a:pt x="150" y="17"/>
                    </a:cubicBezTo>
                    <a:cubicBezTo>
                      <a:pt x="150" y="17"/>
                      <a:pt x="146" y="19"/>
                      <a:pt x="129" y="13"/>
                    </a:cubicBezTo>
                    <a:cubicBezTo>
                      <a:pt x="112" y="7"/>
                      <a:pt x="112" y="7"/>
                      <a:pt x="112" y="7"/>
                    </a:cubicBezTo>
                    <a:cubicBezTo>
                      <a:pt x="96" y="4"/>
                      <a:pt x="96" y="4"/>
                      <a:pt x="96" y="4"/>
                    </a:cubicBezTo>
                    <a:cubicBezTo>
                      <a:pt x="96" y="4"/>
                      <a:pt x="92" y="0"/>
                      <a:pt x="86" y="4"/>
                    </a:cubicBezTo>
                    <a:cubicBezTo>
                      <a:pt x="81" y="7"/>
                      <a:pt x="69" y="15"/>
                      <a:pt x="69" y="15"/>
                    </a:cubicBezTo>
                    <a:cubicBezTo>
                      <a:pt x="69" y="15"/>
                      <a:pt x="61" y="17"/>
                      <a:pt x="56" y="29"/>
                    </a:cubicBezTo>
                    <a:cubicBezTo>
                      <a:pt x="50" y="40"/>
                      <a:pt x="48" y="52"/>
                      <a:pt x="48" y="52"/>
                    </a:cubicBezTo>
                    <a:cubicBezTo>
                      <a:pt x="32" y="54"/>
                      <a:pt x="32" y="54"/>
                      <a:pt x="32" y="54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1" y="69"/>
                      <a:pt x="27" y="92"/>
                      <a:pt x="21" y="94"/>
                    </a:cubicBezTo>
                    <a:cubicBezTo>
                      <a:pt x="15" y="96"/>
                      <a:pt x="3" y="102"/>
                      <a:pt x="3" y="102"/>
                    </a:cubicBezTo>
                    <a:cubicBezTo>
                      <a:pt x="3" y="102"/>
                      <a:pt x="0" y="118"/>
                      <a:pt x="1" y="123"/>
                    </a:cubicBezTo>
                    <a:cubicBezTo>
                      <a:pt x="3" y="129"/>
                      <a:pt x="28" y="145"/>
                      <a:pt x="28" y="145"/>
                    </a:cubicBezTo>
                    <a:cubicBezTo>
                      <a:pt x="46" y="147"/>
                      <a:pt x="46" y="147"/>
                      <a:pt x="46" y="147"/>
                    </a:cubicBezTo>
                    <a:cubicBezTo>
                      <a:pt x="57" y="162"/>
                      <a:pt x="57" y="162"/>
                      <a:pt x="57" y="162"/>
                    </a:cubicBezTo>
                    <a:cubicBezTo>
                      <a:pt x="57" y="162"/>
                      <a:pt x="73" y="168"/>
                      <a:pt x="75" y="174"/>
                    </a:cubicBezTo>
                    <a:cubicBezTo>
                      <a:pt x="77" y="179"/>
                      <a:pt x="81" y="185"/>
                      <a:pt x="88" y="193"/>
                    </a:cubicBezTo>
                    <a:cubicBezTo>
                      <a:pt x="96" y="201"/>
                      <a:pt x="100" y="199"/>
                      <a:pt x="104" y="204"/>
                    </a:cubicBezTo>
                    <a:cubicBezTo>
                      <a:pt x="108" y="210"/>
                      <a:pt x="117" y="216"/>
                      <a:pt x="117" y="216"/>
                    </a:cubicBezTo>
                    <a:cubicBezTo>
                      <a:pt x="117" y="216"/>
                      <a:pt x="123" y="226"/>
                      <a:pt x="123" y="232"/>
                    </a:cubicBezTo>
                    <a:cubicBezTo>
                      <a:pt x="123" y="233"/>
                      <a:pt x="123" y="235"/>
                      <a:pt x="124" y="238"/>
                    </a:cubicBezTo>
                    <a:cubicBezTo>
                      <a:pt x="133" y="237"/>
                      <a:pt x="133" y="237"/>
                      <a:pt x="133" y="237"/>
                    </a:cubicBezTo>
                    <a:cubicBezTo>
                      <a:pt x="154" y="241"/>
                      <a:pt x="154" y="241"/>
                      <a:pt x="154" y="241"/>
                    </a:cubicBezTo>
                    <a:cubicBezTo>
                      <a:pt x="162" y="251"/>
                      <a:pt x="162" y="251"/>
                      <a:pt x="162" y="251"/>
                    </a:cubicBezTo>
                    <a:cubicBezTo>
                      <a:pt x="168" y="276"/>
                      <a:pt x="168" y="276"/>
                      <a:pt x="168" y="276"/>
                    </a:cubicBezTo>
                    <a:cubicBezTo>
                      <a:pt x="168" y="276"/>
                      <a:pt x="171" y="280"/>
                      <a:pt x="176" y="285"/>
                    </a:cubicBezTo>
                    <a:cubicBezTo>
                      <a:pt x="191" y="279"/>
                      <a:pt x="191" y="279"/>
                      <a:pt x="191" y="279"/>
                    </a:cubicBezTo>
                    <a:cubicBezTo>
                      <a:pt x="204" y="258"/>
                      <a:pt x="204" y="258"/>
                      <a:pt x="204" y="258"/>
                    </a:cubicBezTo>
                    <a:cubicBezTo>
                      <a:pt x="206" y="242"/>
                      <a:pt x="206" y="242"/>
                      <a:pt x="206" y="242"/>
                    </a:cubicBezTo>
                    <a:cubicBezTo>
                      <a:pt x="209" y="222"/>
                      <a:pt x="209" y="222"/>
                      <a:pt x="209" y="222"/>
                    </a:cubicBezTo>
                    <a:cubicBezTo>
                      <a:pt x="216" y="201"/>
                      <a:pt x="216" y="201"/>
                      <a:pt x="216" y="201"/>
                    </a:cubicBezTo>
                    <a:cubicBezTo>
                      <a:pt x="232" y="183"/>
                      <a:pt x="232" y="183"/>
                      <a:pt x="232" y="183"/>
                    </a:cubicBezTo>
                    <a:cubicBezTo>
                      <a:pt x="242" y="183"/>
                      <a:pt x="242" y="183"/>
                      <a:pt x="242" y="183"/>
                    </a:cubicBezTo>
                    <a:cubicBezTo>
                      <a:pt x="263" y="160"/>
                      <a:pt x="263" y="160"/>
                      <a:pt x="263" y="160"/>
                    </a:cubicBezTo>
                    <a:cubicBezTo>
                      <a:pt x="268" y="121"/>
                      <a:pt x="268" y="121"/>
                      <a:pt x="268" y="121"/>
                    </a:cubicBezTo>
                    <a:cubicBezTo>
                      <a:pt x="273" y="80"/>
                      <a:pt x="273" y="80"/>
                      <a:pt x="273" y="80"/>
                    </a:cubicBezTo>
                    <a:cubicBezTo>
                      <a:pt x="273" y="70"/>
                      <a:pt x="273" y="70"/>
                      <a:pt x="273" y="70"/>
                    </a:cubicBezTo>
                    <a:cubicBezTo>
                      <a:pt x="275" y="66"/>
                      <a:pt x="275" y="66"/>
                      <a:pt x="275" y="66"/>
                    </a:cubicBezTo>
                    <a:cubicBezTo>
                      <a:pt x="264" y="63"/>
                      <a:pt x="264" y="63"/>
                      <a:pt x="264" y="63"/>
                    </a:cubicBezTo>
                    <a:lnTo>
                      <a:pt x="243" y="52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6" name="Freeform 26">
                <a:extLst>
                  <a:ext uri="{FF2B5EF4-FFF2-40B4-BE49-F238E27FC236}">
                    <a16:creationId xmlns:a16="http://schemas.microsoft.com/office/drawing/2014/main" id="{F74BB5FA-D3EE-3252-A65C-2468E10748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2218" y="4318144"/>
                <a:ext cx="1355422" cy="1215060"/>
              </a:xfrm>
              <a:custGeom>
                <a:avLst/>
                <a:gdLst>
                  <a:gd name="T0" fmla="*/ 757 w 928"/>
                  <a:gd name="T1" fmla="*/ 240 h 832"/>
                  <a:gd name="T2" fmla="*/ 697 w 928"/>
                  <a:gd name="T3" fmla="*/ 269 h 832"/>
                  <a:gd name="T4" fmla="*/ 624 w 928"/>
                  <a:gd name="T5" fmla="*/ 257 h 832"/>
                  <a:gd name="T6" fmla="*/ 574 w 928"/>
                  <a:gd name="T7" fmla="*/ 251 h 832"/>
                  <a:gd name="T8" fmla="*/ 543 w 928"/>
                  <a:gd name="T9" fmla="*/ 187 h 832"/>
                  <a:gd name="T10" fmla="*/ 475 w 928"/>
                  <a:gd name="T11" fmla="*/ 222 h 832"/>
                  <a:gd name="T12" fmla="*/ 411 w 928"/>
                  <a:gd name="T13" fmla="*/ 207 h 832"/>
                  <a:gd name="T14" fmla="*/ 340 w 928"/>
                  <a:gd name="T15" fmla="*/ 193 h 832"/>
                  <a:gd name="T16" fmla="*/ 365 w 928"/>
                  <a:gd name="T17" fmla="*/ 141 h 832"/>
                  <a:gd name="T18" fmla="*/ 328 w 928"/>
                  <a:gd name="T19" fmla="*/ 95 h 832"/>
                  <a:gd name="T20" fmla="*/ 295 w 928"/>
                  <a:gd name="T21" fmla="*/ 64 h 832"/>
                  <a:gd name="T22" fmla="*/ 228 w 928"/>
                  <a:gd name="T23" fmla="*/ 39 h 832"/>
                  <a:gd name="T24" fmla="*/ 187 w 928"/>
                  <a:gd name="T25" fmla="*/ 4 h 832"/>
                  <a:gd name="T26" fmla="*/ 127 w 928"/>
                  <a:gd name="T27" fmla="*/ 48 h 832"/>
                  <a:gd name="T28" fmla="*/ 71 w 928"/>
                  <a:gd name="T29" fmla="*/ 95 h 832"/>
                  <a:gd name="T30" fmla="*/ 33 w 928"/>
                  <a:gd name="T31" fmla="*/ 193 h 832"/>
                  <a:gd name="T32" fmla="*/ 25 w 928"/>
                  <a:gd name="T33" fmla="*/ 253 h 832"/>
                  <a:gd name="T34" fmla="*/ 39 w 928"/>
                  <a:gd name="T35" fmla="*/ 311 h 832"/>
                  <a:gd name="T36" fmla="*/ 10 w 928"/>
                  <a:gd name="T37" fmla="*/ 348 h 832"/>
                  <a:gd name="T38" fmla="*/ 0 w 928"/>
                  <a:gd name="T39" fmla="*/ 396 h 832"/>
                  <a:gd name="T40" fmla="*/ 8 w 928"/>
                  <a:gd name="T41" fmla="*/ 458 h 832"/>
                  <a:gd name="T42" fmla="*/ 41 w 928"/>
                  <a:gd name="T43" fmla="*/ 506 h 832"/>
                  <a:gd name="T44" fmla="*/ 79 w 928"/>
                  <a:gd name="T45" fmla="*/ 576 h 832"/>
                  <a:gd name="T46" fmla="*/ 83 w 928"/>
                  <a:gd name="T47" fmla="*/ 638 h 832"/>
                  <a:gd name="T48" fmla="*/ 34 w 928"/>
                  <a:gd name="T49" fmla="*/ 684 h 832"/>
                  <a:gd name="T50" fmla="*/ 70 w 928"/>
                  <a:gd name="T51" fmla="*/ 706 h 832"/>
                  <a:gd name="T52" fmla="*/ 124 w 928"/>
                  <a:gd name="T53" fmla="*/ 670 h 832"/>
                  <a:gd name="T54" fmla="*/ 176 w 928"/>
                  <a:gd name="T55" fmla="*/ 652 h 832"/>
                  <a:gd name="T56" fmla="*/ 238 w 928"/>
                  <a:gd name="T57" fmla="*/ 611 h 832"/>
                  <a:gd name="T58" fmla="*/ 256 w 928"/>
                  <a:gd name="T59" fmla="*/ 654 h 832"/>
                  <a:gd name="T60" fmla="*/ 274 w 928"/>
                  <a:gd name="T61" fmla="*/ 714 h 832"/>
                  <a:gd name="T62" fmla="*/ 338 w 928"/>
                  <a:gd name="T63" fmla="*/ 703 h 832"/>
                  <a:gd name="T64" fmla="*/ 397 w 928"/>
                  <a:gd name="T65" fmla="*/ 698 h 832"/>
                  <a:gd name="T66" fmla="*/ 382 w 928"/>
                  <a:gd name="T67" fmla="*/ 742 h 832"/>
                  <a:gd name="T68" fmla="*/ 426 w 928"/>
                  <a:gd name="T69" fmla="*/ 765 h 832"/>
                  <a:gd name="T70" fmla="*/ 418 w 928"/>
                  <a:gd name="T71" fmla="*/ 806 h 832"/>
                  <a:gd name="T72" fmla="*/ 464 w 928"/>
                  <a:gd name="T73" fmla="*/ 809 h 832"/>
                  <a:gd name="T74" fmla="*/ 482 w 928"/>
                  <a:gd name="T75" fmla="*/ 752 h 832"/>
                  <a:gd name="T76" fmla="*/ 454 w 928"/>
                  <a:gd name="T77" fmla="*/ 698 h 832"/>
                  <a:gd name="T78" fmla="*/ 493 w 928"/>
                  <a:gd name="T79" fmla="*/ 649 h 832"/>
                  <a:gd name="T80" fmla="*/ 516 w 928"/>
                  <a:gd name="T81" fmla="*/ 600 h 832"/>
                  <a:gd name="T82" fmla="*/ 572 w 928"/>
                  <a:gd name="T83" fmla="*/ 608 h 832"/>
                  <a:gd name="T84" fmla="*/ 588 w 928"/>
                  <a:gd name="T85" fmla="*/ 562 h 832"/>
                  <a:gd name="T86" fmla="*/ 662 w 928"/>
                  <a:gd name="T87" fmla="*/ 618 h 832"/>
                  <a:gd name="T88" fmla="*/ 690 w 928"/>
                  <a:gd name="T89" fmla="*/ 589 h 832"/>
                  <a:gd name="T90" fmla="*/ 686 w 928"/>
                  <a:gd name="T91" fmla="*/ 551 h 832"/>
                  <a:gd name="T92" fmla="*/ 732 w 928"/>
                  <a:gd name="T93" fmla="*/ 518 h 832"/>
                  <a:gd name="T94" fmla="*/ 796 w 928"/>
                  <a:gd name="T95" fmla="*/ 502 h 832"/>
                  <a:gd name="T96" fmla="*/ 842 w 928"/>
                  <a:gd name="T97" fmla="*/ 469 h 832"/>
                  <a:gd name="T98" fmla="*/ 890 w 928"/>
                  <a:gd name="T99" fmla="*/ 433 h 832"/>
                  <a:gd name="T100" fmla="*/ 928 w 928"/>
                  <a:gd name="T101" fmla="*/ 418 h 832"/>
                  <a:gd name="T102" fmla="*/ 908 w 928"/>
                  <a:gd name="T103" fmla="*/ 384 h 832"/>
                  <a:gd name="T104" fmla="*/ 861 w 928"/>
                  <a:gd name="T105" fmla="*/ 342 h 832"/>
                  <a:gd name="T106" fmla="*/ 805 w 928"/>
                  <a:gd name="T107" fmla="*/ 303 h 832"/>
                  <a:gd name="T108" fmla="*/ 825 w 928"/>
                  <a:gd name="T109" fmla="*/ 249 h 832"/>
                  <a:gd name="T110" fmla="*/ 786 w 928"/>
                  <a:gd name="T111" fmla="*/ 230 h 8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928" h="832">
                    <a:moveTo>
                      <a:pt x="786" y="230"/>
                    </a:moveTo>
                    <a:cubicBezTo>
                      <a:pt x="775" y="228"/>
                      <a:pt x="771" y="230"/>
                      <a:pt x="771" y="230"/>
                    </a:cubicBezTo>
                    <a:cubicBezTo>
                      <a:pt x="757" y="240"/>
                      <a:pt x="757" y="240"/>
                      <a:pt x="757" y="240"/>
                    </a:cubicBezTo>
                    <a:cubicBezTo>
                      <a:pt x="757" y="240"/>
                      <a:pt x="740" y="249"/>
                      <a:pt x="734" y="249"/>
                    </a:cubicBezTo>
                    <a:cubicBezTo>
                      <a:pt x="728" y="249"/>
                      <a:pt x="719" y="261"/>
                      <a:pt x="719" y="261"/>
                    </a:cubicBezTo>
                    <a:cubicBezTo>
                      <a:pt x="697" y="269"/>
                      <a:pt x="697" y="269"/>
                      <a:pt x="697" y="269"/>
                    </a:cubicBezTo>
                    <a:cubicBezTo>
                      <a:pt x="668" y="269"/>
                      <a:pt x="668" y="269"/>
                      <a:pt x="668" y="269"/>
                    </a:cubicBezTo>
                    <a:cubicBezTo>
                      <a:pt x="668" y="269"/>
                      <a:pt x="649" y="265"/>
                      <a:pt x="645" y="259"/>
                    </a:cubicBezTo>
                    <a:cubicBezTo>
                      <a:pt x="641" y="253"/>
                      <a:pt x="624" y="257"/>
                      <a:pt x="624" y="257"/>
                    </a:cubicBezTo>
                    <a:cubicBezTo>
                      <a:pt x="608" y="251"/>
                      <a:pt x="608" y="251"/>
                      <a:pt x="608" y="251"/>
                    </a:cubicBezTo>
                    <a:cubicBezTo>
                      <a:pt x="585" y="261"/>
                      <a:pt x="585" y="261"/>
                      <a:pt x="585" y="261"/>
                    </a:cubicBezTo>
                    <a:cubicBezTo>
                      <a:pt x="574" y="251"/>
                      <a:pt x="574" y="251"/>
                      <a:pt x="574" y="251"/>
                    </a:cubicBezTo>
                    <a:cubicBezTo>
                      <a:pt x="564" y="230"/>
                      <a:pt x="564" y="230"/>
                      <a:pt x="564" y="230"/>
                    </a:cubicBezTo>
                    <a:cubicBezTo>
                      <a:pt x="554" y="213"/>
                      <a:pt x="554" y="213"/>
                      <a:pt x="554" y="213"/>
                    </a:cubicBezTo>
                    <a:cubicBezTo>
                      <a:pt x="543" y="187"/>
                      <a:pt x="543" y="187"/>
                      <a:pt x="543" y="187"/>
                    </a:cubicBezTo>
                    <a:cubicBezTo>
                      <a:pt x="527" y="211"/>
                      <a:pt x="527" y="211"/>
                      <a:pt x="527" y="211"/>
                    </a:cubicBezTo>
                    <a:cubicBezTo>
                      <a:pt x="527" y="211"/>
                      <a:pt x="500" y="218"/>
                      <a:pt x="494" y="218"/>
                    </a:cubicBezTo>
                    <a:cubicBezTo>
                      <a:pt x="489" y="218"/>
                      <a:pt x="475" y="222"/>
                      <a:pt x="475" y="222"/>
                    </a:cubicBezTo>
                    <a:cubicBezTo>
                      <a:pt x="456" y="222"/>
                      <a:pt x="456" y="222"/>
                      <a:pt x="456" y="222"/>
                    </a:cubicBezTo>
                    <a:cubicBezTo>
                      <a:pt x="440" y="218"/>
                      <a:pt x="440" y="218"/>
                      <a:pt x="440" y="218"/>
                    </a:cubicBezTo>
                    <a:cubicBezTo>
                      <a:pt x="440" y="218"/>
                      <a:pt x="417" y="211"/>
                      <a:pt x="411" y="207"/>
                    </a:cubicBezTo>
                    <a:cubicBezTo>
                      <a:pt x="406" y="203"/>
                      <a:pt x="380" y="203"/>
                      <a:pt x="375" y="203"/>
                    </a:cubicBezTo>
                    <a:cubicBezTo>
                      <a:pt x="369" y="203"/>
                      <a:pt x="357" y="203"/>
                      <a:pt x="357" y="203"/>
                    </a:cubicBezTo>
                    <a:cubicBezTo>
                      <a:pt x="340" y="193"/>
                      <a:pt x="340" y="193"/>
                      <a:pt x="340" y="193"/>
                    </a:cubicBezTo>
                    <a:cubicBezTo>
                      <a:pt x="352" y="176"/>
                      <a:pt x="352" y="176"/>
                      <a:pt x="352" y="176"/>
                    </a:cubicBezTo>
                    <a:cubicBezTo>
                      <a:pt x="361" y="157"/>
                      <a:pt x="361" y="157"/>
                      <a:pt x="361" y="157"/>
                    </a:cubicBezTo>
                    <a:cubicBezTo>
                      <a:pt x="365" y="141"/>
                      <a:pt x="365" y="141"/>
                      <a:pt x="365" y="141"/>
                    </a:cubicBezTo>
                    <a:cubicBezTo>
                      <a:pt x="359" y="122"/>
                      <a:pt x="359" y="122"/>
                      <a:pt x="359" y="122"/>
                    </a:cubicBezTo>
                    <a:cubicBezTo>
                      <a:pt x="340" y="112"/>
                      <a:pt x="340" y="112"/>
                      <a:pt x="340" y="112"/>
                    </a:cubicBezTo>
                    <a:cubicBezTo>
                      <a:pt x="340" y="112"/>
                      <a:pt x="332" y="104"/>
                      <a:pt x="328" y="95"/>
                    </a:cubicBezTo>
                    <a:cubicBezTo>
                      <a:pt x="324" y="85"/>
                      <a:pt x="321" y="83"/>
                      <a:pt x="319" y="72"/>
                    </a:cubicBezTo>
                    <a:cubicBezTo>
                      <a:pt x="317" y="60"/>
                      <a:pt x="311" y="64"/>
                      <a:pt x="311" y="64"/>
                    </a:cubicBezTo>
                    <a:cubicBezTo>
                      <a:pt x="295" y="64"/>
                      <a:pt x="295" y="64"/>
                      <a:pt x="295" y="64"/>
                    </a:cubicBezTo>
                    <a:cubicBezTo>
                      <a:pt x="257" y="60"/>
                      <a:pt x="257" y="60"/>
                      <a:pt x="257" y="60"/>
                    </a:cubicBezTo>
                    <a:cubicBezTo>
                      <a:pt x="243" y="45"/>
                      <a:pt x="243" y="45"/>
                      <a:pt x="243" y="45"/>
                    </a:cubicBezTo>
                    <a:cubicBezTo>
                      <a:pt x="228" y="39"/>
                      <a:pt x="228" y="39"/>
                      <a:pt x="228" y="39"/>
                    </a:cubicBezTo>
                    <a:cubicBezTo>
                      <a:pt x="216" y="29"/>
                      <a:pt x="216" y="29"/>
                      <a:pt x="216" y="29"/>
                    </a:cubicBezTo>
                    <a:cubicBezTo>
                      <a:pt x="191" y="0"/>
                      <a:pt x="191" y="0"/>
                      <a:pt x="191" y="0"/>
                    </a:cubicBezTo>
                    <a:cubicBezTo>
                      <a:pt x="190" y="1"/>
                      <a:pt x="189" y="2"/>
                      <a:pt x="187" y="4"/>
                    </a:cubicBezTo>
                    <a:cubicBezTo>
                      <a:pt x="180" y="14"/>
                      <a:pt x="174" y="21"/>
                      <a:pt x="168" y="25"/>
                    </a:cubicBezTo>
                    <a:cubicBezTo>
                      <a:pt x="162" y="29"/>
                      <a:pt x="153" y="35"/>
                      <a:pt x="153" y="35"/>
                    </a:cubicBezTo>
                    <a:cubicBezTo>
                      <a:pt x="127" y="48"/>
                      <a:pt x="127" y="48"/>
                      <a:pt x="127" y="48"/>
                    </a:cubicBezTo>
                    <a:cubicBezTo>
                      <a:pt x="110" y="48"/>
                      <a:pt x="110" y="48"/>
                      <a:pt x="110" y="48"/>
                    </a:cubicBezTo>
                    <a:cubicBezTo>
                      <a:pt x="110" y="48"/>
                      <a:pt x="95" y="62"/>
                      <a:pt x="91" y="68"/>
                    </a:cubicBezTo>
                    <a:cubicBezTo>
                      <a:pt x="87" y="74"/>
                      <a:pt x="77" y="85"/>
                      <a:pt x="71" y="95"/>
                    </a:cubicBezTo>
                    <a:cubicBezTo>
                      <a:pt x="66" y="104"/>
                      <a:pt x="56" y="118"/>
                      <a:pt x="56" y="118"/>
                    </a:cubicBezTo>
                    <a:cubicBezTo>
                      <a:pt x="37" y="172"/>
                      <a:pt x="37" y="172"/>
                      <a:pt x="37" y="172"/>
                    </a:cubicBezTo>
                    <a:cubicBezTo>
                      <a:pt x="33" y="193"/>
                      <a:pt x="33" y="193"/>
                      <a:pt x="33" y="193"/>
                    </a:cubicBezTo>
                    <a:cubicBezTo>
                      <a:pt x="19" y="218"/>
                      <a:pt x="19" y="218"/>
                      <a:pt x="19" y="218"/>
                    </a:cubicBezTo>
                    <a:cubicBezTo>
                      <a:pt x="15" y="240"/>
                      <a:pt x="15" y="240"/>
                      <a:pt x="15" y="240"/>
                    </a:cubicBezTo>
                    <a:cubicBezTo>
                      <a:pt x="15" y="240"/>
                      <a:pt x="19" y="242"/>
                      <a:pt x="25" y="253"/>
                    </a:cubicBezTo>
                    <a:cubicBezTo>
                      <a:pt x="31" y="265"/>
                      <a:pt x="33" y="259"/>
                      <a:pt x="35" y="272"/>
                    </a:cubicBezTo>
                    <a:cubicBezTo>
                      <a:pt x="37" y="286"/>
                      <a:pt x="37" y="290"/>
                      <a:pt x="37" y="296"/>
                    </a:cubicBezTo>
                    <a:cubicBezTo>
                      <a:pt x="37" y="301"/>
                      <a:pt x="39" y="311"/>
                      <a:pt x="39" y="311"/>
                    </a:cubicBezTo>
                    <a:cubicBezTo>
                      <a:pt x="44" y="327"/>
                      <a:pt x="44" y="327"/>
                      <a:pt x="44" y="327"/>
                    </a:cubicBezTo>
                    <a:cubicBezTo>
                      <a:pt x="35" y="342"/>
                      <a:pt x="35" y="342"/>
                      <a:pt x="35" y="342"/>
                    </a:cubicBezTo>
                    <a:cubicBezTo>
                      <a:pt x="35" y="342"/>
                      <a:pt x="17" y="340"/>
                      <a:pt x="10" y="348"/>
                    </a:cubicBezTo>
                    <a:cubicBezTo>
                      <a:pt x="2" y="356"/>
                      <a:pt x="0" y="383"/>
                      <a:pt x="0" y="383"/>
                    </a:cubicBezTo>
                    <a:cubicBezTo>
                      <a:pt x="0" y="383"/>
                      <a:pt x="8" y="388"/>
                      <a:pt x="2" y="394"/>
                    </a:cubicBezTo>
                    <a:cubicBezTo>
                      <a:pt x="1" y="395"/>
                      <a:pt x="1" y="396"/>
                      <a:pt x="0" y="396"/>
                    </a:cubicBezTo>
                    <a:cubicBezTo>
                      <a:pt x="8" y="410"/>
                      <a:pt x="8" y="410"/>
                      <a:pt x="8" y="410"/>
                    </a:cubicBezTo>
                    <a:cubicBezTo>
                      <a:pt x="8" y="410"/>
                      <a:pt x="4" y="423"/>
                      <a:pt x="4" y="429"/>
                    </a:cubicBezTo>
                    <a:cubicBezTo>
                      <a:pt x="4" y="435"/>
                      <a:pt x="8" y="444"/>
                      <a:pt x="8" y="458"/>
                    </a:cubicBezTo>
                    <a:cubicBezTo>
                      <a:pt x="8" y="471"/>
                      <a:pt x="6" y="475"/>
                      <a:pt x="8" y="481"/>
                    </a:cubicBezTo>
                    <a:cubicBezTo>
                      <a:pt x="10" y="487"/>
                      <a:pt x="23" y="500"/>
                      <a:pt x="23" y="500"/>
                    </a:cubicBezTo>
                    <a:cubicBezTo>
                      <a:pt x="41" y="506"/>
                      <a:pt x="41" y="506"/>
                      <a:pt x="41" y="506"/>
                    </a:cubicBezTo>
                    <a:cubicBezTo>
                      <a:pt x="41" y="506"/>
                      <a:pt x="46" y="516"/>
                      <a:pt x="46" y="529"/>
                    </a:cubicBezTo>
                    <a:cubicBezTo>
                      <a:pt x="46" y="543"/>
                      <a:pt x="64" y="566"/>
                      <a:pt x="64" y="566"/>
                    </a:cubicBezTo>
                    <a:cubicBezTo>
                      <a:pt x="64" y="566"/>
                      <a:pt x="75" y="564"/>
                      <a:pt x="79" y="576"/>
                    </a:cubicBezTo>
                    <a:cubicBezTo>
                      <a:pt x="83" y="587"/>
                      <a:pt x="89" y="589"/>
                      <a:pt x="89" y="601"/>
                    </a:cubicBezTo>
                    <a:cubicBezTo>
                      <a:pt x="89" y="612"/>
                      <a:pt x="91" y="626"/>
                      <a:pt x="91" y="626"/>
                    </a:cubicBezTo>
                    <a:cubicBezTo>
                      <a:pt x="91" y="626"/>
                      <a:pt x="91" y="626"/>
                      <a:pt x="83" y="638"/>
                    </a:cubicBezTo>
                    <a:cubicBezTo>
                      <a:pt x="75" y="649"/>
                      <a:pt x="56" y="651"/>
                      <a:pt x="56" y="651"/>
                    </a:cubicBezTo>
                    <a:cubicBezTo>
                      <a:pt x="37" y="667"/>
                      <a:pt x="37" y="667"/>
                      <a:pt x="37" y="667"/>
                    </a:cubicBezTo>
                    <a:cubicBezTo>
                      <a:pt x="34" y="684"/>
                      <a:pt x="34" y="684"/>
                      <a:pt x="34" y="684"/>
                    </a:cubicBezTo>
                    <a:cubicBezTo>
                      <a:pt x="37" y="683"/>
                      <a:pt x="37" y="683"/>
                      <a:pt x="37" y="683"/>
                    </a:cubicBezTo>
                    <a:cubicBezTo>
                      <a:pt x="50" y="690"/>
                      <a:pt x="50" y="690"/>
                      <a:pt x="50" y="690"/>
                    </a:cubicBezTo>
                    <a:cubicBezTo>
                      <a:pt x="70" y="706"/>
                      <a:pt x="70" y="706"/>
                      <a:pt x="70" y="706"/>
                    </a:cubicBezTo>
                    <a:cubicBezTo>
                      <a:pt x="86" y="703"/>
                      <a:pt x="86" y="703"/>
                      <a:pt x="86" y="703"/>
                    </a:cubicBezTo>
                    <a:cubicBezTo>
                      <a:pt x="93" y="677"/>
                      <a:pt x="93" y="677"/>
                      <a:pt x="93" y="677"/>
                    </a:cubicBezTo>
                    <a:cubicBezTo>
                      <a:pt x="124" y="670"/>
                      <a:pt x="124" y="670"/>
                      <a:pt x="124" y="670"/>
                    </a:cubicBezTo>
                    <a:cubicBezTo>
                      <a:pt x="137" y="670"/>
                      <a:pt x="137" y="670"/>
                      <a:pt x="137" y="670"/>
                    </a:cubicBezTo>
                    <a:cubicBezTo>
                      <a:pt x="160" y="662"/>
                      <a:pt x="160" y="662"/>
                      <a:pt x="160" y="662"/>
                    </a:cubicBezTo>
                    <a:cubicBezTo>
                      <a:pt x="176" y="652"/>
                      <a:pt x="176" y="652"/>
                      <a:pt x="176" y="652"/>
                    </a:cubicBezTo>
                    <a:cubicBezTo>
                      <a:pt x="209" y="649"/>
                      <a:pt x="209" y="649"/>
                      <a:pt x="209" y="649"/>
                    </a:cubicBezTo>
                    <a:cubicBezTo>
                      <a:pt x="209" y="649"/>
                      <a:pt x="225" y="652"/>
                      <a:pt x="227" y="639"/>
                    </a:cubicBezTo>
                    <a:cubicBezTo>
                      <a:pt x="230" y="626"/>
                      <a:pt x="238" y="611"/>
                      <a:pt x="238" y="611"/>
                    </a:cubicBezTo>
                    <a:cubicBezTo>
                      <a:pt x="248" y="611"/>
                      <a:pt x="248" y="611"/>
                      <a:pt x="248" y="611"/>
                    </a:cubicBezTo>
                    <a:cubicBezTo>
                      <a:pt x="256" y="631"/>
                      <a:pt x="256" y="631"/>
                      <a:pt x="256" y="631"/>
                    </a:cubicBezTo>
                    <a:cubicBezTo>
                      <a:pt x="256" y="654"/>
                      <a:pt x="256" y="654"/>
                      <a:pt x="256" y="654"/>
                    </a:cubicBezTo>
                    <a:cubicBezTo>
                      <a:pt x="248" y="688"/>
                      <a:pt x="248" y="688"/>
                      <a:pt x="248" y="688"/>
                    </a:cubicBezTo>
                    <a:cubicBezTo>
                      <a:pt x="261" y="701"/>
                      <a:pt x="261" y="701"/>
                      <a:pt x="261" y="701"/>
                    </a:cubicBezTo>
                    <a:cubicBezTo>
                      <a:pt x="274" y="714"/>
                      <a:pt x="274" y="714"/>
                      <a:pt x="274" y="714"/>
                    </a:cubicBezTo>
                    <a:cubicBezTo>
                      <a:pt x="302" y="716"/>
                      <a:pt x="302" y="716"/>
                      <a:pt x="302" y="716"/>
                    </a:cubicBezTo>
                    <a:cubicBezTo>
                      <a:pt x="317" y="716"/>
                      <a:pt x="317" y="716"/>
                      <a:pt x="317" y="716"/>
                    </a:cubicBezTo>
                    <a:cubicBezTo>
                      <a:pt x="338" y="703"/>
                      <a:pt x="338" y="703"/>
                      <a:pt x="338" y="703"/>
                    </a:cubicBezTo>
                    <a:cubicBezTo>
                      <a:pt x="356" y="703"/>
                      <a:pt x="356" y="703"/>
                      <a:pt x="356" y="703"/>
                    </a:cubicBezTo>
                    <a:cubicBezTo>
                      <a:pt x="377" y="714"/>
                      <a:pt x="377" y="714"/>
                      <a:pt x="377" y="714"/>
                    </a:cubicBezTo>
                    <a:cubicBezTo>
                      <a:pt x="397" y="698"/>
                      <a:pt x="397" y="698"/>
                      <a:pt x="397" y="698"/>
                    </a:cubicBezTo>
                    <a:cubicBezTo>
                      <a:pt x="402" y="716"/>
                      <a:pt x="402" y="716"/>
                      <a:pt x="402" y="716"/>
                    </a:cubicBezTo>
                    <a:cubicBezTo>
                      <a:pt x="384" y="726"/>
                      <a:pt x="384" y="726"/>
                      <a:pt x="384" y="726"/>
                    </a:cubicBezTo>
                    <a:cubicBezTo>
                      <a:pt x="382" y="742"/>
                      <a:pt x="382" y="742"/>
                      <a:pt x="382" y="742"/>
                    </a:cubicBezTo>
                    <a:cubicBezTo>
                      <a:pt x="382" y="742"/>
                      <a:pt x="389" y="747"/>
                      <a:pt x="400" y="747"/>
                    </a:cubicBezTo>
                    <a:cubicBezTo>
                      <a:pt x="410" y="747"/>
                      <a:pt x="431" y="747"/>
                      <a:pt x="431" y="747"/>
                    </a:cubicBezTo>
                    <a:cubicBezTo>
                      <a:pt x="426" y="765"/>
                      <a:pt x="426" y="765"/>
                      <a:pt x="426" y="765"/>
                    </a:cubicBezTo>
                    <a:cubicBezTo>
                      <a:pt x="397" y="778"/>
                      <a:pt x="397" y="778"/>
                      <a:pt x="397" y="778"/>
                    </a:cubicBezTo>
                    <a:cubicBezTo>
                      <a:pt x="395" y="788"/>
                      <a:pt x="395" y="788"/>
                      <a:pt x="395" y="788"/>
                    </a:cubicBezTo>
                    <a:cubicBezTo>
                      <a:pt x="395" y="788"/>
                      <a:pt x="415" y="793"/>
                      <a:pt x="418" y="806"/>
                    </a:cubicBezTo>
                    <a:cubicBezTo>
                      <a:pt x="420" y="819"/>
                      <a:pt x="433" y="832"/>
                      <a:pt x="433" y="832"/>
                    </a:cubicBezTo>
                    <a:cubicBezTo>
                      <a:pt x="459" y="829"/>
                      <a:pt x="459" y="829"/>
                      <a:pt x="459" y="829"/>
                    </a:cubicBezTo>
                    <a:cubicBezTo>
                      <a:pt x="459" y="829"/>
                      <a:pt x="464" y="817"/>
                      <a:pt x="464" y="809"/>
                    </a:cubicBezTo>
                    <a:cubicBezTo>
                      <a:pt x="464" y="801"/>
                      <a:pt x="464" y="780"/>
                      <a:pt x="464" y="780"/>
                    </a:cubicBezTo>
                    <a:cubicBezTo>
                      <a:pt x="480" y="762"/>
                      <a:pt x="480" y="762"/>
                      <a:pt x="480" y="762"/>
                    </a:cubicBezTo>
                    <a:cubicBezTo>
                      <a:pt x="482" y="752"/>
                      <a:pt x="482" y="752"/>
                      <a:pt x="482" y="752"/>
                    </a:cubicBezTo>
                    <a:cubicBezTo>
                      <a:pt x="469" y="737"/>
                      <a:pt x="469" y="737"/>
                      <a:pt x="469" y="737"/>
                    </a:cubicBezTo>
                    <a:cubicBezTo>
                      <a:pt x="454" y="719"/>
                      <a:pt x="454" y="719"/>
                      <a:pt x="454" y="719"/>
                    </a:cubicBezTo>
                    <a:cubicBezTo>
                      <a:pt x="454" y="698"/>
                      <a:pt x="454" y="698"/>
                      <a:pt x="454" y="698"/>
                    </a:cubicBezTo>
                    <a:cubicBezTo>
                      <a:pt x="454" y="698"/>
                      <a:pt x="451" y="685"/>
                      <a:pt x="459" y="677"/>
                    </a:cubicBezTo>
                    <a:cubicBezTo>
                      <a:pt x="467" y="670"/>
                      <a:pt x="485" y="662"/>
                      <a:pt x="485" y="662"/>
                    </a:cubicBezTo>
                    <a:cubicBezTo>
                      <a:pt x="493" y="649"/>
                      <a:pt x="493" y="649"/>
                      <a:pt x="493" y="649"/>
                    </a:cubicBezTo>
                    <a:cubicBezTo>
                      <a:pt x="490" y="629"/>
                      <a:pt x="490" y="629"/>
                      <a:pt x="490" y="629"/>
                    </a:cubicBezTo>
                    <a:cubicBezTo>
                      <a:pt x="485" y="608"/>
                      <a:pt x="485" y="608"/>
                      <a:pt x="485" y="608"/>
                    </a:cubicBezTo>
                    <a:cubicBezTo>
                      <a:pt x="516" y="600"/>
                      <a:pt x="516" y="600"/>
                      <a:pt x="516" y="600"/>
                    </a:cubicBezTo>
                    <a:cubicBezTo>
                      <a:pt x="516" y="600"/>
                      <a:pt x="531" y="595"/>
                      <a:pt x="539" y="600"/>
                    </a:cubicBezTo>
                    <a:cubicBezTo>
                      <a:pt x="547" y="605"/>
                      <a:pt x="557" y="621"/>
                      <a:pt x="557" y="621"/>
                    </a:cubicBezTo>
                    <a:cubicBezTo>
                      <a:pt x="572" y="608"/>
                      <a:pt x="572" y="608"/>
                      <a:pt x="572" y="608"/>
                    </a:cubicBezTo>
                    <a:cubicBezTo>
                      <a:pt x="565" y="574"/>
                      <a:pt x="565" y="574"/>
                      <a:pt x="565" y="574"/>
                    </a:cubicBezTo>
                    <a:cubicBezTo>
                      <a:pt x="570" y="556"/>
                      <a:pt x="570" y="556"/>
                      <a:pt x="570" y="556"/>
                    </a:cubicBezTo>
                    <a:cubicBezTo>
                      <a:pt x="570" y="556"/>
                      <a:pt x="580" y="556"/>
                      <a:pt x="588" y="562"/>
                    </a:cubicBezTo>
                    <a:cubicBezTo>
                      <a:pt x="596" y="567"/>
                      <a:pt x="616" y="582"/>
                      <a:pt x="616" y="582"/>
                    </a:cubicBezTo>
                    <a:cubicBezTo>
                      <a:pt x="616" y="582"/>
                      <a:pt x="632" y="585"/>
                      <a:pt x="634" y="592"/>
                    </a:cubicBezTo>
                    <a:cubicBezTo>
                      <a:pt x="637" y="600"/>
                      <a:pt x="662" y="618"/>
                      <a:pt x="662" y="618"/>
                    </a:cubicBezTo>
                    <a:cubicBezTo>
                      <a:pt x="676" y="618"/>
                      <a:pt x="676" y="618"/>
                      <a:pt x="676" y="618"/>
                    </a:cubicBezTo>
                    <a:cubicBezTo>
                      <a:pt x="678" y="613"/>
                      <a:pt x="681" y="609"/>
                      <a:pt x="682" y="607"/>
                    </a:cubicBezTo>
                    <a:cubicBezTo>
                      <a:pt x="686" y="599"/>
                      <a:pt x="690" y="589"/>
                      <a:pt x="690" y="589"/>
                    </a:cubicBezTo>
                    <a:cubicBezTo>
                      <a:pt x="690" y="589"/>
                      <a:pt x="688" y="580"/>
                      <a:pt x="688" y="574"/>
                    </a:cubicBezTo>
                    <a:cubicBezTo>
                      <a:pt x="688" y="568"/>
                      <a:pt x="678" y="566"/>
                      <a:pt x="682" y="556"/>
                    </a:cubicBezTo>
                    <a:cubicBezTo>
                      <a:pt x="686" y="547"/>
                      <a:pt x="682" y="556"/>
                      <a:pt x="686" y="551"/>
                    </a:cubicBezTo>
                    <a:cubicBezTo>
                      <a:pt x="690" y="545"/>
                      <a:pt x="699" y="551"/>
                      <a:pt x="711" y="543"/>
                    </a:cubicBezTo>
                    <a:cubicBezTo>
                      <a:pt x="722" y="535"/>
                      <a:pt x="711" y="543"/>
                      <a:pt x="717" y="533"/>
                    </a:cubicBezTo>
                    <a:cubicBezTo>
                      <a:pt x="722" y="524"/>
                      <a:pt x="732" y="518"/>
                      <a:pt x="732" y="518"/>
                    </a:cubicBezTo>
                    <a:cubicBezTo>
                      <a:pt x="732" y="518"/>
                      <a:pt x="749" y="514"/>
                      <a:pt x="757" y="510"/>
                    </a:cubicBezTo>
                    <a:cubicBezTo>
                      <a:pt x="765" y="506"/>
                      <a:pt x="769" y="508"/>
                      <a:pt x="780" y="506"/>
                    </a:cubicBezTo>
                    <a:cubicBezTo>
                      <a:pt x="792" y="504"/>
                      <a:pt x="796" y="502"/>
                      <a:pt x="796" y="502"/>
                    </a:cubicBezTo>
                    <a:cubicBezTo>
                      <a:pt x="796" y="502"/>
                      <a:pt x="805" y="491"/>
                      <a:pt x="811" y="485"/>
                    </a:cubicBezTo>
                    <a:cubicBezTo>
                      <a:pt x="817" y="479"/>
                      <a:pt x="825" y="471"/>
                      <a:pt x="825" y="471"/>
                    </a:cubicBezTo>
                    <a:cubicBezTo>
                      <a:pt x="825" y="471"/>
                      <a:pt x="825" y="471"/>
                      <a:pt x="842" y="469"/>
                    </a:cubicBezTo>
                    <a:cubicBezTo>
                      <a:pt x="860" y="468"/>
                      <a:pt x="854" y="462"/>
                      <a:pt x="863" y="456"/>
                    </a:cubicBezTo>
                    <a:cubicBezTo>
                      <a:pt x="873" y="450"/>
                      <a:pt x="879" y="441"/>
                      <a:pt x="883" y="435"/>
                    </a:cubicBezTo>
                    <a:cubicBezTo>
                      <a:pt x="887" y="429"/>
                      <a:pt x="890" y="433"/>
                      <a:pt x="890" y="433"/>
                    </a:cubicBezTo>
                    <a:cubicBezTo>
                      <a:pt x="910" y="425"/>
                      <a:pt x="910" y="425"/>
                      <a:pt x="910" y="425"/>
                    </a:cubicBezTo>
                    <a:cubicBezTo>
                      <a:pt x="919" y="419"/>
                      <a:pt x="919" y="419"/>
                      <a:pt x="919" y="419"/>
                    </a:cubicBezTo>
                    <a:cubicBezTo>
                      <a:pt x="928" y="418"/>
                      <a:pt x="928" y="418"/>
                      <a:pt x="928" y="418"/>
                    </a:cubicBezTo>
                    <a:cubicBezTo>
                      <a:pt x="927" y="415"/>
                      <a:pt x="927" y="413"/>
                      <a:pt x="927" y="412"/>
                    </a:cubicBezTo>
                    <a:cubicBezTo>
                      <a:pt x="927" y="406"/>
                      <a:pt x="921" y="396"/>
                      <a:pt x="921" y="396"/>
                    </a:cubicBezTo>
                    <a:cubicBezTo>
                      <a:pt x="921" y="396"/>
                      <a:pt x="912" y="390"/>
                      <a:pt x="908" y="384"/>
                    </a:cubicBezTo>
                    <a:cubicBezTo>
                      <a:pt x="904" y="379"/>
                      <a:pt x="900" y="381"/>
                      <a:pt x="892" y="373"/>
                    </a:cubicBezTo>
                    <a:cubicBezTo>
                      <a:pt x="885" y="365"/>
                      <a:pt x="881" y="359"/>
                      <a:pt x="879" y="354"/>
                    </a:cubicBezTo>
                    <a:cubicBezTo>
                      <a:pt x="877" y="348"/>
                      <a:pt x="861" y="342"/>
                      <a:pt x="861" y="342"/>
                    </a:cubicBezTo>
                    <a:cubicBezTo>
                      <a:pt x="850" y="327"/>
                      <a:pt x="850" y="327"/>
                      <a:pt x="850" y="327"/>
                    </a:cubicBezTo>
                    <a:cubicBezTo>
                      <a:pt x="832" y="325"/>
                      <a:pt x="832" y="325"/>
                      <a:pt x="832" y="325"/>
                    </a:cubicBezTo>
                    <a:cubicBezTo>
                      <a:pt x="832" y="325"/>
                      <a:pt x="807" y="309"/>
                      <a:pt x="805" y="303"/>
                    </a:cubicBezTo>
                    <a:cubicBezTo>
                      <a:pt x="804" y="298"/>
                      <a:pt x="807" y="282"/>
                      <a:pt x="807" y="282"/>
                    </a:cubicBezTo>
                    <a:cubicBezTo>
                      <a:pt x="807" y="282"/>
                      <a:pt x="819" y="276"/>
                      <a:pt x="825" y="274"/>
                    </a:cubicBezTo>
                    <a:cubicBezTo>
                      <a:pt x="831" y="272"/>
                      <a:pt x="825" y="249"/>
                      <a:pt x="825" y="249"/>
                    </a:cubicBezTo>
                    <a:cubicBezTo>
                      <a:pt x="831" y="241"/>
                      <a:pt x="831" y="241"/>
                      <a:pt x="831" y="241"/>
                    </a:cubicBezTo>
                    <a:cubicBezTo>
                      <a:pt x="829" y="241"/>
                      <a:pt x="828" y="240"/>
                      <a:pt x="827" y="240"/>
                    </a:cubicBezTo>
                    <a:cubicBezTo>
                      <a:pt x="821" y="236"/>
                      <a:pt x="798" y="232"/>
                      <a:pt x="786" y="230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7" name="Freeform 27">
                <a:extLst>
                  <a:ext uri="{FF2B5EF4-FFF2-40B4-BE49-F238E27FC236}">
                    <a16:creationId xmlns:a16="http://schemas.microsoft.com/office/drawing/2014/main" id="{90BA0B06-D386-E716-96EE-CA5AB9EB07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8406" y="4276245"/>
                <a:ext cx="348806" cy="366613"/>
              </a:xfrm>
              <a:custGeom>
                <a:avLst/>
                <a:gdLst>
                  <a:gd name="T0" fmla="*/ 102 w 239"/>
                  <a:gd name="T1" fmla="*/ 189 h 251"/>
                  <a:gd name="T2" fmla="*/ 118 w 239"/>
                  <a:gd name="T3" fmla="*/ 182 h 251"/>
                  <a:gd name="T4" fmla="*/ 139 w 239"/>
                  <a:gd name="T5" fmla="*/ 180 h 251"/>
                  <a:gd name="T6" fmla="*/ 149 w 239"/>
                  <a:gd name="T7" fmla="*/ 201 h 251"/>
                  <a:gd name="T8" fmla="*/ 168 w 239"/>
                  <a:gd name="T9" fmla="*/ 203 h 251"/>
                  <a:gd name="T10" fmla="*/ 185 w 239"/>
                  <a:gd name="T11" fmla="*/ 195 h 251"/>
                  <a:gd name="T12" fmla="*/ 187 w 239"/>
                  <a:gd name="T13" fmla="*/ 172 h 251"/>
                  <a:gd name="T14" fmla="*/ 195 w 239"/>
                  <a:gd name="T15" fmla="*/ 149 h 251"/>
                  <a:gd name="T16" fmla="*/ 201 w 239"/>
                  <a:gd name="T17" fmla="*/ 135 h 251"/>
                  <a:gd name="T18" fmla="*/ 203 w 239"/>
                  <a:gd name="T19" fmla="*/ 120 h 251"/>
                  <a:gd name="T20" fmla="*/ 203 w 239"/>
                  <a:gd name="T21" fmla="*/ 106 h 251"/>
                  <a:gd name="T22" fmla="*/ 208 w 239"/>
                  <a:gd name="T23" fmla="*/ 95 h 251"/>
                  <a:gd name="T24" fmla="*/ 224 w 239"/>
                  <a:gd name="T25" fmla="*/ 95 h 251"/>
                  <a:gd name="T26" fmla="*/ 239 w 239"/>
                  <a:gd name="T27" fmla="*/ 85 h 251"/>
                  <a:gd name="T28" fmla="*/ 235 w 239"/>
                  <a:gd name="T29" fmla="*/ 74 h 251"/>
                  <a:gd name="T30" fmla="*/ 226 w 239"/>
                  <a:gd name="T31" fmla="*/ 58 h 251"/>
                  <a:gd name="T32" fmla="*/ 232 w 239"/>
                  <a:gd name="T33" fmla="*/ 45 h 251"/>
                  <a:gd name="T34" fmla="*/ 232 w 239"/>
                  <a:gd name="T35" fmla="*/ 29 h 251"/>
                  <a:gd name="T36" fmla="*/ 224 w 239"/>
                  <a:gd name="T37" fmla="*/ 8 h 251"/>
                  <a:gd name="T38" fmla="*/ 201 w 239"/>
                  <a:gd name="T39" fmla="*/ 0 h 251"/>
                  <a:gd name="T40" fmla="*/ 162 w 239"/>
                  <a:gd name="T41" fmla="*/ 0 h 251"/>
                  <a:gd name="T42" fmla="*/ 135 w 239"/>
                  <a:gd name="T43" fmla="*/ 16 h 251"/>
                  <a:gd name="T44" fmla="*/ 114 w 239"/>
                  <a:gd name="T45" fmla="*/ 33 h 251"/>
                  <a:gd name="T46" fmla="*/ 106 w 239"/>
                  <a:gd name="T47" fmla="*/ 50 h 251"/>
                  <a:gd name="T48" fmla="*/ 98 w 239"/>
                  <a:gd name="T49" fmla="*/ 66 h 251"/>
                  <a:gd name="T50" fmla="*/ 81 w 239"/>
                  <a:gd name="T51" fmla="*/ 64 h 251"/>
                  <a:gd name="T52" fmla="*/ 79 w 239"/>
                  <a:gd name="T53" fmla="*/ 45 h 251"/>
                  <a:gd name="T54" fmla="*/ 69 w 239"/>
                  <a:gd name="T55" fmla="*/ 39 h 251"/>
                  <a:gd name="T56" fmla="*/ 44 w 239"/>
                  <a:gd name="T57" fmla="*/ 43 h 251"/>
                  <a:gd name="T58" fmla="*/ 27 w 239"/>
                  <a:gd name="T59" fmla="*/ 60 h 251"/>
                  <a:gd name="T60" fmla="*/ 19 w 239"/>
                  <a:gd name="T61" fmla="*/ 70 h 251"/>
                  <a:gd name="T62" fmla="*/ 29 w 239"/>
                  <a:gd name="T63" fmla="*/ 85 h 251"/>
                  <a:gd name="T64" fmla="*/ 56 w 239"/>
                  <a:gd name="T65" fmla="*/ 91 h 251"/>
                  <a:gd name="T66" fmla="*/ 69 w 239"/>
                  <a:gd name="T67" fmla="*/ 99 h 251"/>
                  <a:gd name="T68" fmla="*/ 69 w 239"/>
                  <a:gd name="T69" fmla="*/ 114 h 251"/>
                  <a:gd name="T70" fmla="*/ 56 w 239"/>
                  <a:gd name="T71" fmla="*/ 122 h 251"/>
                  <a:gd name="T72" fmla="*/ 33 w 239"/>
                  <a:gd name="T73" fmla="*/ 126 h 251"/>
                  <a:gd name="T74" fmla="*/ 23 w 239"/>
                  <a:gd name="T75" fmla="*/ 151 h 251"/>
                  <a:gd name="T76" fmla="*/ 35 w 239"/>
                  <a:gd name="T77" fmla="*/ 174 h 251"/>
                  <a:gd name="T78" fmla="*/ 38 w 239"/>
                  <a:gd name="T79" fmla="*/ 187 h 251"/>
                  <a:gd name="T80" fmla="*/ 31 w 239"/>
                  <a:gd name="T81" fmla="*/ 197 h 251"/>
                  <a:gd name="T82" fmla="*/ 21 w 239"/>
                  <a:gd name="T83" fmla="*/ 205 h 251"/>
                  <a:gd name="T84" fmla="*/ 8 w 239"/>
                  <a:gd name="T85" fmla="*/ 195 h 251"/>
                  <a:gd name="T86" fmla="*/ 0 w 239"/>
                  <a:gd name="T87" fmla="*/ 195 h 251"/>
                  <a:gd name="T88" fmla="*/ 2 w 239"/>
                  <a:gd name="T89" fmla="*/ 209 h 251"/>
                  <a:gd name="T90" fmla="*/ 8 w 239"/>
                  <a:gd name="T91" fmla="*/ 222 h 251"/>
                  <a:gd name="T92" fmla="*/ 17 w 239"/>
                  <a:gd name="T93" fmla="*/ 232 h 251"/>
                  <a:gd name="T94" fmla="*/ 19 w 239"/>
                  <a:gd name="T95" fmla="*/ 251 h 251"/>
                  <a:gd name="T96" fmla="*/ 38 w 239"/>
                  <a:gd name="T97" fmla="*/ 247 h 251"/>
                  <a:gd name="T98" fmla="*/ 71 w 239"/>
                  <a:gd name="T99" fmla="*/ 240 h 251"/>
                  <a:gd name="T100" fmla="*/ 87 w 239"/>
                  <a:gd name="T101" fmla="*/ 216 h 251"/>
                  <a:gd name="T102" fmla="*/ 89 w 239"/>
                  <a:gd name="T103" fmla="*/ 222 h 251"/>
                  <a:gd name="T104" fmla="*/ 93 w 239"/>
                  <a:gd name="T105" fmla="*/ 209 h 251"/>
                  <a:gd name="T106" fmla="*/ 102 w 239"/>
                  <a:gd name="T107" fmla="*/ 189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39" h="251">
                    <a:moveTo>
                      <a:pt x="102" y="189"/>
                    </a:moveTo>
                    <a:cubicBezTo>
                      <a:pt x="118" y="182"/>
                      <a:pt x="118" y="182"/>
                      <a:pt x="118" y="182"/>
                    </a:cubicBezTo>
                    <a:cubicBezTo>
                      <a:pt x="139" y="180"/>
                      <a:pt x="139" y="180"/>
                      <a:pt x="139" y="180"/>
                    </a:cubicBezTo>
                    <a:cubicBezTo>
                      <a:pt x="149" y="201"/>
                      <a:pt x="149" y="201"/>
                      <a:pt x="149" y="201"/>
                    </a:cubicBezTo>
                    <a:cubicBezTo>
                      <a:pt x="168" y="203"/>
                      <a:pt x="168" y="203"/>
                      <a:pt x="168" y="203"/>
                    </a:cubicBezTo>
                    <a:cubicBezTo>
                      <a:pt x="185" y="195"/>
                      <a:pt x="185" y="195"/>
                      <a:pt x="185" y="195"/>
                    </a:cubicBezTo>
                    <a:cubicBezTo>
                      <a:pt x="185" y="195"/>
                      <a:pt x="187" y="178"/>
                      <a:pt x="187" y="172"/>
                    </a:cubicBezTo>
                    <a:cubicBezTo>
                      <a:pt x="187" y="166"/>
                      <a:pt x="195" y="149"/>
                      <a:pt x="195" y="149"/>
                    </a:cubicBezTo>
                    <a:cubicBezTo>
                      <a:pt x="195" y="149"/>
                      <a:pt x="199" y="141"/>
                      <a:pt x="201" y="135"/>
                    </a:cubicBezTo>
                    <a:cubicBezTo>
                      <a:pt x="203" y="130"/>
                      <a:pt x="203" y="126"/>
                      <a:pt x="203" y="120"/>
                    </a:cubicBezTo>
                    <a:cubicBezTo>
                      <a:pt x="203" y="114"/>
                      <a:pt x="203" y="106"/>
                      <a:pt x="203" y="106"/>
                    </a:cubicBezTo>
                    <a:cubicBezTo>
                      <a:pt x="208" y="95"/>
                      <a:pt x="208" y="95"/>
                      <a:pt x="208" y="95"/>
                    </a:cubicBezTo>
                    <a:cubicBezTo>
                      <a:pt x="208" y="95"/>
                      <a:pt x="208" y="95"/>
                      <a:pt x="224" y="95"/>
                    </a:cubicBezTo>
                    <a:cubicBezTo>
                      <a:pt x="239" y="95"/>
                      <a:pt x="239" y="85"/>
                      <a:pt x="239" y="85"/>
                    </a:cubicBezTo>
                    <a:cubicBezTo>
                      <a:pt x="235" y="74"/>
                      <a:pt x="235" y="74"/>
                      <a:pt x="235" y="74"/>
                    </a:cubicBezTo>
                    <a:cubicBezTo>
                      <a:pt x="226" y="58"/>
                      <a:pt x="226" y="58"/>
                      <a:pt x="226" y="58"/>
                    </a:cubicBezTo>
                    <a:cubicBezTo>
                      <a:pt x="232" y="45"/>
                      <a:pt x="232" y="45"/>
                      <a:pt x="232" y="45"/>
                    </a:cubicBezTo>
                    <a:cubicBezTo>
                      <a:pt x="232" y="29"/>
                      <a:pt x="232" y="29"/>
                      <a:pt x="232" y="29"/>
                    </a:cubicBezTo>
                    <a:cubicBezTo>
                      <a:pt x="232" y="29"/>
                      <a:pt x="228" y="14"/>
                      <a:pt x="224" y="8"/>
                    </a:cubicBezTo>
                    <a:cubicBezTo>
                      <a:pt x="220" y="2"/>
                      <a:pt x="201" y="0"/>
                      <a:pt x="201" y="0"/>
                    </a:cubicBezTo>
                    <a:cubicBezTo>
                      <a:pt x="162" y="0"/>
                      <a:pt x="162" y="0"/>
                      <a:pt x="162" y="0"/>
                    </a:cubicBezTo>
                    <a:cubicBezTo>
                      <a:pt x="135" y="16"/>
                      <a:pt x="135" y="16"/>
                      <a:pt x="135" y="16"/>
                    </a:cubicBezTo>
                    <a:cubicBezTo>
                      <a:pt x="114" y="33"/>
                      <a:pt x="114" y="33"/>
                      <a:pt x="114" y="33"/>
                    </a:cubicBezTo>
                    <a:cubicBezTo>
                      <a:pt x="106" y="50"/>
                      <a:pt x="106" y="50"/>
                      <a:pt x="106" y="50"/>
                    </a:cubicBezTo>
                    <a:cubicBezTo>
                      <a:pt x="98" y="66"/>
                      <a:pt x="98" y="66"/>
                      <a:pt x="98" y="66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79" y="45"/>
                      <a:pt x="79" y="45"/>
                      <a:pt x="79" y="45"/>
                    </a:cubicBezTo>
                    <a:cubicBezTo>
                      <a:pt x="69" y="39"/>
                      <a:pt x="69" y="39"/>
                      <a:pt x="69" y="39"/>
                    </a:cubicBezTo>
                    <a:cubicBezTo>
                      <a:pt x="44" y="43"/>
                      <a:pt x="44" y="43"/>
                      <a:pt x="44" y="43"/>
                    </a:cubicBezTo>
                    <a:cubicBezTo>
                      <a:pt x="27" y="60"/>
                      <a:pt x="27" y="60"/>
                      <a:pt x="27" y="60"/>
                    </a:cubicBezTo>
                    <a:cubicBezTo>
                      <a:pt x="19" y="70"/>
                      <a:pt x="19" y="70"/>
                      <a:pt x="19" y="70"/>
                    </a:cubicBezTo>
                    <a:cubicBezTo>
                      <a:pt x="29" y="85"/>
                      <a:pt x="29" y="85"/>
                      <a:pt x="29" y="85"/>
                    </a:cubicBezTo>
                    <a:cubicBezTo>
                      <a:pt x="56" y="91"/>
                      <a:pt x="56" y="91"/>
                      <a:pt x="56" y="91"/>
                    </a:cubicBezTo>
                    <a:cubicBezTo>
                      <a:pt x="69" y="99"/>
                      <a:pt x="69" y="99"/>
                      <a:pt x="69" y="99"/>
                    </a:cubicBezTo>
                    <a:cubicBezTo>
                      <a:pt x="69" y="114"/>
                      <a:pt x="69" y="114"/>
                      <a:pt x="69" y="114"/>
                    </a:cubicBezTo>
                    <a:cubicBezTo>
                      <a:pt x="56" y="122"/>
                      <a:pt x="56" y="122"/>
                      <a:pt x="56" y="122"/>
                    </a:cubicBezTo>
                    <a:cubicBezTo>
                      <a:pt x="33" y="126"/>
                      <a:pt x="33" y="126"/>
                      <a:pt x="33" y="126"/>
                    </a:cubicBezTo>
                    <a:cubicBezTo>
                      <a:pt x="23" y="151"/>
                      <a:pt x="23" y="151"/>
                      <a:pt x="23" y="151"/>
                    </a:cubicBezTo>
                    <a:cubicBezTo>
                      <a:pt x="35" y="174"/>
                      <a:pt x="35" y="174"/>
                      <a:pt x="35" y="174"/>
                    </a:cubicBezTo>
                    <a:cubicBezTo>
                      <a:pt x="38" y="187"/>
                      <a:pt x="38" y="187"/>
                      <a:pt x="38" y="187"/>
                    </a:cubicBezTo>
                    <a:cubicBezTo>
                      <a:pt x="31" y="197"/>
                      <a:pt x="31" y="197"/>
                      <a:pt x="31" y="197"/>
                    </a:cubicBezTo>
                    <a:cubicBezTo>
                      <a:pt x="21" y="205"/>
                      <a:pt x="21" y="205"/>
                      <a:pt x="21" y="205"/>
                    </a:cubicBezTo>
                    <a:cubicBezTo>
                      <a:pt x="8" y="195"/>
                      <a:pt x="8" y="195"/>
                      <a:pt x="8" y="195"/>
                    </a:cubicBezTo>
                    <a:cubicBezTo>
                      <a:pt x="0" y="195"/>
                      <a:pt x="0" y="195"/>
                      <a:pt x="0" y="195"/>
                    </a:cubicBezTo>
                    <a:cubicBezTo>
                      <a:pt x="2" y="209"/>
                      <a:pt x="2" y="209"/>
                      <a:pt x="2" y="209"/>
                    </a:cubicBezTo>
                    <a:cubicBezTo>
                      <a:pt x="8" y="222"/>
                      <a:pt x="8" y="222"/>
                      <a:pt x="8" y="222"/>
                    </a:cubicBezTo>
                    <a:cubicBezTo>
                      <a:pt x="17" y="232"/>
                      <a:pt x="17" y="232"/>
                      <a:pt x="17" y="232"/>
                    </a:cubicBezTo>
                    <a:cubicBezTo>
                      <a:pt x="19" y="251"/>
                      <a:pt x="19" y="251"/>
                      <a:pt x="19" y="251"/>
                    </a:cubicBezTo>
                    <a:cubicBezTo>
                      <a:pt x="19" y="251"/>
                      <a:pt x="33" y="247"/>
                      <a:pt x="38" y="247"/>
                    </a:cubicBezTo>
                    <a:cubicBezTo>
                      <a:pt x="44" y="247"/>
                      <a:pt x="71" y="240"/>
                      <a:pt x="71" y="240"/>
                    </a:cubicBezTo>
                    <a:cubicBezTo>
                      <a:pt x="87" y="216"/>
                      <a:pt x="87" y="216"/>
                      <a:pt x="87" y="216"/>
                    </a:cubicBezTo>
                    <a:cubicBezTo>
                      <a:pt x="89" y="222"/>
                      <a:pt x="89" y="222"/>
                      <a:pt x="89" y="222"/>
                    </a:cubicBezTo>
                    <a:cubicBezTo>
                      <a:pt x="93" y="209"/>
                      <a:pt x="93" y="209"/>
                      <a:pt x="93" y="209"/>
                    </a:cubicBezTo>
                    <a:lnTo>
                      <a:pt x="102" y="189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8" name="Freeform 28">
                <a:extLst>
                  <a:ext uri="{FF2B5EF4-FFF2-40B4-BE49-F238E27FC236}">
                    <a16:creationId xmlns:a16="http://schemas.microsoft.com/office/drawing/2014/main" id="{B2299C29-A75E-0C73-523F-1B6F039F74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8274" y="3178501"/>
                <a:ext cx="1430839" cy="1532442"/>
              </a:xfrm>
              <a:custGeom>
                <a:avLst/>
                <a:gdLst>
                  <a:gd name="T0" fmla="*/ 929 w 980"/>
                  <a:gd name="T1" fmla="*/ 789 h 1050"/>
                  <a:gd name="T2" fmla="*/ 872 w 980"/>
                  <a:gd name="T3" fmla="*/ 758 h 1050"/>
                  <a:gd name="T4" fmla="*/ 872 w 980"/>
                  <a:gd name="T5" fmla="*/ 663 h 1050"/>
                  <a:gd name="T6" fmla="*/ 885 w 980"/>
                  <a:gd name="T7" fmla="*/ 557 h 1050"/>
                  <a:gd name="T8" fmla="*/ 926 w 980"/>
                  <a:gd name="T9" fmla="*/ 451 h 1050"/>
                  <a:gd name="T10" fmla="*/ 944 w 980"/>
                  <a:gd name="T11" fmla="*/ 315 h 1050"/>
                  <a:gd name="T12" fmla="*/ 921 w 980"/>
                  <a:gd name="T13" fmla="*/ 202 h 1050"/>
                  <a:gd name="T14" fmla="*/ 916 w 980"/>
                  <a:gd name="T15" fmla="*/ 27 h 1050"/>
                  <a:gd name="T16" fmla="*/ 833 w 980"/>
                  <a:gd name="T17" fmla="*/ 39 h 1050"/>
                  <a:gd name="T18" fmla="*/ 751 w 980"/>
                  <a:gd name="T19" fmla="*/ 24 h 1050"/>
                  <a:gd name="T20" fmla="*/ 668 w 980"/>
                  <a:gd name="T21" fmla="*/ 24 h 1050"/>
                  <a:gd name="T22" fmla="*/ 617 w 980"/>
                  <a:gd name="T23" fmla="*/ 42 h 1050"/>
                  <a:gd name="T24" fmla="*/ 560 w 980"/>
                  <a:gd name="T25" fmla="*/ 27 h 1050"/>
                  <a:gd name="T26" fmla="*/ 501 w 980"/>
                  <a:gd name="T27" fmla="*/ 21 h 1050"/>
                  <a:gd name="T28" fmla="*/ 453 w 980"/>
                  <a:gd name="T29" fmla="*/ 41 h 1050"/>
                  <a:gd name="T30" fmla="*/ 409 w 980"/>
                  <a:gd name="T31" fmla="*/ 78 h 1050"/>
                  <a:gd name="T32" fmla="*/ 374 w 980"/>
                  <a:gd name="T33" fmla="*/ 128 h 1050"/>
                  <a:gd name="T34" fmla="*/ 361 w 980"/>
                  <a:gd name="T35" fmla="*/ 186 h 1050"/>
                  <a:gd name="T36" fmla="*/ 311 w 980"/>
                  <a:gd name="T37" fmla="*/ 173 h 1050"/>
                  <a:gd name="T38" fmla="*/ 256 w 980"/>
                  <a:gd name="T39" fmla="*/ 153 h 1050"/>
                  <a:gd name="T40" fmla="*/ 216 w 980"/>
                  <a:gd name="T41" fmla="*/ 167 h 1050"/>
                  <a:gd name="T42" fmla="*/ 152 w 980"/>
                  <a:gd name="T43" fmla="*/ 182 h 1050"/>
                  <a:gd name="T44" fmla="*/ 142 w 980"/>
                  <a:gd name="T45" fmla="*/ 242 h 1050"/>
                  <a:gd name="T46" fmla="*/ 83 w 980"/>
                  <a:gd name="T47" fmla="*/ 242 h 1050"/>
                  <a:gd name="T48" fmla="*/ 75 w 980"/>
                  <a:gd name="T49" fmla="*/ 289 h 1050"/>
                  <a:gd name="T50" fmla="*/ 38 w 980"/>
                  <a:gd name="T51" fmla="*/ 285 h 1050"/>
                  <a:gd name="T52" fmla="*/ 19 w 980"/>
                  <a:gd name="T53" fmla="*/ 323 h 1050"/>
                  <a:gd name="T54" fmla="*/ 36 w 980"/>
                  <a:gd name="T55" fmla="*/ 389 h 1050"/>
                  <a:gd name="T56" fmla="*/ 34 w 980"/>
                  <a:gd name="T57" fmla="*/ 457 h 1050"/>
                  <a:gd name="T58" fmla="*/ 13 w 980"/>
                  <a:gd name="T59" fmla="*/ 518 h 1050"/>
                  <a:gd name="T60" fmla="*/ 100 w 980"/>
                  <a:gd name="T61" fmla="*/ 547 h 1050"/>
                  <a:gd name="T62" fmla="*/ 96 w 980"/>
                  <a:gd name="T63" fmla="*/ 596 h 1050"/>
                  <a:gd name="T64" fmla="*/ 73 w 980"/>
                  <a:gd name="T65" fmla="*/ 661 h 1050"/>
                  <a:gd name="T66" fmla="*/ 9 w 980"/>
                  <a:gd name="T67" fmla="*/ 708 h 1050"/>
                  <a:gd name="T68" fmla="*/ 13 w 980"/>
                  <a:gd name="T69" fmla="*/ 773 h 1050"/>
                  <a:gd name="T70" fmla="*/ 61 w 980"/>
                  <a:gd name="T71" fmla="*/ 826 h 1050"/>
                  <a:gd name="T72" fmla="*/ 137 w 980"/>
                  <a:gd name="T73" fmla="*/ 853 h 1050"/>
                  <a:gd name="T74" fmla="*/ 183 w 980"/>
                  <a:gd name="T75" fmla="*/ 922 h 1050"/>
                  <a:gd name="T76" fmla="*/ 175 w 980"/>
                  <a:gd name="T77" fmla="*/ 984 h 1050"/>
                  <a:gd name="T78" fmla="*/ 274 w 980"/>
                  <a:gd name="T79" fmla="*/ 1003 h 1050"/>
                  <a:gd name="T80" fmla="*/ 276 w 980"/>
                  <a:gd name="T81" fmla="*/ 961 h 1050"/>
                  <a:gd name="T82" fmla="*/ 305 w 980"/>
                  <a:gd name="T83" fmla="*/ 949 h 1050"/>
                  <a:gd name="T84" fmla="*/ 307 w 980"/>
                  <a:gd name="T85" fmla="*/ 878 h 1050"/>
                  <a:gd name="T86" fmla="*/ 330 w 980"/>
                  <a:gd name="T87" fmla="*/ 843 h 1050"/>
                  <a:gd name="T88" fmla="*/ 318 w 980"/>
                  <a:gd name="T89" fmla="*/ 795 h 1050"/>
                  <a:gd name="T90" fmla="*/ 372 w 980"/>
                  <a:gd name="T91" fmla="*/ 818 h 1050"/>
                  <a:gd name="T92" fmla="*/ 436 w 980"/>
                  <a:gd name="T93" fmla="*/ 752 h 1050"/>
                  <a:gd name="T94" fmla="*/ 506 w 980"/>
                  <a:gd name="T95" fmla="*/ 797 h 1050"/>
                  <a:gd name="T96" fmla="*/ 498 w 980"/>
                  <a:gd name="T97" fmla="*/ 847 h 1050"/>
                  <a:gd name="T98" fmla="*/ 475 w 980"/>
                  <a:gd name="T99" fmla="*/ 887 h 1050"/>
                  <a:gd name="T100" fmla="*/ 442 w 980"/>
                  <a:gd name="T101" fmla="*/ 955 h 1050"/>
                  <a:gd name="T102" fmla="*/ 376 w 980"/>
                  <a:gd name="T103" fmla="*/ 941 h 1050"/>
                  <a:gd name="T104" fmla="*/ 382 w 980"/>
                  <a:gd name="T105" fmla="*/ 1011 h 1050"/>
                  <a:gd name="T106" fmla="*/ 442 w 980"/>
                  <a:gd name="T107" fmla="*/ 1038 h 1050"/>
                  <a:gd name="T108" fmla="*/ 537 w 980"/>
                  <a:gd name="T109" fmla="*/ 1042 h 1050"/>
                  <a:gd name="T110" fmla="*/ 604 w 980"/>
                  <a:gd name="T111" fmla="*/ 1011 h 1050"/>
                  <a:gd name="T112" fmla="*/ 670 w 980"/>
                  <a:gd name="T113" fmla="*/ 1013 h 1050"/>
                  <a:gd name="T114" fmla="*/ 718 w 980"/>
                  <a:gd name="T115" fmla="*/ 965 h 1050"/>
                  <a:gd name="T116" fmla="*/ 780 w 980"/>
                  <a:gd name="T117" fmla="*/ 994 h 1050"/>
                  <a:gd name="T118" fmla="*/ 832 w 980"/>
                  <a:gd name="T119" fmla="*/ 1009 h 1050"/>
                  <a:gd name="T120" fmla="*/ 923 w 980"/>
                  <a:gd name="T121" fmla="*/ 972 h 1050"/>
                  <a:gd name="T122" fmla="*/ 949 w 980"/>
                  <a:gd name="T123" fmla="*/ 861 h 1050"/>
                  <a:gd name="T124" fmla="*/ 965 w 980"/>
                  <a:gd name="T125" fmla="*/ 748 h 10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980" h="1050">
                    <a:moveTo>
                      <a:pt x="965" y="748"/>
                    </a:moveTo>
                    <a:cubicBezTo>
                      <a:pt x="954" y="758"/>
                      <a:pt x="954" y="758"/>
                      <a:pt x="954" y="758"/>
                    </a:cubicBezTo>
                    <a:cubicBezTo>
                      <a:pt x="944" y="773"/>
                      <a:pt x="944" y="773"/>
                      <a:pt x="944" y="773"/>
                    </a:cubicBezTo>
                    <a:cubicBezTo>
                      <a:pt x="929" y="789"/>
                      <a:pt x="929" y="789"/>
                      <a:pt x="929" y="789"/>
                    </a:cubicBezTo>
                    <a:cubicBezTo>
                      <a:pt x="913" y="794"/>
                      <a:pt x="913" y="794"/>
                      <a:pt x="913" y="794"/>
                    </a:cubicBezTo>
                    <a:cubicBezTo>
                      <a:pt x="913" y="794"/>
                      <a:pt x="893" y="797"/>
                      <a:pt x="887" y="789"/>
                    </a:cubicBezTo>
                    <a:cubicBezTo>
                      <a:pt x="882" y="781"/>
                      <a:pt x="882" y="781"/>
                      <a:pt x="882" y="781"/>
                    </a:cubicBezTo>
                    <a:cubicBezTo>
                      <a:pt x="872" y="758"/>
                      <a:pt x="872" y="758"/>
                      <a:pt x="872" y="758"/>
                    </a:cubicBezTo>
                    <a:cubicBezTo>
                      <a:pt x="885" y="745"/>
                      <a:pt x="885" y="745"/>
                      <a:pt x="885" y="745"/>
                    </a:cubicBezTo>
                    <a:cubicBezTo>
                      <a:pt x="890" y="722"/>
                      <a:pt x="890" y="722"/>
                      <a:pt x="890" y="722"/>
                    </a:cubicBezTo>
                    <a:cubicBezTo>
                      <a:pt x="890" y="722"/>
                      <a:pt x="890" y="704"/>
                      <a:pt x="885" y="694"/>
                    </a:cubicBezTo>
                    <a:cubicBezTo>
                      <a:pt x="880" y="683"/>
                      <a:pt x="872" y="663"/>
                      <a:pt x="872" y="663"/>
                    </a:cubicBezTo>
                    <a:cubicBezTo>
                      <a:pt x="872" y="663"/>
                      <a:pt x="872" y="660"/>
                      <a:pt x="872" y="650"/>
                    </a:cubicBezTo>
                    <a:cubicBezTo>
                      <a:pt x="872" y="639"/>
                      <a:pt x="872" y="634"/>
                      <a:pt x="872" y="621"/>
                    </a:cubicBezTo>
                    <a:cubicBezTo>
                      <a:pt x="872" y="609"/>
                      <a:pt x="872" y="616"/>
                      <a:pt x="875" y="596"/>
                    </a:cubicBezTo>
                    <a:cubicBezTo>
                      <a:pt x="877" y="575"/>
                      <a:pt x="885" y="565"/>
                      <a:pt x="885" y="557"/>
                    </a:cubicBezTo>
                    <a:cubicBezTo>
                      <a:pt x="885" y="549"/>
                      <a:pt x="898" y="534"/>
                      <a:pt x="898" y="534"/>
                    </a:cubicBezTo>
                    <a:cubicBezTo>
                      <a:pt x="911" y="506"/>
                      <a:pt x="911" y="506"/>
                      <a:pt x="911" y="506"/>
                    </a:cubicBezTo>
                    <a:cubicBezTo>
                      <a:pt x="918" y="482"/>
                      <a:pt x="918" y="482"/>
                      <a:pt x="918" y="482"/>
                    </a:cubicBezTo>
                    <a:cubicBezTo>
                      <a:pt x="918" y="482"/>
                      <a:pt x="926" y="467"/>
                      <a:pt x="926" y="451"/>
                    </a:cubicBezTo>
                    <a:cubicBezTo>
                      <a:pt x="926" y="436"/>
                      <a:pt x="923" y="421"/>
                      <a:pt x="918" y="410"/>
                    </a:cubicBezTo>
                    <a:cubicBezTo>
                      <a:pt x="913" y="400"/>
                      <a:pt x="913" y="400"/>
                      <a:pt x="913" y="400"/>
                    </a:cubicBezTo>
                    <a:cubicBezTo>
                      <a:pt x="913" y="400"/>
                      <a:pt x="908" y="387"/>
                      <a:pt x="918" y="361"/>
                    </a:cubicBezTo>
                    <a:cubicBezTo>
                      <a:pt x="929" y="336"/>
                      <a:pt x="944" y="315"/>
                      <a:pt x="944" y="315"/>
                    </a:cubicBezTo>
                    <a:cubicBezTo>
                      <a:pt x="949" y="294"/>
                      <a:pt x="949" y="294"/>
                      <a:pt x="949" y="294"/>
                    </a:cubicBezTo>
                    <a:cubicBezTo>
                      <a:pt x="947" y="269"/>
                      <a:pt x="947" y="269"/>
                      <a:pt x="947" y="269"/>
                    </a:cubicBezTo>
                    <a:cubicBezTo>
                      <a:pt x="936" y="235"/>
                      <a:pt x="936" y="235"/>
                      <a:pt x="936" y="235"/>
                    </a:cubicBezTo>
                    <a:cubicBezTo>
                      <a:pt x="936" y="235"/>
                      <a:pt x="921" y="209"/>
                      <a:pt x="921" y="202"/>
                    </a:cubicBezTo>
                    <a:cubicBezTo>
                      <a:pt x="921" y="194"/>
                      <a:pt x="918" y="163"/>
                      <a:pt x="918" y="148"/>
                    </a:cubicBezTo>
                    <a:cubicBezTo>
                      <a:pt x="918" y="132"/>
                      <a:pt x="931" y="109"/>
                      <a:pt x="931" y="101"/>
                    </a:cubicBezTo>
                    <a:cubicBezTo>
                      <a:pt x="931" y="93"/>
                      <a:pt x="934" y="60"/>
                      <a:pt x="931" y="52"/>
                    </a:cubicBezTo>
                    <a:cubicBezTo>
                      <a:pt x="929" y="45"/>
                      <a:pt x="918" y="34"/>
                      <a:pt x="916" y="27"/>
                    </a:cubicBezTo>
                    <a:cubicBezTo>
                      <a:pt x="914" y="21"/>
                      <a:pt x="909" y="8"/>
                      <a:pt x="905" y="0"/>
                    </a:cubicBezTo>
                    <a:cubicBezTo>
                      <a:pt x="880" y="11"/>
                      <a:pt x="880" y="11"/>
                      <a:pt x="880" y="11"/>
                    </a:cubicBezTo>
                    <a:cubicBezTo>
                      <a:pt x="849" y="19"/>
                      <a:pt x="849" y="19"/>
                      <a:pt x="849" y="19"/>
                    </a:cubicBezTo>
                    <a:cubicBezTo>
                      <a:pt x="833" y="39"/>
                      <a:pt x="833" y="39"/>
                      <a:pt x="833" y="39"/>
                    </a:cubicBezTo>
                    <a:cubicBezTo>
                      <a:pt x="820" y="63"/>
                      <a:pt x="820" y="63"/>
                      <a:pt x="820" y="63"/>
                    </a:cubicBezTo>
                    <a:cubicBezTo>
                      <a:pt x="820" y="63"/>
                      <a:pt x="810" y="60"/>
                      <a:pt x="797" y="52"/>
                    </a:cubicBezTo>
                    <a:cubicBezTo>
                      <a:pt x="784" y="45"/>
                      <a:pt x="782" y="27"/>
                      <a:pt x="782" y="27"/>
                    </a:cubicBezTo>
                    <a:cubicBezTo>
                      <a:pt x="751" y="24"/>
                      <a:pt x="751" y="24"/>
                      <a:pt x="751" y="24"/>
                    </a:cubicBezTo>
                    <a:cubicBezTo>
                      <a:pt x="730" y="37"/>
                      <a:pt x="730" y="37"/>
                      <a:pt x="730" y="37"/>
                    </a:cubicBezTo>
                    <a:cubicBezTo>
                      <a:pt x="710" y="37"/>
                      <a:pt x="710" y="37"/>
                      <a:pt x="710" y="37"/>
                    </a:cubicBezTo>
                    <a:cubicBezTo>
                      <a:pt x="710" y="37"/>
                      <a:pt x="692" y="32"/>
                      <a:pt x="684" y="29"/>
                    </a:cubicBezTo>
                    <a:cubicBezTo>
                      <a:pt x="676" y="27"/>
                      <a:pt x="668" y="24"/>
                      <a:pt x="668" y="24"/>
                    </a:cubicBezTo>
                    <a:cubicBezTo>
                      <a:pt x="656" y="27"/>
                      <a:pt x="656" y="27"/>
                      <a:pt x="656" y="27"/>
                    </a:cubicBezTo>
                    <a:cubicBezTo>
                      <a:pt x="640" y="37"/>
                      <a:pt x="640" y="37"/>
                      <a:pt x="640" y="37"/>
                    </a:cubicBezTo>
                    <a:cubicBezTo>
                      <a:pt x="632" y="47"/>
                      <a:pt x="632" y="47"/>
                      <a:pt x="632" y="47"/>
                    </a:cubicBezTo>
                    <a:cubicBezTo>
                      <a:pt x="617" y="42"/>
                      <a:pt x="617" y="42"/>
                      <a:pt x="617" y="42"/>
                    </a:cubicBezTo>
                    <a:cubicBezTo>
                      <a:pt x="612" y="24"/>
                      <a:pt x="612" y="24"/>
                      <a:pt x="612" y="24"/>
                    </a:cubicBezTo>
                    <a:cubicBezTo>
                      <a:pt x="591" y="14"/>
                      <a:pt x="591" y="14"/>
                      <a:pt x="591" y="14"/>
                    </a:cubicBezTo>
                    <a:cubicBezTo>
                      <a:pt x="581" y="14"/>
                      <a:pt x="581" y="14"/>
                      <a:pt x="581" y="14"/>
                    </a:cubicBezTo>
                    <a:cubicBezTo>
                      <a:pt x="560" y="27"/>
                      <a:pt x="560" y="27"/>
                      <a:pt x="560" y="27"/>
                    </a:cubicBezTo>
                    <a:cubicBezTo>
                      <a:pt x="558" y="42"/>
                      <a:pt x="558" y="42"/>
                      <a:pt x="558" y="42"/>
                    </a:cubicBezTo>
                    <a:cubicBezTo>
                      <a:pt x="540" y="45"/>
                      <a:pt x="540" y="45"/>
                      <a:pt x="540" y="45"/>
                    </a:cubicBezTo>
                    <a:cubicBezTo>
                      <a:pt x="511" y="34"/>
                      <a:pt x="511" y="34"/>
                      <a:pt x="511" y="34"/>
                    </a:cubicBezTo>
                    <a:cubicBezTo>
                      <a:pt x="501" y="21"/>
                      <a:pt x="501" y="21"/>
                      <a:pt x="501" y="21"/>
                    </a:cubicBezTo>
                    <a:cubicBezTo>
                      <a:pt x="501" y="21"/>
                      <a:pt x="501" y="21"/>
                      <a:pt x="500" y="21"/>
                    </a:cubicBezTo>
                    <a:cubicBezTo>
                      <a:pt x="492" y="32"/>
                      <a:pt x="492" y="32"/>
                      <a:pt x="492" y="32"/>
                    </a:cubicBezTo>
                    <a:cubicBezTo>
                      <a:pt x="467" y="41"/>
                      <a:pt x="467" y="41"/>
                      <a:pt x="467" y="41"/>
                    </a:cubicBezTo>
                    <a:cubicBezTo>
                      <a:pt x="453" y="41"/>
                      <a:pt x="453" y="41"/>
                      <a:pt x="453" y="41"/>
                    </a:cubicBezTo>
                    <a:cubicBezTo>
                      <a:pt x="452" y="55"/>
                      <a:pt x="452" y="55"/>
                      <a:pt x="452" y="55"/>
                    </a:cubicBezTo>
                    <a:cubicBezTo>
                      <a:pt x="438" y="70"/>
                      <a:pt x="438" y="70"/>
                      <a:pt x="438" y="70"/>
                    </a:cubicBezTo>
                    <a:cubicBezTo>
                      <a:pt x="417" y="70"/>
                      <a:pt x="417" y="70"/>
                      <a:pt x="417" y="70"/>
                    </a:cubicBezTo>
                    <a:cubicBezTo>
                      <a:pt x="409" y="78"/>
                      <a:pt x="409" y="78"/>
                      <a:pt x="409" y="78"/>
                    </a:cubicBezTo>
                    <a:cubicBezTo>
                      <a:pt x="405" y="90"/>
                      <a:pt x="405" y="90"/>
                      <a:pt x="405" y="90"/>
                    </a:cubicBezTo>
                    <a:cubicBezTo>
                      <a:pt x="388" y="95"/>
                      <a:pt x="388" y="95"/>
                      <a:pt x="388" y="95"/>
                    </a:cubicBezTo>
                    <a:cubicBezTo>
                      <a:pt x="378" y="113"/>
                      <a:pt x="378" y="113"/>
                      <a:pt x="378" y="113"/>
                    </a:cubicBezTo>
                    <a:cubicBezTo>
                      <a:pt x="374" y="128"/>
                      <a:pt x="374" y="128"/>
                      <a:pt x="374" y="128"/>
                    </a:cubicBezTo>
                    <a:cubicBezTo>
                      <a:pt x="374" y="128"/>
                      <a:pt x="365" y="138"/>
                      <a:pt x="365" y="146"/>
                    </a:cubicBezTo>
                    <a:cubicBezTo>
                      <a:pt x="365" y="153"/>
                      <a:pt x="374" y="167"/>
                      <a:pt x="374" y="167"/>
                    </a:cubicBezTo>
                    <a:cubicBezTo>
                      <a:pt x="374" y="180"/>
                      <a:pt x="374" y="180"/>
                      <a:pt x="374" y="180"/>
                    </a:cubicBezTo>
                    <a:cubicBezTo>
                      <a:pt x="361" y="186"/>
                      <a:pt x="361" y="186"/>
                      <a:pt x="361" y="186"/>
                    </a:cubicBezTo>
                    <a:cubicBezTo>
                      <a:pt x="345" y="186"/>
                      <a:pt x="345" y="186"/>
                      <a:pt x="345" y="186"/>
                    </a:cubicBezTo>
                    <a:cubicBezTo>
                      <a:pt x="334" y="188"/>
                      <a:pt x="334" y="188"/>
                      <a:pt x="334" y="188"/>
                    </a:cubicBezTo>
                    <a:cubicBezTo>
                      <a:pt x="320" y="184"/>
                      <a:pt x="320" y="184"/>
                      <a:pt x="320" y="184"/>
                    </a:cubicBezTo>
                    <a:cubicBezTo>
                      <a:pt x="311" y="173"/>
                      <a:pt x="311" y="173"/>
                      <a:pt x="311" y="173"/>
                    </a:cubicBezTo>
                    <a:cubicBezTo>
                      <a:pt x="295" y="163"/>
                      <a:pt x="295" y="163"/>
                      <a:pt x="295" y="163"/>
                    </a:cubicBezTo>
                    <a:cubicBezTo>
                      <a:pt x="285" y="149"/>
                      <a:pt x="285" y="149"/>
                      <a:pt x="285" y="149"/>
                    </a:cubicBezTo>
                    <a:cubicBezTo>
                      <a:pt x="268" y="148"/>
                      <a:pt x="268" y="148"/>
                      <a:pt x="268" y="148"/>
                    </a:cubicBezTo>
                    <a:cubicBezTo>
                      <a:pt x="256" y="153"/>
                      <a:pt x="256" y="153"/>
                      <a:pt x="256" y="153"/>
                    </a:cubicBezTo>
                    <a:cubicBezTo>
                      <a:pt x="247" y="167"/>
                      <a:pt x="247" y="167"/>
                      <a:pt x="247" y="167"/>
                    </a:cubicBezTo>
                    <a:cubicBezTo>
                      <a:pt x="237" y="182"/>
                      <a:pt x="237" y="182"/>
                      <a:pt x="237" y="182"/>
                    </a:cubicBezTo>
                    <a:cubicBezTo>
                      <a:pt x="226" y="177"/>
                      <a:pt x="226" y="177"/>
                      <a:pt x="226" y="177"/>
                    </a:cubicBezTo>
                    <a:cubicBezTo>
                      <a:pt x="216" y="167"/>
                      <a:pt x="216" y="167"/>
                      <a:pt x="216" y="167"/>
                    </a:cubicBezTo>
                    <a:cubicBezTo>
                      <a:pt x="198" y="165"/>
                      <a:pt x="198" y="165"/>
                      <a:pt x="198" y="165"/>
                    </a:cubicBezTo>
                    <a:cubicBezTo>
                      <a:pt x="181" y="177"/>
                      <a:pt x="181" y="177"/>
                      <a:pt x="181" y="177"/>
                    </a:cubicBezTo>
                    <a:cubicBezTo>
                      <a:pt x="168" y="180"/>
                      <a:pt x="168" y="180"/>
                      <a:pt x="168" y="180"/>
                    </a:cubicBezTo>
                    <a:cubicBezTo>
                      <a:pt x="152" y="182"/>
                      <a:pt x="152" y="182"/>
                      <a:pt x="152" y="182"/>
                    </a:cubicBezTo>
                    <a:cubicBezTo>
                      <a:pt x="142" y="202"/>
                      <a:pt x="142" y="202"/>
                      <a:pt x="142" y="202"/>
                    </a:cubicBezTo>
                    <a:cubicBezTo>
                      <a:pt x="152" y="221"/>
                      <a:pt x="152" y="221"/>
                      <a:pt x="152" y="221"/>
                    </a:cubicBezTo>
                    <a:cubicBezTo>
                      <a:pt x="154" y="240"/>
                      <a:pt x="154" y="240"/>
                      <a:pt x="154" y="240"/>
                    </a:cubicBezTo>
                    <a:cubicBezTo>
                      <a:pt x="142" y="242"/>
                      <a:pt x="142" y="242"/>
                      <a:pt x="142" y="242"/>
                    </a:cubicBezTo>
                    <a:cubicBezTo>
                      <a:pt x="127" y="231"/>
                      <a:pt x="127" y="231"/>
                      <a:pt x="127" y="231"/>
                    </a:cubicBezTo>
                    <a:cubicBezTo>
                      <a:pt x="108" y="223"/>
                      <a:pt x="108" y="223"/>
                      <a:pt x="108" y="223"/>
                    </a:cubicBezTo>
                    <a:cubicBezTo>
                      <a:pt x="94" y="233"/>
                      <a:pt x="94" y="233"/>
                      <a:pt x="94" y="233"/>
                    </a:cubicBezTo>
                    <a:cubicBezTo>
                      <a:pt x="83" y="242"/>
                      <a:pt x="83" y="242"/>
                      <a:pt x="83" y="242"/>
                    </a:cubicBezTo>
                    <a:cubicBezTo>
                      <a:pt x="63" y="244"/>
                      <a:pt x="63" y="244"/>
                      <a:pt x="63" y="244"/>
                    </a:cubicBezTo>
                    <a:cubicBezTo>
                      <a:pt x="61" y="256"/>
                      <a:pt x="61" y="256"/>
                      <a:pt x="61" y="256"/>
                    </a:cubicBezTo>
                    <a:cubicBezTo>
                      <a:pt x="61" y="256"/>
                      <a:pt x="69" y="263"/>
                      <a:pt x="69" y="269"/>
                    </a:cubicBezTo>
                    <a:cubicBezTo>
                      <a:pt x="69" y="275"/>
                      <a:pt x="75" y="289"/>
                      <a:pt x="75" y="289"/>
                    </a:cubicBezTo>
                    <a:cubicBezTo>
                      <a:pt x="71" y="304"/>
                      <a:pt x="71" y="304"/>
                      <a:pt x="71" y="304"/>
                    </a:cubicBezTo>
                    <a:cubicBezTo>
                      <a:pt x="57" y="302"/>
                      <a:pt x="57" y="302"/>
                      <a:pt x="57" y="302"/>
                    </a:cubicBezTo>
                    <a:cubicBezTo>
                      <a:pt x="50" y="290"/>
                      <a:pt x="50" y="290"/>
                      <a:pt x="50" y="290"/>
                    </a:cubicBezTo>
                    <a:cubicBezTo>
                      <a:pt x="38" y="285"/>
                      <a:pt x="38" y="285"/>
                      <a:pt x="38" y="285"/>
                    </a:cubicBezTo>
                    <a:cubicBezTo>
                      <a:pt x="29" y="296"/>
                      <a:pt x="29" y="296"/>
                      <a:pt x="29" y="296"/>
                    </a:cubicBezTo>
                    <a:cubicBezTo>
                      <a:pt x="9" y="304"/>
                      <a:pt x="9" y="304"/>
                      <a:pt x="9" y="304"/>
                    </a:cubicBezTo>
                    <a:cubicBezTo>
                      <a:pt x="9" y="304"/>
                      <a:pt x="0" y="312"/>
                      <a:pt x="5" y="316"/>
                    </a:cubicBezTo>
                    <a:cubicBezTo>
                      <a:pt x="11" y="319"/>
                      <a:pt x="17" y="318"/>
                      <a:pt x="19" y="323"/>
                    </a:cubicBezTo>
                    <a:cubicBezTo>
                      <a:pt x="21" y="329"/>
                      <a:pt x="30" y="335"/>
                      <a:pt x="30" y="335"/>
                    </a:cubicBezTo>
                    <a:cubicBezTo>
                      <a:pt x="40" y="354"/>
                      <a:pt x="40" y="354"/>
                      <a:pt x="40" y="354"/>
                    </a:cubicBezTo>
                    <a:cubicBezTo>
                      <a:pt x="40" y="370"/>
                      <a:pt x="40" y="370"/>
                      <a:pt x="40" y="370"/>
                    </a:cubicBezTo>
                    <a:cubicBezTo>
                      <a:pt x="40" y="370"/>
                      <a:pt x="36" y="383"/>
                      <a:pt x="36" y="389"/>
                    </a:cubicBezTo>
                    <a:cubicBezTo>
                      <a:pt x="36" y="395"/>
                      <a:pt x="42" y="397"/>
                      <a:pt x="42" y="404"/>
                    </a:cubicBezTo>
                    <a:cubicBezTo>
                      <a:pt x="42" y="412"/>
                      <a:pt x="46" y="428"/>
                      <a:pt x="40" y="430"/>
                    </a:cubicBezTo>
                    <a:cubicBezTo>
                      <a:pt x="34" y="431"/>
                      <a:pt x="34" y="431"/>
                      <a:pt x="34" y="431"/>
                    </a:cubicBezTo>
                    <a:cubicBezTo>
                      <a:pt x="34" y="457"/>
                      <a:pt x="34" y="457"/>
                      <a:pt x="34" y="457"/>
                    </a:cubicBezTo>
                    <a:cubicBezTo>
                      <a:pt x="44" y="470"/>
                      <a:pt x="44" y="470"/>
                      <a:pt x="44" y="470"/>
                    </a:cubicBezTo>
                    <a:cubicBezTo>
                      <a:pt x="32" y="478"/>
                      <a:pt x="32" y="478"/>
                      <a:pt x="32" y="478"/>
                    </a:cubicBezTo>
                    <a:cubicBezTo>
                      <a:pt x="17" y="501"/>
                      <a:pt x="17" y="501"/>
                      <a:pt x="17" y="501"/>
                    </a:cubicBezTo>
                    <a:cubicBezTo>
                      <a:pt x="17" y="501"/>
                      <a:pt x="9" y="507"/>
                      <a:pt x="13" y="518"/>
                    </a:cubicBezTo>
                    <a:cubicBezTo>
                      <a:pt x="17" y="530"/>
                      <a:pt x="23" y="532"/>
                      <a:pt x="29" y="532"/>
                    </a:cubicBezTo>
                    <a:cubicBezTo>
                      <a:pt x="34" y="532"/>
                      <a:pt x="44" y="532"/>
                      <a:pt x="50" y="532"/>
                    </a:cubicBezTo>
                    <a:cubicBezTo>
                      <a:pt x="56" y="532"/>
                      <a:pt x="69" y="542"/>
                      <a:pt x="69" y="542"/>
                    </a:cubicBezTo>
                    <a:cubicBezTo>
                      <a:pt x="69" y="542"/>
                      <a:pt x="94" y="551"/>
                      <a:pt x="100" y="547"/>
                    </a:cubicBezTo>
                    <a:cubicBezTo>
                      <a:pt x="106" y="544"/>
                      <a:pt x="94" y="534"/>
                      <a:pt x="106" y="544"/>
                    </a:cubicBezTo>
                    <a:cubicBezTo>
                      <a:pt x="117" y="553"/>
                      <a:pt x="127" y="571"/>
                      <a:pt x="127" y="571"/>
                    </a:cubicBezTo>
                    <a:cubicBezTo>
                      <a:pt x="119" y="592"/>
                      <a:pt x="119" y="592"/>
                      <a:pt x="119" y="592"/>
                    </a:cubicBezTo>
                    <a:cubicBezTo>
                      <a:pt x="96" y="596"/>
                      <a:pt x="96" y="596"/>
                      <a:pt x="96" y="596"/>
                    </a:cubicBezTo>
                    <a:cubicBezTo>
                      <a:pt x="96" y="596"/>
                      <a:pt x="81" y="596"/>
                      <a:pt x="81" y="601"/>
                    </a:cubicBezTo>
                    <a:cubicBezTo>
                      <a:pt x="81" y="607"/>
                      <a:pt x="81" y="627"/>
                      <a:pt x="81" y="627"/>
                    </a:cubicBezTo>
                    <a:cubicBezTo>
                      <a:pt x="81" y="638"/>
                      <a:pt x="81" y="638"/>
                      <a:pt x="81" y="638"/>
                    </a:cubicBezTo>
                    <a:cubicBezTo>
                      <a:pt x="73" y="661"/>
                      <a:pt x="73" y="661"/>
                      <a:pt x="73" y="661"/>
                    </a:cubicBezTo>
                    <a:cubicBezTo>
                      <a:pt x="50" y="685"/>
                      <a:pt x="50" y="685"/>
                      <a:pt x="50" y="685"/>
                    </a:cubicBezTo>
                    <a:cubicBezTo>
                      <a:pt x="25" y="700"/>
                      <a:pt x="25" y="700"/>
                      <a:pt x="25" y="700"/>
                    </a:cubicBezTo>
                    <a:cubicBezTo>
                      <a:pt x="12" y="699"/>
                      <a:pt x="12" y="699"/>
                      <a:pt x="12" y="699"/>
                    </a:cubicBezTo>
                    <a:cubicBezTo>
                      <a:pt x="9" y="708"/>
                      <a:pt x="9" y="708"/>
                      <a:pt x="9" y="708"/>
                    </a:cubicBezTo>
                    <a:cubicBezTo>
                      <a:pt x="23" y="729"/>
                      <a:pt x="23" y="729"/>
                      <a:pt x="23" y="729"/>
                    </a:cubicBezTo>
                    <a:cubicBezTo>
                      <a:pt x="29" y="739"/>
                      <a:pt x="29" y="739"/>
                      <a:pt x="29" y="739"/>
                    </a:cubicBezTo>
                    <a:cubicBezTo>
                      <a:pt x="30" y="762"/>
                      <a:pt x="30" y="762"/>
                      <a:pt x="30" y="762"/>
                    </a:cubicBezTo>
                    <a:cubicBezTo>
                      <a:pt x="13" y="773"/>
                      <a:pt x="13" y="773"/>
                      <a:pt x="13" y="773"/>
                    </a:cubicBezTo>
                    <a:cubicBezTo>
                      <a:pt x="13" y="773"/>
                      <a:pt x="13" y="775"/>
                      <a:pt x="9" y="781"/>
                    </a:cubicBezTo>
                    <a:cubicBezTo>
                      <a:pt x="34" y="810"/>
                      <a:pt x="34" y="810"/>
                      <a:pt x="34" y="810"/>
                    </a:cubicBezTo>
                    <a:cubicBezTo>
                      <a:pt x="46" y="820"/>
                      <a:pt x="46" y="820"/>
                      <a:pt x="46" y="820"/>
                    </a:cubicBezTo>
                    <a:cubicBezTo>
                      <a:pt x="61" y="826"/>
                      <a:pt x="61" y="826"/>
                      <a:pt x="61" y="826"/>
                    </a:cubicBezTo>
                    <a:cubicBezTo>
                      <a:pt x="75" y="841"/>
                      <a:pt x="75" y="841"/>
                      <a:pt x="75" y="841"/>
                    </a:cubicBezTo>
                    <a:cubicBezTo>
                      <a:pt x="113" y="845"/>
                      <a:pt x="113" y="845"/>
                      <a:pt x="113" y="845"/>
                    </a:cubicBezTo>
                    <a:cubicBezTo>
                      <a:pt x="129" y="845"/>
                      <a:pt x="129" y="845"/>
                      <a:pt x="129" y="845"/>
                    </a:cubicBezTo>
                    <a:cubicBezTo>
                      <a:pt x="129" y="845"/>
                      <a:pt x="135" y="841"/>
                      <a:pt x="137" y="853"/>
                    </a:cubicBezTo>
                    <a:cubicBezTo>
                      <a:pt x="139" y="864"/>
                      <a:pt x="142" y="866"/>
                      <a:pt x="146" y="876"/>
                    </a:cubicBezTo>
                    <a:cubicBezTo>
                      <a:pt x="150" y="885"/>
                      <a:pt x="158" y="893"/>
                      <a:pt x="158" y="893"/>
                    </a:cubicBezTo>
                    <a:cubicBezTo>
                      <a:pt x="177" y="903"/>
                      <a:pt x="177" y="903"/>
                      <a:pt x="177" y="903"/>
                    </a:cubicBezTo>
                    <a:cubicBezTo>
                      <a:pt x="183" y="922"/>
                      <a:pt x="183" y="922"/>
                      <a:pt x="183" y="922"/>
                    </a:cubicBezTo>
                    <a:cubicBezTo>
                      <a:pt x="179" y="938"/>
                      <a:pt x="179" y="938"/>
                      <a:pt x="179" y="938"/>
                    </a:cubicBezTo>
                    <a:cubicBezTo>
                      <a:pt x="170" y="957"/>
                      <a:pt x="170" y="957"/>
                      <a:pt x="170" y="957"/>
                    </a:cubicBezTo>
                    <a:cubicBezTo>
                      <a:pt x="158" y="974"/>
                      <a:pt x="158" y="974"/>
                      <a:pt x="158" y="974"/>
                    </a:cubicBezTo>
                    <a:cubicBezTo>
                      <a:pt x="175" y="984"/>
                      <a:pt x="175" y="984"/>
                      <a:pt x="175" y="984"/>
                    </a:cubicBezTo>
                    <a:cubicBezTo>
                      <a:pt x="175" y="984"/>
                      <a:pt x="187" y="984"/>
                      <a:pt x="193" y="984"/>
                    </a:cubicBezTo>
                    <a:cubicBezTo>
                      <a:pt x="198" y="984"/>
                      <a:pt x="224" y="984"/>
                      <a:pt x="229" y="988"/>
                    </a:cubicBezTo>
                    <a:cubicBezTo>
                      <a:pt x="235" y="992"/>
                      <a:pt x="258" y="999"/>
                      <a:pt x="258" y="999"/>
                    </a:cubicBezTo>
                    <a:cubicBezTo>
                      <a:pt x="274" y="1003"/>
                      <a:pt x="274" y="1003"/>
                      <a:pt x="274" y="1003"/>
                    </a:cubicBezTo>
                    <a:cubicBezTo>
                      <a:pt x="293" y="1003"/>
                      <a:pt x="293" y="1003"/>
                      <a:pt x="293" y="1003"/>
                    </a:cubicBezTo>
                    <a:cubicBezTo>
                      <a:pt x="291" y="984"/>
                      <a:pt x="291" y="984"/>
                      <a:pt x="291" y="984"/>
                    </a:cubicBezTo>
                    <a:cubicBezTo>
                      <a:pt x="282" y="974"/>
                      <a:pt x="282" y="974"/>
                      <a:pt x="282" y="974"/>
                    </a:cubicBezTo>
                    <a:cubicBezTo>
                      <a:pt x="276" y="961"/>
                      <a:pt x="276" y="961"/>
                      <a:pt x="276" y="961"/>
                    </a:cubicBezTo>
                    <a:cubicBezTo>
                      <a:pt x="274" y="947"/>
                      <a:pt x="274" y="947"/>
                      <a:pt x="274" y="947"/>
                    </a:cubicBezTo>
                    <a:cubicBezTo>
                      <a:pt x="282" y="947"/>
                      <a:pt x="282" y="947"/>
                      <a:pt x="282" y="947"/>
                    </a:cubicBezTo>
                    <a:cubicBezTo>
                      <a:pt x="295" y="957"/>
                      <a:pt x="295" y="957"/>
                      <a:pt x="295" y="957"/>
                    </a:cubicBezTo>
                    <a:cubicBezTo>
                      <a:pt x="305" y="949"/>
                      <a:pt x="305" y="949"/>
                      <a:pt x="305" y="949"/>
                    </a:cubicBezTo>
                    <a:cubicBezTo>
                      <a:pt x="312" y="939"/>
                      <a:pt x="312" y="939"/>
                      <a:pt x="312" y="939"/>
                    </a:cubicBezTo>
                    <a:cubicBezTo>
                      <a:pt x="309" y="926"/>
                      <a:pt x="309" y="926"/>
                      <a:pt x="309" y="926"/>
                    </a:cubicBezTo>
                    <a:cubicBezTo>
                      <a:pt x="297" y="903"/>
                      <a:pt x="297" y="903"/>
                      <a:pt x="297" y="903"/>
                    </a:cubicBezTo>
                    <a:cubicBezTo>
                      <a:pt x="307" y="878"/>
                      <a:pt x="307" y="878"/>
                      <a:pt x="307" y="878"/>
                    </a:cubicBezTo>
                    <a:cubicBezTo>
                      <a:pt x="330" y="874"/>
                      <a:pt x="330" y="874"/>
                      <a:pt x="330" y="874"/>
                    </a:cubicBezTo>
                    <a:cubicBezTo>
                      <a:pt x="343" y="866"/>
                      <a:pt x="343" y="866"/>
                      <a:pt x="343" y="866"/>
                    </a:cubicBezTo>
                    <a:cubicBezTo>
                      <a:pt x="343" y="851"/>
                      <a:pt x="343" y="851"/>
                      <a:pt x="343" y="851"/>
                    </a:cubicBezTo>
                    <a:cubicBezTo>
                      <a:pt x="330" y="843"/>
                      <a:pt x="330" y="843"/>
                      <a:pt x="330" y="843"/>
                    </a:cubicBezTo>
                    <a:cubicBezTo>
                      <a:pt x="303" y="837"/>
                      <a:pt x="303" y="837"/>
                      <a:pt x="303" y="837"/>
                    </a:cubicBezTo>
                    <a:cubicBezTo>
                      <a:pt x="293" y="822"/>
                      <a:pt x="293" y="822"/>
                      <a:pt x="293" y="822"/>
                    </a:cubicBezTo>
                    <a:cubicBezTo>
                      <a:pt x="301" y="812"/>
                      <a:pt x="301" y="812"/>
                      <a:pt x="301" y="812"/>
                    </a:cubicBezTo>
                    <a:cubicBezTo>
                      <a:pt x="318" y="795"/>
                      <a:pt x="318" y="795"/>
                      <a:pt x="318" y="795"/>
                    </a:cubicBezTo>
                    <a:cubicBezTo>
                      <a:pt x="343" y="791"/>
                      <a:pt x="343" y="791"/>
                      <a:pt x="343" y="791"/>
                    </a:cubicBezTo>
                    <a:cubicBezTo>
                      <a:pt x="353" y="797"/>
                      <a:pt x="353" y="797"/>
                      <a:pt x="353" y="797"/>
                    </a:cubicBezTo>
                    <a:cubicBezTo>
                      <a:pt x="355" y="816"/>
                      <a:pt x="355" y="816"/>
                      <a:pt x="355" y="816"/>
                    </a:cubicBezTo>
                    <a:cubicBezTo>
                      <a:pt x="372" y="818"/>
                      <a:pt x="372" y="818"/>
                      <a:pt x="372" y="818"/>
                    </a:cubicBezTo>
                    <a:cubicBezTo>
                      <a:pt x="380" y="802"/>
                      <a:pt x="380" y="802"/>
                      <a:pt x="380" y="802"/>
                    </a:cubicBezTo>
                    <a:cubicBezTo>
                      <a:pt x="388" y="785"/>
                      <a:pt x="388" y="785"/>
                      <a:pt x="388" y="785"/>
                    </a:cubicBezTo>
                    <a:cubicBezTo>
                      <a:pt x="409" y="768"/>
                      <a:pt x="409" y="768"/>
                      <a:pt x="409" y="768"/>
                    </a:cubicBezTo>
                    <a:cubicBezTo>
                      <a:pt x="436" y="752"/>
                      <a:pt x="436" y="752"/>
                      <a:pt x="436" y="752"/>
                    </a:cubicBezTo>
                    <a:cubicBezTo>
                      <a:pt x="475" y="752"/>
                      <a:pt x="475" y="752"/>
                      <a:pt x="475" y="752"/>
                    </a:cubicBezTo>
                    <a:cubicBezTo>
                      <a:pt x="475" y="752"/>
                      <a:pt x="494" y="754"/>
                      <a:pt x="498" y="760"/>
                    </a:cubicBezTo>
                    <a:cubicBezTo>
                      <a:pt x="502" y="766"/>
                      <a:pt x="506" y="781"/>
                      <a:pt x="506" y="781"/>
                    </a:cubicBezTo>
                    <a:cubicBezTo>
                      <a:pt x="506" y="797"/>
                      <a:pt x="506" y="797"/>
                      <a:pt x="506" y="797"/>
                    </a:cubicBezTo>
                    <a:cubicBezTo>
                      <a:pt x="500" y="810"/>
                      <a:pt x="500" y="810"/>
                      <a:pt x="500" y="810"/>
                    </a:cubicBezTo>
                    <a:cubicBezTo>
                      <a:pt x="509" y="826"/>
                      <a:pt x="509" y="826"/>
                      <a:pt x="509" y="826"/>
                    </a:cubicBezTo>
                    <a:cubicBezTo>
                      <a:pt x="513" y="837"/>
                      <a:pt x="513" y="837"/>
                      <a:pt x="513" y="837"/>
                    </a:cubicBezTo>
                    <a:cubicBezTo>
                      <a:pt x="513" y="837"/>
                      <a:pt x="513" y="847"/>
                      <a:pt x="498" y="847"/>
                    </a:cubicBezTo>
                    <a:cubicBezTo>
                      <a:pt x="482" y="847"/>
                      <a:pt x="482" y="847"/>
                      <a:pt x="482" y="847"/>
                    </a:cubicBezTo>
                    <a:cubicBezTo>
                      <a:pt x="477" y="858"/>
                      <a:pt x="477" y="858"/>
                      <a:pt x="477" y="858"/>
                    </a:cubicBezTo>
                    <a:cubicBezTo>
                      <a:pt x="477" y="858"/>
                      <a:pt x="477" y="866"/>
                      <a:pt x="477" y="872"/>
                    </a:cubicBezTo>
                    <a:cubicBezTo>
                      <a:pt x="477" y="878"/>
                      <a:pt x="477" y="882"/>
                      <a:pt x="475" y="887"/>
                    </a:cubicBezTo>
                    <a:cubicBezTo>
                      <a:pt x="473" y="893"/>
                      <a:pt x="469" y="901"/>
                      <a:pt x="469" y="901"/>
                    </a:cubicBezTo>
                    <a:cubicBezTo>
                      <a:pt x="469" y="901"/>
                      <a:pt x="461" y="918"/>
                      <a:pt x="461" y="924"/>
                    </a:cubicBezTo>
                    <a:cubicBezTo>
                      <a:pt x="461" y="930"/>
                      <a:pt x="459" y="947"/>
                      <a:pt x="459" y="947"/>
                    </a:cubicBezTo>
                    <a:cubicBezTo>
                      <a:pt x="442" y="955"/>
                      <a:pt x="442" y="955"/>
                      <a:pt x="442" y="955"/>
                    </a:cubicBezTo>
                    <a:cubicBezTo>
                      <a:pt x="423" y="953"/>
                      <a:pt x="423" y="953"/>
                      <a:pt x="423" y="953"/>
                    </a:cubicBezTo>
                    <a:cubicBezTo>
                      <a:pt x="413" y="932"/>
                      <a:pt x="413" y="932"/>
                      <a:pt x="413" y="932"/>
                    </a:cubicBezTo>
                    <a:cubicBezTo>
                      <a:pt x="392" y="934"/>
                      <a:pt x="392" y="934"/>
                      <a:pt x="392" y="934"/>
                    </a:cubicBezTo>
                    <a:cubicBezTo>
                      <a:pt x="376" y="941"/>
                      <a:pt x="376" y="941"/>
                      <a:pt x="376" y="941"/>
                    </a:cubicBezTo>
                    <a:cubicBezTo>
                      <a:pt x="367" y="961"/>
                      <a:pt x="367" y="961"/>
                      <a:pt x="367" y="961"/>
                    </a:cubicBezTo>
                    <a:cubicBezTo>
                      <a:pt x="363" y="974"/>
                      <a:pt x="363" y="974"/>
                      <a:pt x="363" y="974"/>
                    </a:cubicBezTo>
                    <a:cubicBezTo>
                      <a:pt x="372" y="994"/>
                      <a:pt x="372" y="994"/>
                      <a:pt x="372" y="994"/>
                    </a:cubicBezTo>
                    <a:cubicBezTo>
                      <a:pt x="382" y="1011"/>
                      <a:pt x="382" y="1011"/>
                      <a:pt x="382" y="1011"/>
                    </a:cubicBezTo>
                    <a:cubicBezTo>
                      <a:pt x="392" y="1032"/>
                      <a:pt x="392" y="1032"/>
                      <a:pt x="392" y="1032"/>
                    </a:cubicBezTo>
                    <a:cubicBezTo>
                      <a:pt x="403" y="1042"/>
                      <a:pt x="403" y="1042"/>
                      <a:pt x="403" y="1042"/>
                    </a:cubicBezTo>
                    <a:cubicBezTo>
                      <a:pt x="426" y="1032"/>
                      <a:pt x="426" y="1032"/>
                      <a:pt x="426" y="1032"/>
                    </a:cubicBezTo>
                    <a:cubicBezTo>
                      <a:pt x="442" y="1038"/>
                      <a:pt x="442" y="1038"/>
                      <a:pt x="442" y="1038"/>
                    </a:cubicBezTo>
                    <a:cubicBezTo>
                      <a:pt x="442" y="1038"/>
                      <a:pt x="459" y="1034"/>
                      <a:pt x="463" y="1040"/>
                    </a:cubicBezTo>
                    <a:cubicBezTo>
                      <a:pt x="467" y="1046"/>
                      <a:pt x="486" y="1050"/>
                      <a:pt x="486" y="1050"/>
                    </a:cubicBezTo>
                    <a:cubicBezTo>
                      <a:pt x="515" y="1050"/>
                      <a:pt x="515" y="1050"/>
                      <a:pt x="515" y="1050"/>
                    </a:cubicBezTo>
                    <a:cubicBezTo>
                      <a:pt x="537" y="1042"/>
                      <a:pt x="537" y="1042"/>
                      <a:pt x="537" y="1042"/>
                    </a:cubicBezTo>
                    <a:cubicBezTo>
                      <a:pt x="537" y="1042"/>
                      <a:pt x="546" y="1030"/>
                      <a:pt x="552" y="1030"/>
                    </a:cubicBezTo>
                    <a:cubicBezTo>
                      <a:pt x="558" y="1030"/>
                      <a:pt x="575" y="1021"/>
                      <a:pt x="575" y="1021"/>
                    </a:cubicBezTo>
                    <a:cubicBezTo>
                      <a:pt x="589" y="1011"/>
                      <a:pt x="589" y="1011"/>
                      <a:pt x="589" y="1011"/>
                    </a:cubicBezTo>
                    <a:cubicBezTo>
                      <a:pt x="589" y="1011"/>
                      <a:pt x="593" y="1009"/>
                      <a:pt x="604" y="1011"/>
                    </a:cubicBezTo>
                    <a:cubicBezTo>
                      <a:pt x="616" y="1013"/>
                      <a:pt x="639" y="1017"/>
                      <a:pt x="645" y="1021"/>
                    </a:cubicBezTo>
                    <a:cubicBezTo>
                      <a:pt x="646" y="1021"/>
                      <a:pt x="647" y="1022"/>
                      <a:pt x="649" y="1022"/>
                    </a:cubicBezTo>
                    <a:cubicBezTo>
                      <a:pt x="654" y="1015"/>
                      <a:pt x="654" y="1015"/>
                      <a:pt x="654" y="1015"/>
                    </a:cubicBezTo>
                    <a:cubicBezTo>
                      <a:pt x="670" y="1013"/>
                      <a:pt x="670" y="1013"/>
                      <a:pt x="670" y="1013"/>
                    </a:cubicBezTo>
                    <a:cubicBezTo>
                      <a:pt x="670" y="1013"/>
                      <a:pt x="672" y="1001"/>
                      <a:pt x="678" y="990"/>
                    </a:cubicBezTo>
                    <a:cubicBezTo>
                      <a:pt x="683" y="978"/>
                      <a:pt x="691" y="976"/>
                      <a:pt x="691" y="976"/>
                    </a:cubicBezTo>
                    <a:cubicBezTo>
                      <a:pt x="691" y="976"/>
                      <a:pt x="703" y="968"/>
                      <a:pt x="708" y="965"/>
                    </a:cubicBezTo>
                    <a:cubicBezTo>
                      <a:pt x="714" y="961"/>
                      <a:pt x="718" y="965"/>
                      <a:pt x="718" y="965"/>
                    </a:cubicBezTo>
                    <a:cubicBezTo>
                      <a:pt x="734" y="968"/>
                      <a:pt x="734" y="968"/>
                      <a:pt x="734" y="968"/>
                    </a:cubicBezTo>
                    <a:cubicBezTo>
                      <a:pt x="734" y="968"/>
                      <a:pt x="734" y="968"/>
                      <a:pt x="751" y="974"/>
                    </a:cubicBezTo>
                    <a:cubicBezTo>
                      <a:pt x="768" y="980"/>
                      <a:pt x="772" y="978"/>
                      <a:pt x="772" y="978"/>
                    </a:cubicBezTo>
                    <a:cubicBezTo>
                      <a:pt x="780" y="994"/>
                      <a:pt x="780" y="994"/>
                      <a:pt x="780" y="994"/>
                    </a:cubicBezTo>
                    <a:cubicBezTo>
                      <a:pt x="780" y="994"/>
                      <a:pt x="790" y="1009"/>
                      <a:pt x="793" y="1015"/>
                    </a:cubicBezTo>
                    <a:cubicBezTo>
                      <a:pt x="797" y="1021"/>
                      <a:pt x="799" y="1023"/>
                      <a:pt x="799" y="1023"/>
                    </a:cubicBezTo>
                    <a:cubicBezTo>
                      <a:pt x="819" y="1019"/>
                      <a:pt x="819" y="1019"/>
                      <a:pt x="819" y="1019"/>
                    </a:cubicBezTo>
                    <a:cubicBezTo>
                      <a:pt x="832" y="1009"/>
                      <a:pt x="832" y="1009"/>
                      <a:pt x="832" y="1009"/>
                    </a:cubicBezTo>
                    <a:cubicBezTo>
                      <a:pt x="865" y="1013"/>
                      <a:pt x="865" y="1013"/>
                      <a:pt x="865" y="1013"/>
                    </a:cubicBezTo>
                    <a:cubicBezTo>
                      <a:pt x="886" y="1024"/>
                      <a:pt x="886" y="1024"/>
                      <a:pt x="886" y="1024"/>
                    </a:cubicBezTo>
                    <a:cubicBezTo>
                      <a:pt x="897" y="1027"/>
                      <a:pt x="897" y="1027"/>
                      <a:pt x="897" y="1027"/>
                    </a:cubicBezTo>
                    <a:cubicBezTo>
                      <a:pt x="923" y="972"/>
                      <a:pt x="923" y="972"/>
                      <a:pt x="923" y="972"/>
                    </a:cubicBezTo>
                    <a:cubicBezTo>
                      <a:pt x="931" y="930"/>
                      <a:pt x="931" y="930"/>
                      <a:pt x="931" y="930"/>
                    </a:cubicBezTo>
                    <a:cubicBezTo>
                      <a:pt x="936" y="892"/>
                      <a:pt x="936" y="892"/>
                      <a:pt x="936" y="892"/>
                    </a:cubicBezTo>
                    <a:cubicBezTo>
                      <a:pt x="941" y="871"/>
                      <a:pt x="941" y="871"/>
                      <a:pt x="941" y="871"/>
                    </a:cubicBezTo>
                    <a:cubicBezTo>
                      <a:pt x="949" y="861"/>
                      <a:pt x="949" y="861"/>
                      <a:pt x="949" y="861"/>
                    </a:cubicBezTo>
                    <a:cubicBezTo>
                      <a:pt x="967" y="827"/>
                      <a:pt x="967" y="827"/>
                      <a:pt x="967" y="827"/>
                    </a:cubicBezTo>
                    <a:cubicBezTo>
                      <a:pt x="978" y="804"/>
                      <a:pt x="978" y="804"/>
                      <a:pt x="978" y="804"/>
                    </a:cubicBezTo>
                    <a:cubicBezTo>
                      <a:pt x="980" y="773"/>
                      <a:pt x="980" y="773"/>
                      <a:pt x="980" y="773"/>
                    </a:cubicBezTo>
                    <a:lnTo>
                      <a:pt x="965" y="748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799" name="Freeform 30">
                <a:extLst>
                  <a:ext uri="{FF2B5EF4-FFF2-40B4-BE49-F238E27FC236}">
                    <a16:creationId xmlns:a16="http://schemas.microsoft.com/office/drawing/2014/main" id="{151FC46E-6696-2627-EA31-F8311FBF86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3932" y="5564628"/>
                <a:ext cx="240917" cy="205303"/>
              </a:xfrm>
              <a:custGeom>
                <a:avLst/>
                <a:gdLst>
                  <a:gd name="T0" fmla="*/ 114 w 165"/>
                  <a:gd name="T1" fmla="*/ 0 h 141"/>
                  <a:gd name="T2" fmla="*/ 106 w 165"/>
                  <a:gd name="T3" fmla="*/ 18 h 141"/>
                  <a:gd name="T4" fmla="*/ 88 w 165"/>
                  <a:gd name="T5" fmla="*/ 30 h 141"/>
                  <a:gd name="T6" fmla="*/ 72 w 165"/>
                  <a:gd name="T7" fmla="*/ 33 h 141"/>
                  <a:gd name="T8" fmla="*/ 54 w 165"/>
                  <a:gd name="T9" fmla="*/ 43 h 141"/>
                  <a:gd name="T10" fmla="*/ 26 w 165"/>
                  <a:gd name="T11" fmla="*/ 59 h 141"/>
                  <a:gd name="T12" fmla="*/ 11 w 165"/>
                  <a:gd name="T13" fmla="*/ 77 h 141"/>
                  <a:gd name="T14" fmla="*/ 8 w 165"/>
                  <a:gd name="T15" fmla="*/ 100 h 141"/>
                  <a:gd name="T16" fmla="*/ 16 w 165"/>
                  <a:gd name="T17" fmla="*/ 121 h 141"/>
                  <a:gd name="T18" fmla="*/ 21 w 165"/>
                  <a:gd name="T19" fmla="*/ 128 h 141"/>
                  <a:gd name="T20" fmla="*/ 60 w 165"/>
                  <a:gd name="T21" fmla="*/ 139 h 141"/>
                  <a:gd name="T22" fmla="*/ 101 w 165"/>
                  <a:gd name="T23" fmla="*/ 131 h 141"/>
                  <a:gd name="T24" fmla="*/ 116 w 165"/>
                  <a:gd name="T25" fmla="*/ 123 h 141"/>
                  <a:gd name="T26" fmla="*/ 147 w 165"/>
                  <a:gd name="T27" fmla="*/ 115 h 141"/>
                  <a:gd name="T28" fmla="*/ 152 w 165"/>
                  <a:gd name="T29" fmla="*/ 95 h 141"/>
                  <a:gd name="T30" fmla="*/ 165 w 165"/>
                  <a:gd name="T31" fmla="*/ 64 h 141"/>
                  <a:gd name="T32" fmla="*/ 157 w 165"/>
                  <a:gd name="T33" fmla="*/ 36 h 141"/>
                  <a:gd name="T34" fmla="*/ 142 w 165"/>
                  <a:gd name="T35" fmla="*/ 18 h 141"/>
                  <a:gd name="T36" fmla="*/ 114 w 165"/>
                  <a:gd name="T37" fmla="*/ 0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65" h="141">
                    <a:moveTo>
                      <a:pt x="114" y="0"/>
                    </a:moveTo>
                    <a:cubicBezTo>
                      <a:pt x="106" y="18"/>
                      <a:pt x="106" y="18"/>
                      <a:pt x="106" y="18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72" y="33"/>
                      <a:pt x="72" y="33"/>
                      <a:pt x="72" y="33"/>
                    </a:cubicBezTo>
                    <a:cubicBezTo>
                      <a:pt x="72" y="33"/>
                      <a:pt x="70" y="36"/>
                      <a:pt x="54" y="43"/>
                    </a:cubicBezTo>
                    <a:cubicBezTo>
                      <a:pt x="39" y="51"/>
                      <a:pt x="31" y="51"/>
                      <a:pt x="26" y="59"/>
                    </a:cubicBezTo>
                    <a:cubicBezTo>
                      <a:pt x="21" y="67"/>
                      <a:pt x="13" y="64"/>
                      <a:pt x="11" y="77"/>
                    </a:cubicBezTo>
                    <a:cubicBezTo>
                      <a:pt x="8" y="90"/>
                      <a:pt x="8" y="100"/>
                      <a:pt x="8" y="100"/>
                    </a:cubicBezTo>
                    <a:cubicBezTo>
                      <a:pt x="8" y="100"/>
                      <a:pt x="11" y="113"/>
                      <a:pt x="16" y="121"/>
                    </a:cubicBezTo>
                    <a:cubicBezTo>
                      <a:pt x="21" y="128"/>
                      <a:pt x="0" y="118"/>
                      <a:pt x="21" y="128"/>
                    </a:cubicBezTo>
                    <a:cubicBezTo>
                      <a:pt x="42" y="139"/>
                      <a:pt x="42" y="141"/>
                      <a:pt x="60" y="139"/>
                    </a:cubicBezTo>
                    <a:cubicBezTo>
                      <a:pt x="78" y="136"/>
                      <a:pt x="101" y="131"/>
                      <a:pt x="101" y="131"/>
                    </a:cubicBezTo>
                    <a:cubicBezTo>
                      <a:pt x="101" y="131"/>
                      <a:pt x="106" y="123"/>
                      <a:pt x="116" y="123"/>
                    </a:cubicBezTo>
                    <a:cubicBezTo>
                      <a:pt x="127" y="123"/>
                      <a:pt x="145" y="126"/>
                      <a:pt x="147" y="115"/>
                    </a:cubicBezTo>
                    <a:cubicBezTo>
                      <a:pt x="150" y="105"/>
                      <a:pt x="147" y="103"/>
                      <a:pt x="152" y="95"/>
                    </a:cubicBezTo>
                    <a:cubicBezTo>
                      <a:pt x="157" y="87"/>
                      <a:pt x="165" y="64"/>
                      <a:pt x="165" y="64"/>
                    </a:cubicBezTo>
                    <a:cubicBezTo>
                      <a:pt x="157" y="36"/>
                      <a:pt x="157" y="36"/>
                      <a:pt x="157" y="36"/>
                    </a:cubicBezTo>
                    <a:cubicBezTo>
                      <a:pt x="142" y="18"/>
                      <a:pt x="142" y="18"/>
                      <a:pt x="142" y="18"/>
                    </a:cubicBezTo>
                    <a:lnTo>
                      <a:pt x="114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0" name="Freeform 31">
                <a:extLst>
                  <a:ext uri="{FF2B5EF4-FFF2-40B4-BE49-F238E27FC236}">
                    <a16:creationId xmlns:a16="http://schemas.microsoft.com/office/drawing/2014/main" id="{F1F384AA-B457-A11D-15C3-5FD17E1B1C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6502" y="4964430"/>
                <a:ext cx="87987" cy="83797"/>
              </a:xfrm>
              <a:custGeom>
                <a:avLst/>
                <a:gdLst>
                  <a:gd name="T0" fmla="*/ 51 w 60"/>
                  <a:gd name="T1" fmla="*/ 0 h 58"/>
                  <a:gd name="T2" fmla="*/ 27 w 60"/>
                  <a:gd name="T3" fmla="*/ 2 h 58"/>
                  <a:gd name="T4" fmla="*/ 10 w 60"/>
                  <a:gd name="T5" fmla="*/ 18 h 58"/>
                  <a:gd name="T6" fmla="*/ 0 w 60"/>
                  <a:gd name="T7" fmla="*/ 33 h 58"/>
                  <a:gd name="T8" fmla="*/ 8 w 60"/>
                  <a:gd name="T9" fmla="*/ 56 h 58"/>
                  <a:gd name="T10" fmla="*/ 27 w 60"/>
                  <a:gd name="T11" fmla="*/ 58 h 58"/>
                  <a:gd name="T12" fmla="*/ 45 w 60"/>
                  <a:gd name="T13" fmla="*/ 53 h 58"/>
                  <a:gd name="T14" fmla="*/ 54 w 60"/>
                  <a:gd name="T15" fmla="*/ 31 h 58"/>
                  <a:gd name="T16" fmla="*/ 60 w 60"/>
                  <a:gd name="T17" fmla="*/ 18 h 58"/>
                  <a:gd name="T18" fmla="*/ 51 w 60"/>
                  <a:gd name="T19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58">
                    <a:moveTo>
                      <a:pt x="51" y="0"/>
                    </a:moveTo>
                    <a:cubicBezTo>
                      <a:pt x="27" y="2"/>
                      <a:pt x="27" y="2"/>
                      <a:pt x="27" y="2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18"/>
                      <a:pt x="0" y="27"/>
                      <a:pt x="0" y="33"/>
                    </a:cubicBezTo>
                    <a:cubicBezTo>
                      <a:pt x="0" y="39"/>
                      <a:pt x="8" y="56"/>
                      <a:pt x="8" y="56"/>
                    </a:cubicBezTo>
                    <a:cubicBezTo>
                      <a:pt x="27" y="58"/>
                      <a:pt x="27" y="58"/>
                      <a:pt x="27" y="58"/>
                    </a:cubicBezTo>
                    <a:cubicBezTo>
                      <a:pt x="45" y="53"/>
                      <a:pt x="45" y="53"/>
                      <a:pt x="45" y="53"/>
                    </a:cubicBezTo>
                    <a:cubicBezTo>
                      <a:pt x="54" y="31"/>
                      <a:pt x="54" y="31"/>
                      <a:pt x="54" y="31"/>
                    </a:cubicBezTo>
                    <a:cubicBezTo>
                      <a:pt x="60" y="18"/>
                      <a:pt x="60" y="18"/>
                      <a:pt x="60" y="18"/>
                    </a:cubicBezTo>
                    <a:lnTo>
                      <a:pt x="51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1" name="Freeform 32">
                <a:extLst>
                  <a:ext uri="{FF2B5EF4-FFF2-40B4-BE49-F238E27FC236}">
                    <a16:creationId xmlns:a16="http://schemas.microsoft.com/office/drawing/2014/main" id="{DF950924-4BCB-CA60-BD2C-05FE1362EA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4391" y="4966525"/>
                <a:ext cx="151883" cy="127791"/>
              </a:xfrm>
              <a:custGeom>
                <a:avLst/>
                <a:gdLst>
                  <a:gd name="T0" fmla="*/ 67 w 104"/>
                  <a:gd name="T1" fmla="*/ 0 h 87"/>
                  <a:gd name="T2" fmla="*/ 48 w 104"/>
                  <a:gd name="T3" fmla="*/ 14 h 87"/>
                  <a:gd name="T4" fmla="*/ 38 w 104"/>
                  <a:gd name="T5" fmla="*/ 27 h 87"/>
                  <a:gd name="T6" fmla="*/ 15 w 104"/>
                  <a:gd name="T7" fmla="*/ 35 h 87"/>
                  <a:gd name="T8" fmla="*/ 6 w 104"/>
                  <a:gd name="T9" fmla="*/ 33 h 87"/>
                  <a:gd name="T10" fmla="*/ 0 w 104"/>
                  <a:gd name="T11" fmla="*/ 47 h 87"/>
                  <a:gd name="T12" fmla="*/ 11 w 104"/>
                  <a:gd name="T13" fmla="*/ 60 h 87"/>
                  <a:gd name="T14" fmla="*/ 29 w 104"/>
                  <a:gd name="T15" fmla="*/ 68 h 87"/>
                  <a:gd name="T16" fmla="*/ 38 w 104"/>
                  <a:gd name="T17" fmla="*/ 85 h 87"/>
                  <a:gd name="T18" fmla="*/ 48 w 104"/>
                  <a:gd name="T19" fmla="*/ 87 h 87"/>
                  <a:gd name="T20" fmla="*/ 58 w 104"/>
                  <a:gd name="T21" fmla="*/ 78 h 87"/>
                  <a:gd name="T22" fmla="*/ 69 w 104"/>
                  <a:gd name="T23" fmla="*/ 66 h 87"/>
                  <a:gd name="T24" fmla="*/ 81 w 104"/>
                  <a:gd name="T25" fmla="*/ 58 h 87"/>
                  <a:gd name="T26" fmla="*/ 92 w 104"/>
                  <a:gd name="T27" fmla="*/ 54 h 87"/>
                  <a:gd name="T28" fmla="*/ 102 w 104"/>
                  <a:gd name="T29" fmla="*/ 45 h 87"/>
                  <a:gd name="T30" fmla="*/ 104 w 104"/>
                  <a:gd name="T31" fmla="*/ 29 h 87"/>
                  <a:gd name="T32" fmla="*/ 102 w 104"/>
                  <a:gd name="T33" fmla="*/ 10 h 87"/>
                  <a:gd name="T34" fmla="*/ 79 w 104"/>
                  <a:gd name="T35" fmla="*/ 4 h 87"/>
                  <a:gd name="T36" fmla="*/ 67 w 104"/>
                  <a:gd name="T37" fmla="*/ 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4" h="87">
                    <a:moveTo>
                      <a:pt x="67" y="0"/>
                    </a:move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6" y="22"/>
                      <a:pt x="38" y="27"/>
                    </a:cubicBezTo>
                    <a:cubicBezTo>
                      <a:pt x="31" y="33"/>
                      <a:pt x="15" y="35"/>
                      <a:pt x="15" y="35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47"/>
                      <a:pt x="6" y="56"/>
                      <a:pt x="11" y="60"/>
                    </a:cubicBezTo>
                    <a:cubicBezTo>
                      <a:pt x="17" y="64"/>
                      <a:pt x="27" y="62"/>
                      <a:pt x="29" y="68"/>
                    </a:cubicBezTo>
                    <a:cubicBezTo>
                      <a:pt x="31" y="74"/>
                      <a:pt x="38" y="85"/>
                      <a:pt x="38" y="85"/>
                    </a:cubicBezTo>
                    <a:cubicBezTo>
                      <a:pt x="48" y="87"/>
                      <a:pt x="48" y="87"/>
                      <a:pt x="48" y="87"/>
                    </a:cubicBezTo>
                    <a:cubicBezTo>
                      <a:pt x="58" y="78"/>
                      <a:pt x="58" y="78"/>
                      <a:pt x="58" y="78"/>
                    </a:cubicBezTo>
                    <a:cubicBezTo>
                      <a:pt x="69" y="66"/>
                      <a:pt x="69" y="66"/>
                      <a:pt x="69" y="66"/>
                    </a:cubicBezTo>
                    <a:cubicBezTo>
                      <a:pt x="81" y="58"/>
                      <a:pt x="81" y="58"/>
                      <a:pt x="81" y="58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104" y="29"/>
                      <a:pt x="104" y="29"/>
                      <a:pt x="104" y="29"/>
                    </a:cubicBezTo>
                    <a:cubicBezTo>
                      <a:pt x="102" y="10"/>
                      <a:pt x="102" y="10"/>
                      <a:pt x="102" y="10"/>
                    </a:cubicBezTo>
                    <a:cubicBezTo>
                      <a:pt x="79" y="4"/>
                      <a:pt x="79" y="4"/>
                      <a:pt x="79" y="4"/>
                    </a:cubicBezTo>
                    <a:lnTo>
                      <a:pt x="67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2" name="Freeform 33">
                <a:extLst>
                  <a:ext uri="{FF2B5EF4-FFF2-40B4-BE49-F238E27FC236}">
                    <a16:creationId xmlns:a16="http://schemas.microsoft.com/office/drawing/2014/main" id="{A812B13E-B194-CE14-15B4-B22B0550BF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5634" y="5057655"/>
                <a:ext cx="55516" cy="78560"/>
              </a:xfrm>
              <a:custGeom>
                <a:avLst/>
                <a:gdLst>
                  <a:gd name="T0" fmla="*/ 18 w 53"/>
                  <a:gd name="T1" fmla="*/ 0 h 75"/>
                  <a:gd name="T2" fmla="*/ 0 w 53"/>
                  <a:gd name="T3" fmla="*/ 8 h 75"/>
                  <a:gd name="T4" fmla="*/ 0 w 53"/>
                  <a:gd name="T5" fmla="*/ 32 h 75"/>
                  <a:gd name="T6" fmla="*/ 15 w 53"/>
                  <a:gd name="T7" fmla="*/ 49 h 75"/>
                  <a:gd name="T8" fmla="*/ 26 w 53"/>
                  <a:gd name="T9" fmla="*/ 65 h 75"/>
                  <a:gd name="T10" fmla="*/ 46 w 53"/>
                  <a:gd name="T11" fmla="*/ 75 h 75"/>
                  <a:gd name="T12" fmla="*/ 50 w 53"/>
                  <a:gd name="T13" fmla="*/ 65 h 75"/>
                  <a:gd name="T14" fmla="*/ 53 w 53"/>
                  <a:gd name="T15" fmla="*/ 40 h 75"/>
                  <a:gd name="T16" fmla="*/ 53 w 53"/>
                  <a:gd name="T17" fmla="*/ 22 h 75"/>
                  <a:gd name="T18" fmla="*/ 18 w 53"/>
                  <a:gd name="T19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75">
                    <a:moveTo>
                      <a:pt x="18" y="0"/>
                    </a:moveTo>
                    <a:lnTo>
                      <a:pt x="0" y="8"/>
                    </a:lnTo>
                    <a:lnTo>
                      <a:pt x="0" y="32"/>
                    </a:lnTo>
                    <a:lnTo>
                      <a:pt x="15" y="49"/>
                    </a:lnTo>
                    <a:lnTo>
                      <a:pt x="26" y="65"/>
                    </a:lnTo>
                    <a:lnTo>
                      <a:pt x="46" y="75"/>
                    </a:lnTo>
                    <a:lnTo>
                      <a:pt x="50" y="65"/>
                    </a:lnTo>
                    <a:lnTo>
                      <a:pt x="53" y="40"/>
                    </a:lnTo>
                    <a:lnTo>
                      <a:pt x="53" y="22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3" name="Freeform 34">
                <a:extLst>
                  <a:ext uri="{FF2B5EF4-FFF2-40B4-BE49-F238E27FC236}">
                    <a16:creationId xmlns:a16="http://schemas.microsoft.com/office/drawing/2014/main" id="{B18D6ED6-3D20-2B24-7288-F7438692B0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0970" y="5125740"/>
                <a:ext cx="27234" cy="36661"/>
              </a:xfrm>
              <a:custGeom>
                <a:avLst/>
                <a:gdLst>
                  <a:gd name="T0" fmla="*/ 5 w 26"/>
                  <a:gd name="T1" fmla="*/ 0 h 35"/>
                  <a:gd name="T2" fmla="*/ 0 w 26"/>
                  <a:gd name="T3" fmla="*/ 24 h 35"/>
                  <a:gd name="T4" fmla="*/ 16 w 26"/>
                  <a:gd name="T5" fmla="*/ 35 h 35"/>
                  <a:gd name="T6" fmla="*/ 26 w 26"/>
                  <a:gd name="T7" fmla="*/ 24 h 35"/>
                  <a:gd name="T8" fmla="*/ 26 w 26"/>
                  <a:gd name="T9" fmla="*/ 7 h 35"/>
                  <a:gd name="T10" fmla="*/ 16 w 26"/>
                  <a:gd name="T11" fmla="*/ 0 h 35"/>
                  <a:gd name="T12" fmla="*/ 5 w 26"/>
                  <a:gd name="T13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" h="35">
                    <a:moveTo>
                      <a:pt x="5" y="0"/>
                    </a:moveTo>
                    <a:lnTo>
                      <a:pt x="0" y="24"/>
                    </a:lnTo>
                    <a:lnTo>
                      <a:pt x="16" y="35"/>
                    </a:lnTo>
                    <a:lnTo>
                      <a:pt x="26" y="24"/>
                    </a:lnTo>
                    <a:lnTo>
                      <a:pt x="26" y="7"/>
                    </a:lnTo>
                    <a:lnTo>
                      <a:pt x="16" y="0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4" name="Freeform 35">
                <a:extLst>
                  <a:ext uri="{FF2B5EF4-FFF2-40B4-BE49-F238E27FC236}">
                    <a16:creationId xmlns:a16="http://schemas.microsoft.com/office/drawing/2014/main" id="{27551F5F-1933-3EFA-67DD-DC40107DBB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3245" y="5214775"/>
                <a:ext cx="111031" cy="84845"/>
              </a:xfrm>
              <a:custGeom>
                <a:avLst/>
                <a:gdLst>
                  <a:gd name="T0" fmla="*/ 47 w 76"/>
                  <a:gd name="T1" fmla="*/ 0 h 58"/>
                  <a:gd name="T2" fmla="*/ 62 w 76"/>
                  <a:gd name="T3" fmla="*/ 0 h 58"/>
                  <a:gd name="T4" fmla="*/ 70 w 76"/>
                  <a:gd name="T5" fmla="*/ 8 h 58"/>
                  <a:gd name="T6" fmla="*/ 72 w 76"/>
                  <a:gd name="T7" fmla="*/ 20 h 58"/>
                  <a:gd name="T8" fmla="*/ 76 w 76"/>
                  <a:gd name="T9" fmla="*/ 31 h 58"/>
                  <a:gd name="T10" fmla="*/ 76 w 76"/>
                  <a:gd name="T11" fmla="*/ 43 h 58"/>
                  <a:gd name="T12" fmla="*/ 62 w 76"/>
                  <a:gd name="T13" fmla="*/ 58 h 58"/>
                  <a:gd name="T14" fmla="*/ 45 w 76"/>
                  <a:gd name="T15" fmla="*/ 47 h 58"/>
                  <a:gd name="T16" fmla="*/ 33 w 76"/>
                  <a:gd name="T17" fmla="*/ 45 h 58"/>
                  <a:gd name="T18" fmla="*/ 0 w 76"/>
                  <a:gd name="T19" fmla="*/ 35 h 58"/>
                  <a:gd name="T20" fmla="*/ 4 w 76"/>
                  <a:gd name="T21" fmla="*/ 25 h 58"/>
                  <a:gd name="T22" fmla="*/ 22 w 76"/>
                  <a:gd name="T23" fmla="*/ 25 h 58"/>
                  <a:gd name="T24" fmla="*/ 35 w 76"/>
                  <a:gd name="T25" fmla="*/ 20 h 58"/>
                  <a:gd name="T26" fmla="*/ 47 w 76"/>
                  <a:gd name="T27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6" h="58">
                    <a:moveTo>
                      <a:pt x="47" y="0"/>
                    </a:moveTo>
                    <a:cubicBezTo>
                      <a:pt x="62" y="0"/>
                      <a:pt x="62" y="0"/>
                      <a:pt x="62" y="0"/>
                    </a:cubicBezTo>
                    <a:cubicBezTo>
                      <a:pt x="70" y="8"/>
                      <a:pt x="70" y="8"/>
                      <a:pt x="70" y="8"/>
                    </a:cubicBezTo>
                    <a:cubicBezTo>
                      <a:pt x="72" y="20"/>
                      <a:pt x="72" y="20"/>
                      <a:pt x="72" y="20"/>
                    </a:cubicBezTo>
                    <a:cubicBezTo>
                      <a:pt x="76" y="31"/>
                      <a:pt x="76" y="31"/>
                      <a:pt x="76" y="31"/>
                    </a:cubicBezTo>
                    <a:cubicBezTo>
                      <a:pt x="76" y="43"/>
                      <a:pt x="76" y="43"/>
                      <a:pt x="76" y="43"/>
                    </a:cubicBezTo>
                    <a:cubicBezTo>
                      <a:pt x="62" y="58"/>
                      <a:pt x="62" y="58"/>
                      <a:pt x="62" y="58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39" y="45"/>
                      <a:pt x="33" y="45"/>
                    </a:cubicBezTo>
                    <a:cubicBezTo>
                      <a:pt x="27" y="45"/>
                      <a:pt x="0" y="35"/>
                      <a:pt x="0" y="35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22" y="25"/>
                      <a:pt x="22" y="25"/>
                      <a:pt x="22" y="25"/>
                    </a:cubicBezTo>
                    <a:cubicBezTo>
                      <a:pt x="35" y="20"/>
                      <a:pt x="35" y="20"/>
                      <a:pt x="35" y="20"/>
                    </a:cubicBezTo>
                    <a:lnTo>
                      <a:pt x="47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5" name="Freeform 36">
                <a:extLst>
                  <a:ext uri="{FF2B5EF4-FFF2-40B4-BE49-F238E27FC236}">
                    <a16:creationId xmlns:a16="http://schemas.microsoft.com/office/drawing/2014/main" id="{25705308-8972-2A78-F786-A49FE2C28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7271" y="5172876"/>
                <a:ext cx="75418" cy="81702"/>
              </a:xfrm>
              <a:custGeom>
                <a:avLst/>
                <a:gdLst>
                  <a:gd name="T0" fmla="*/ 25 w 52"/>
                  <a:gd name="T1" fmla="*/ 0 h 56"/>
                  <a:gd name="T2" fmla="*/ 0 w 52"/>
                  <a:gd name="T3" fmla="*/ 16 h 56"/>
                  <a:gd name="T4" fmla="*/ 0 w 52"/>
                  <a:gd name="T5" fmla="*/ 41 h 56"/>
                  <a:gd name="T6" fmla="*/ 15 w 52"/>
                  <a:gd name="T7" fmla="*/ 53 h 56"/>
                  <a:gd name="T8" fmla="*/ 34 w 52"/>
                  <a:gd name="T9" fmla="*/ 47 h 56"/>
                  <a:gd name="T10" fmla="*/ 52 w 52"/>
                  <a:gd name="T11" fmla="*/ 31 h 56"/>
                  <a:gd name="T12" fmla="*/ 50 w 52"/>
                  <a:gd name="T13" fmla="*/ 8 h 56"/>
                  <a:gd name="T14" fmla="*/ 25 w 52"/>
                  <a:gd name="T15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2" h="56">
                    <a:moveTo>
                      <a:pt x="25" y="0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1"/>
                      <a:pt x="9" y="56"/>
                      <a:pt x="15" y="53"/>
                    </a:cubicBezTo>
                    <a:cubicBezTo>
                      <a:pt x="21" y="49"/>
                      <a:pt x="29" y="49"/>
                      <a:pt x="34" y="47"/>
                    </a:cubicBezTo>
                    <a:cubicBezTo>
                      <a:pt x="40" y="45"/>
                      <a:pt x="52" y="31"/>
                      <a:pt x="52" y="31"/>
                    </a:cubicBezTo>
                    <a:cubicBezTo>
                      <a:pt x="50" y="8"/>
                      <a:pt x="50" y="8"/>
                      <a:pt x="50" y="8"/>
                    </a:cubicBezTo>
                    <a:lnTo>
                      <a:pt x="25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6" name="Freeform 37">
                <a:extLst>
                  <a:ext uri="{FF2B5EF4-FFF2-40B4-BE49-F238E27FC236}">
                    <a16:creationId xmlns:a16="http://schemas.microsoft.com/office/drawing/2014/main" id="{CB6D955E-B7F1-2785-5459-CF7A40954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6502" y="5232581"/>
                <a:ext cx="69133" cy="63895"/>
              </a:xfrm>
              <a:custGeom>
                <a:avLst/>
                <a:gdLst>
                  <a:gd name="T0" fmla="*/ 31 w 47"/>
                  <a:gd name="T1" fmla="*/ 0 h 44"/>
                  <a:gd name="T2" fmla="*/ 20 w 47"/>
                  <a:gd name="T3" fmla="*/ 8 h 44"/>
                  <a:gd name="T4" fmla="*/ 4 w 47"/>
                  <a:gd name="T5" fmla="*/ 19 h 44"/>
                  <a:gd name="T6" fmla="*/ 0 w 47"/>
                  <a:gd name="T7" fmla="*/ 37 h 44"/>
                  <a:gd name="T8" fmla="*/ 20 w 47"/>
                  <a:gd name="T9" fmla="*/ 44 h 44"/>
                  <a:gd name="T10" fmla="*/ 37 w 47"/>
                  <a:gd name="T11" fmla="*/ 33 h 44"/>
                  <a:gd name="T12" fmla="*/ 47 w 47"/>
                  <a:gd name="T13" fmla="*/ 19 h 44"/>
                  <a:gd name="T14" fmla="*/ 47 w 47"/>
                  <a:gd name="T15" fmla="*/ 12 h 44"/>
                  <a:gd name="T16" fmla="*/ 41 w 47"/>
                  <a:gd name="T17" fmla="*/ 2 h 44"/>
                  <a:gd name="T18" fmla="*/ 31 w 47"/>
                  <a:gd name="T19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7" h="44">
                    <a:moveTo>
                      <a:pt x="31" y="0"/>
                    </a:moveTo>
                    <a:cubicBezTo>
                      <a:pt x="20" y="8"/>
                      <a:pt x="20" y="8"/>
                      <a:pt x="20" y="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37"/>
                      <a:pt x="14" y="44"/>
                      <a:pt x="20" y="44"/>
                    </a:cubicBezTo>
                    <a:cubicBezTo>
                      <a:pt x="25" y="44"/>
                      <a:pt x="37" y="33"/>
                      <a:pt x="37" y="33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1" y="2"/>
                      <a:pt x="41" y="2"/>
                      <a:pt x="41" y="2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7" name="Freeform 38">
                <a:extLst>
                  <a:ext uri="{FF2B5EF4-FFF2-40B4-BE49-F238E27FC236}">
                    <a16:creationId xmlns:a16="http://schemas.microsoft.com/office/drawing/2014/main" id="{FE3C12EF-22F2-688B-D93F-AF61F292DA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5929" y="5333138"/>
                <a:ext cx="78560" cy="69133"/>
              </a:xfrm>
              <a:custGeom>
                <a:avLst/>
                <a:gdLst>
                  <a:gd name="T0" fmla="*/ 19 w 54"/>
                  <a:gd name="T1" fmla="*/ 0 h 47"/>
                  <a:gd name="T2" fmla="*/ 2 w 54"/>
                  <a:gd name="T3" fmla="*/ 12 h 47"/>
                  <a:gd name="T4" fmla="*/ 16 w 54"/>
                  <a:gd name="T5" fmla="*/ 26 h 47"/>
                  <a:gd name="T6" fmla="*/ 29 w 54"/>
                  <a:gd name="T7" fmla="*/ 37 h 47"/>
                  <a:gd name="T8" fmla="*/ 45 w 54"/>
                  <a:gd name="T9" fmla="*/ 47 h 47"/>
                  <a:gd name="T10" fmla="*/ 52 w 54"/>
                  <a:gd name="T11" fmla="*/ 35 h 47"/>
                  <a:gd name="T12" fmla="*/ 47 w 54"/>
                  <a:gd name="T13" fmla="*/ 12 h 47"/>
                  <a:gd name="T14" fmla="*/ 19 w 54"/>
                  <a:gd name="T15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4" h="47">
                    <a:moveTo>
                      <a:pt x="19" y="0"/>
                    </a:moveTo>
                    <a:cubicBezTo>
                      <a:pt x="19" y="0"/>
                      <a:pt x="0" y="6"/>
                      <a:pt x="2" y="12"/>
                    </a:cubicBezTo>
                    <a:cubicBezTo>
                      <a:pt x="4" y="18"/>
                      <a:pt x="16" y="26"/>
                      <a:pt x="16" y="26"/>
                    </a:cubicBezTo>
                    <a:cubicBezTo>
                      <a:pt x="29" y="37"/>
                      <a:pt x="29" y="37"/>
                      <a:pt x="29" y="3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50" y="41"/>
                      <a:pt x="52" y="35"/>
                    </a:cubicBezTo>
                    <a:cubicBezTo>
                      <a:pt x="54" y="29"/>
                      <a:pt x="47" y="12"/>
                      <a:pt x="47" y="12"/>
                    </a:cubicBezTo>
                    <a:lnTo>
                      <a:pt x="19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8" name="Freeform 39">
                <a:extLst>
                  <a:ext uri="{FF2B5EF4-FFF2-40B4-BE49-F238E27FC236}">
                    <a16:creationId xmlns:a16="http://schemas.microsoft.com/office/drawing/2014/main" id="{BDDCFEAA-8F50-10D2-DDDC-D9F7DD3174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6141" y="5292287"/>
                <a:ext cx="87987" cy="58658"/>
              </a:xfrm>
              <a:custGeom>
                <a:avLst/>
                <a:gdLst>
                  <a:gd name="T0" fmla="*/ 42 w 60"/>
                  <a:gd name="T1" fmla="*/ 0 h 40"/>
                  <a:gd name="T2" fmla="*/ 29 w 60"/>
                  <a:gd name="T3" fmla="*/ 11 h 40"/>
                  <a:gd name="T4" fmla="*/ 2 w 60"/>
                  <a:gd name="T5" fmla="*/ 15 h 40"/>
                  <a:gd name="T6" fmla="*/ 0 w 60"/>
                  <a:gd name="T7" fmla="*/ 40 h 40"/>
                  <a:gd name="T8" fmla="*/ 19 w 60"/>
                  <a:gd name="T9" fmla="*/ 40 h 40"/>
                  <a:gd name="T10" fmla="*/ 38 w 60"/>
                  <a:gd name="T11" fmla="*/ 32 h 40"/>
                  <a:gd name="T12" fmla="*/ 60 w 60"/>
                  <a:gd name="T13" fmla="*/ 27 h 40"/>
                  <a:gd name="T14" fmla="*/ 54 w 60"/>
                  <a:gd name="T15" fmla="*/ 3 h 40"/>
                  <a:gd name="T16" fmla="*/ 42 w 60"/>
                  <a:gd name="T1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" h="40">
                    <a:moveTo>
                      <a:pt x="42" y="0"/>
                    </a:moveTo>
                    <a:cubicBezTo>
                      <a:pt x="29" y="11"/>
                      <a:pt x="29" y="11"/>
                      <a:pt x="29" y="11"/>
                    </a:cubicBezTo>
                    <a:cubicBezTo>
                      <a:pt x="29" y="11"/>
                      <a:pt x="2" y="7"/>
                      <a:pt x="2" y="15"/>
                    </a:cubicBezTo>
                    <a:cubicBezTo>
                      <a:pt x="2" y="23"/>
                      <a:pt x="0" y="40"/>
                      <a:pt x="0" y="40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19" y="40"/>
                      <a:pt x="33" y="32"/>
                      <a:pt x="38" y="32"/>
                    </a:cubicBezTo>
                    <a:cubicBezTo>
                      <a:pt x="44" y="32"/>
                      <a:pt x="60" y="27"/>
                      <a:pt x="60" y="27"/>
                    </a:cubicBezTo>
                    <a:cubicBezTo>
                      <a:pt x="54" y="3"/>
                      <a:pt x="54" y="3"/>
                      <a:pt x="54" y="3"/>
                    </a:cubicBezTo>
                    <a:lnTo>
                      <a:pt x="42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09" name="Freeform 40">
                <a:extLst>
                  <a:ext uri="{FF2B5EF4-FFF2-40B4-BE49-F238E27FC236}">
                    <a16:creationId xmlns:a16="http://schemas.microsoft.com/office/drawing/2014/main" id="{7461662E-FDFC-3AE4-5759-21D76C5261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4995" y="5365610"/>
                <a:ext cx="62848" cy="78560"/>
              </a:xfrm>
              <a:custGeom>
                <a:avLst/>
                <a:gdLst>
                  <a:gd name="T0" fmla="*/ 25 w 43"/>
                  <a:gd name="T1" fmla="*/ 0 h 54"/>
                  <a:gd name="T2" fmla="*/ 4 w 43"/>
                  <a:gd name="T3" fmla="*/ 15 h 54"/>
                  <a:gd name="T4" fmla="*/ 0 w 43"/>
                  <a:gd name="T5" fmla="*/ 40 h 54"/>
                  <a:gd name="T6" fmla="*/ 16 w 43"/>
                  <a:gd name="T7" fmla="*/ 50 h 54"/>
                  <a:gd name="T8" fmla="*/ 37 w 43"/>
                  <a:gd name="T9" fmla="*/ 42 h 54"/>
                  <a:gd name="T10" fmla="*/ 43 w 43"/>
                  <a:gd name="T11" fmla="*/ 7 h 54"/>
                  <a:gd name="T12" fmla="*/ 25 w 43"/>
                  <a:gd name="T13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" h="54">
                    <a:moveTo>
                      <a:pt x="25" y="0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16" y="50"/>
                      <a:pt x="16" y="50"/>
                      <a:pt x="16" y="50"/>
                    </a:cubicBezTo>
                    <a:cubicBezTo>
                      <a:pt x="16" y="50"/>
                      <a:pt x="37" y="54"/>
                      <a:pt x="37" y="42"/>
                    </a:cubicBezTo>
                    <a:cubicBezTo>
                      <a:pt x="37" y="31"/>
                      <a:pt x="43" y="7"/>
                      <a:pt x="43" y="7"/>
                    </a:cubicBezTo>
                    <a:lnTo>
                      <a:pt x="25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0" name="Freeform 41">
                <a:extLst>
                  <a:ext uri="{FF2B5EF4-FFF2-40B4-BE49-F238E27FC236}">
                    <a16:creationId xmlns:a16="http://schemas.microsoft.com/office/drawing/2014/main" id="{869A24DA-A9FB-7912-FB5B-F926A4B56C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451" y="5432647"/>
                <a:ext cx="75418" cy="65990"/>
              </a:xfrm>
              <a:custGeom>
                <a:avLst/>
                <a:gdLst>
                  <a:gd name="T0" fmla="*/ 19 w 52"/>
                  <a:gd name="T1" fmla="*/ 0 h 45"/>
                  <a:gd name="T2" fmla="*/ 2 w 52"/>
                  <a:gd name="T3" fmla="*/ 17 h 45"/>
                  <a:gd name="T4" fmla="*/ 10 w 52"/>
                  <a:gd name="T5" fmla="*/ 45 h 45"/>
                  <a:gd name="T6" fmla="*/ 29 w 52"/>
                  <a:gd name="T7" fmla="*/ 45 h 45"/>
                  <a:gd name="T8" fmla="*/ 52 w 52"/>
                  <a:gd name="T9" fmla="*/ 21 h 45"/>
                  <a:gd name="T10" fmla="*/ 42 w 52"/>
                  <a:gd name="T11" fmla="*/ 4 h 45"/>
                  <a:gd name="T12" fmla="*/ 19 w 52"/>
                  <a:gd name="T13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" h="45">
                    <a:moveTo>
                      <a:pt x="19" y="0"/>
                    </a:moveTo>
                    <a:cubicBezTo>
                      <a:pt x="19" y="0"/>
                      <a:pt x="4" y="6"/>
                      <a:pt x="2" y="17"/>
                    </a:cubicBezTo>
                    <a:cubicBezTo>
                      <a:pt x="0" y="29"/>
                      <a:pt x="10" y="45"/>
                      <a:pt x="10" y="45"/>
                    </a:cubicBezTo>
                    <a:cubicBezTo>
                      <a:pt x="29" y="45"/>
                      <a:pt x="29" y="45"/>
                      <a:pt x="29" y="45"/>
                    </a:cubicBezTo>
                    <a:cubicBezTo>
                      <a:pt x="52" y="21"/>
                      <a:pt x="52" y="21"/>
                      <a:pt x="52" y="21"/>
                    </a:cubicBezTo>
                    <a:cubicBezTo>
                      <a:pt x="42" y="4"/>
                      <a:pt x="42" y="4"/>
                      <a:pt x="42" y="4"/>
                    </a:cubicBezTo>
                    <a:lnTo>
                      <a:pt x="19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1" name="Freeform 42">
                <a:extLst>
                  <a:ext uri="{FF2B5EF4-FFF2-40B4-BE49-F238E27FC236}">
                    <a16:creationId xmlns:a16="http://schemas.microsoft.com/office/drawing/2014/main" id="{5310784A-DD5B-3E13-DFBC-4180A5C54F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1460" y="5472451"/>
                <a:ext cx="56563" cy="120459"/>
              </a:xfrm>
              <a:custGeom>
                <a:avLst/>
                <a:gdLst>
                  <a:gd name="T0" fmla="*/ 18 w 39"/>
                  <a:gd name="T1" fmla="*/ 0 h 83"/>
                  <a:gd name="T2" fmla="*/ 8 w 39"/>
                  <a:gd name="T3" fmla="*/ 16 h 83"/>
                  <a:gd name="T4" fmla="*/ 10 w 39"/>
                  <a:gd name="T5" fmla="*/ 43 h 83"/>
                  <a:gd name="T6" fmla="*/ 0 w 39"/>
                  <a:gd name="T7" fmla="*/ 62 h 83"/>
                  <a:gd name="T8" fmla="*/ 8 w 39"/>
                  <a:gd name="T9" fmla="*/ 77 h 83"/>
                  <a:gd name="T10" fmla="*/ 22 w 39"/>
                  <a:gd name="T11" fmla="*/ 62 h 83"/>
                  <a:gd name="T12" fmla="*/ 39 w 39"/>
                  <a:gd name="T13" fmla="*/ 48 h 83"/>
                  <a:gd name="T14" fmla="*/ 33 w 39"/>
                  <a:gd name="T15" fmla="*/ 23 h 83"/>
                  <a:gd name="T16" fmla="*/ 29 w 39"/>
                  <a:gd name="T17" fmla="*/ 8 h 83"/>
                  <a:gd name="T18" fmla="*/ 18 w 39"/>
                  <a:gd name="T19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9" h="83">
                    <a:moveTo>
                      <a:pt x="18" y="0"/>
                    </a:moveTo>
                    <a:cubicBezTo>
                      <a:pt x="18" y="0"/>
                      <a:pt x="6" y="10"/>
                      <a:pt x="8" y="16"/>
                    </a:cubicBezTo>
                    <a:cubicBezTo>
                      <a:pt x="10" y="21"/>
                      <a:pt x="10" y="43"/>
                      <a:pt x="10" y="43"/>
                    </a:cubicBezTo>
                    <a:cubicBezTo>
                      <a:pt x="0" y="62"/>
                      <a:pt x="0" y="62"/>
                      <a:pt x="0" y="62"/>
                    </a:cubicBezTo>
                    <a:cubicBezTo>
                      <a:pt x="0" y="62"/>
                      <a:pt x="4" y="83"/>
                      <a:pt x="8" y="77"/>
                    </a:cubicBezTo>
                    <a:cubicBezTo>
                      <a:pt x="12" y="72"/>
                      <a:pt x="22" y="62"/>
                      <a:pt x="22" y="62"/>
                    </a:cubicBezTo>
                    <a:cubicBezTo>
                      <a:pt x="22" y="62"/>
                      <a:pt x="39" y="54"/>
                      <a:pt x="39" y="48"/>
                    </a:cubicBezTo>
                    <a:cubicBezTo>
                      <a:pt x="39" y="43"/>
                      <a:pt x="33" y="23"/>
                      <a:pt x="33" y="23"/>
                    </a:cubicBezTo>
                    <a:cubicBezTo>
                      <a:pt x="29" y="8"/>
                      <a:pt x="29" y="8"/>
                      <a:pt x="29" y="8"/>
                    </a:cubicBezTo>
                    <a:lnTo>
                      <a:pt x="18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2" name="Freeform 43">
                <a:extLst>
                  <a:ext uri="{FF2B5EF4-FFF2-40B4-BE49-F238E27FC236}">
                    <a16:creationId xmlns:a16="http://schemas.microsoft.com/office/drawing/2014/main" id="{DD13D1BB-198B-109B-475D-DB40DDED64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0627" y="5757362"/>
                <a:ext cx="173879" cy="109984"/>
              </a:xfrm>
              <a:custGeom>
                <a:avLst/>
                <a:gdLst>
                  <a:gd name="T0" fmla="*/ 23 w 119"/>
                  <a:gd name="T1" fmla="*/ 0 h 76"/>
                  <a:gd name="T2" fmla="*/ 0 w 119"/>
                  <a:gd name="T3" fmla="*/ 10 h 76"/>
                  <a:gd name="T4" fmla="*/ 0 w 119"/>
                  <a:gd name="T5" fmla="*/ 35 h 76"/>
                  <a:gd name="T6" fmla="*/ 11 w 119"/>
                  <a:gd name="T7" fmla="*/ 58 h 76"/>
                  <a:gd name="T8" fmla="*/ 31 w 119"/>
                  <a:gd name="T9" fmla="*/ 74 h 76"/>
                  <a:gd name="T10" fmla="*/ 61 w 119"/>
                  <a:gd name="T11" fmla="*/ 74 h 76"/>
                  <a:gd name="T12" fmla="*/ 67 w 119"/>
                  <a:gd name="T13" fmla="*/ 64 h 76"/>
                  <a:gd name="T14" fmla="*/ 85 w 119"/>
                  <a:gd name="T15" fmla="*/ 66 h 76"/>
                  <a:gd name="T16" fmla="*/ 106 w 119"/>
                  <a:gd name="T17" fmla="*/ 74 h 76"/>
                  <a:gd name="T18" fmla="*/ 119 w 119"/>
                  <a:gd name="T19" fmla="*/ 60 h 76"/>
                  <a:gd name="T20" fmla="*/ 112 w 119"/>
                  <a:gd name="T21" fmla="*/ 41 h 76"/>
                  <a:gd name="T22" fmla="*/ 85 w 119"/>
                  <a:gd name="T23" fmla="*/ 43 h 76"/>
                  <a:gd name="T24" fmla="*/ 54 w 119"/>
                  <a:gd name="T25" fmla="*/ 37 h 76"/>
                  <a:gd name="T26" fmla="*/ 42 w 119"/>
                  <a:gd name="T27" fmla="*/ 14 h 76"/>
                  <a:gd name="T28" fmla="*/ 23 w 119"/>
                  <a:gd name="T29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9" h="76">
                    <a:moveTo>
                      <a:pt x="23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5"/>
                      <a:pt x="5" y="52"/>
                      <a:pt x="11" y="58"/>
                    </a:cubicBezTo>
                    <a:cubicBezTo>
                      <a:pt x="17" y="64"/>
                      <a:pt x="21" y="72"/>
                      <a:pt x="31" y="74"/>
                    </a:cubicBezTo>
                    <a:cubicBezTo>
                      <a:pt x="40" y="76"/>
                      <a:pt x="61" y="74"/>
                      <a:pt x="61" y="74"/>
                    </a:cubicBezTo>
                    <a:cubicBezTo>
                      <a:pt x="61" y="74"/>
                      <a:pt x="58" y="64"/>
                      <a:pt x="67" y="64"/>
                    </a:cubicBezTo>
                    <a:cubicBezTo>
                      <a:pt x="77" y="64"/>
                      <a:pt x="79" y="62"/>
                      <a:pt x="85" y="66"/>
                    </a:cubicBezTo>
                    <a:cubicBezTo>
                      <a:pt x="90" y="70"/>
                      <a:pt x="100" y="74"/>
                      <a:pt x="106" y="74"/>
                    </a:cubicBezTo>
                    <a:cubicBezTo>
                      <a:pt x="112" y="74"/>
                      <a:pt x="119" y="66"/>
                      <a:pt x="119" y="60"/>
                    </a:cubicBezTo>
                    <a:cubicBezTo>
                      <a:pt x="119" y="54"/>
                      <a:pt x="112" y="41"/>
                      <a:pt x="112" y="41"/>
                    </a:cubicBezTo>
                    <a:cubicBezTo>
                      <a:pt x="85" y="43"/>
                      <a:pt x="85" y="43"/>
                      <a:pt x="85" y="43"/>
                    </a:cubicBezTo>
                    <a:cubicBezTo>
                      <a:pt x="54" y="37"/>
                      <a:pt x="54" y="37"/>
                      <a:pt x="54" y="37"/>
                    </a:cubicBezTo>
                    <a:cubicBezTo>
                      <a:pt x="42" y="14"/>
                      <a:pt x="42" y="14"/>
                      <a:pt x="42" y="14"/>
                    </a:cubicBezTo>
                    <a:lnTo>
                      <a:pt x="23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3" name="Freeform 44">
                <a:extLst>
                  <a:ext uri="{FF2B5EF4-FFF2-40B4-BE49-F238E27FC236}">
                    <a16:creationId xmlns:a16="http://schemas.microsoft.com/office/drawing/2014/main" id="{64BA913B-E6B2-5330-954E-9DCAC3765D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5947" y="5735365"/>
                <a:ext cx="64943" cy="52373"/>
              </a:xfrm>
              <a:custGeom>
                <a:avLst/>
                <a:gdLst>
                  <a:gd name="T0" fmla="*/ 22 w 45"/>
                  <a:gd name="T1" fmla="*/ 0 h 36"/>
                  <a:gd name="T2" fmla="*/ 6 w 45"/>
                  <a:gd name="T3" fmla="*/ 9 h 36"/>
                  <a:gd name="T4" fmla="*/ 0 w 45"/>
                  <a:gd name="T5" fmla="*/ 29 h 36"/>
                  <a:gd name="T6" fmla="*/ 14 w 45"/>
                  <a:gd name="T7" fmla="*/ 36 h 36"/>
                  <a:gd name="T8" fmla="*/ 45 w 45"/>
                  <a:gd name="T9" fmla="*/ 27 h 36"/>
                  <a:gd name="T10" fmla="*/ 35 w 45"/>
                  <a:gd name="T11" fmla="*/ 9 h 36"/>
                  <a:gd name="T12" fmla="*/ 22 w 45"/>
                  <a:gd name="T1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5" h="36">
                    <a:moveTo>
                      <a:pt x="22" y="0"/>
                    </a:moveTo>
                    <a:cubicBezTo>
                      <a:pt x="6" y="9"/>
                      <a:pt x="6" y="9"/>
                      <a:pt x="6" y="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9"/>
                      <a:pt x="2" y="36"/>
                      <a:pt x="14" y="36"/>
                    </a:cubicBezTo>
                    <a:cubicBezTo>
                      <a:pt x="25" y="36"/>
                      <a:pt x="45" y="27"/>
                      <a:pt x="45" y="27"/>
                    </a:cubicBezTo>
                    <a:cubicBezTo>
                      <a:pt x="35" y="9"/>
                      <a:pt x="35" y="9"/>
                      <a:pt x="35" y="9"/>
                    </a:cubicBezTo>
                    <a:lnTo>
                      <a:pt x="22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4" name="Freeform 45">
                <a:extLst>
                  <a:ext uri="{FF2B5EF4-FFF2-40B4-BE49-F238E27FC236}">
                    <a16:creationId xmlns:a16="http://schemas.microsoft.com/office/drawing/2014/main" id="{10A512E8-41D6-2484-3350-A0E9DAD8C5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0792" y="5762599"/>
                <a:ext cx="68085" cy="54468"/>
              </a:xfrm>
              <a:custGeom>
                <a:avLst/>
                <a:gdLst>
                  <a:gd name="T0" fmla="*/ 8 w 47"/>
                  <a:gd name="T1" fmla="*/ 0 h 37"/>
                  <a:gd name="T2" fmla="*/ 4 w 47"/>
                  <a:gd name="T3" fmla="*/ 21 h 37"/>
                  <a:gd name="T4" fmla="*/ 23 w 47"/>
                  <a:gd name="T5" fmla="*/ 37 h 37"/>
                  <a:gd name="T6" fmla="*/ 47 w 47"/>
                  <a:gd name="T7" fmla="*/ 29 h 37"/>
                  <a:gd name="T8" fmla="*/ 45 w 47"/>
                  <a:gd name="T9" fmla="*/ 8 h 37"/>
                  <a:gd name="T10" fmla="*/ 20 w 47"/>
                  <a:gd name="T11" fmla="*/ 4 h 37"/>
                  <a:gd name="T12" fmla="*/ 8 w 47"/>
                  <a:gd name="T13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7" h="37">
                    <a:moveTo>
                      <a:pt x="8" y="0"/>
                    </a:moveTo>
                    <a:cubicBezTo>
                      <a:pt x="8" y="0"/>
                      <a:pt x="0" y="16"/>
                      <a:pt x="4" y="21"/>
                    </a:cubicBezTo>
                    <a:cubicBezTo>
                      <a:pt x="8" y="27"/>
                      <a:pt x="12" y="37"/>
                      <a:pt x="23" y="37"/>
                    </a:cubicBezTo>
                    <a:cubicBezTo>
                      <a:pt x="35" y="37"/>
                      <a:pt x="47" y="35"/>
                      <a:pt x="47" y="29"/>
                    </a:cubicBezTo>
                    <a:cubicBezTo>
                      <a:pt x="47" y="23"/>
                      <a:pt x="45" y="8"/>
                      <a:pt x="45" y="8"/>
                    </a:cubicBezTo>
                    <a:cubicBezTo>
                      <a:pt x="20" y="4"/>
                      <a:pt x="20" y="4"/>
                      <a:pt x="20" y="4"/>
                    </a:cubicBezTo>
                    <a:lnTo>
                      <a:pt x="8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5" name="Freeform 46">
                <a:extLst>
                  <a:ext uri="{FF2B5EF4-FFF2-40B4-BE49-F238E27FC236}">
                    <a16:creationId xmlns:a16="http://schemas.microsoft.com/office/drawing/2014/main" id="{3696F279-D5D5-6DC8-DD75-4BBF195672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8681" y="5799260"/>
                <a:ext cx="70180" cy="48183"/>
              </a:xfrm>
              <a:custGeom>
                <a:avLst/>
                <a:gdLst>
                  <a:gd name="T0" fmla="*/ 7 w 67"/>
                  <a:gd name="T1" fmla="*/ 0 h 46"/>
                  <a:gd name="T2" fmla="*/ 0 w 67"/>
                  <a:gd name="T3" fmla="*/ 19 h 46"/>
                  <a:gd name="T4" fmla="*/ 15 w 67"/>
                  <a:gd name="T5" fmla="*/ 43 h 46"/>
                  <a:gd name="T6" fmla="*/ 44 w 67"/>
                  <a:gd name="T7" fmla="*/ 46 h 46"/>
                  <a:gd name="T8" fmla="*/ 67 w 67"/>
                  <a:gd name="T9" fmla="*/ 29 h 46"/>
                  <a:gd name="T10" fmla="*/ 53 w 67"/>
                  <a:gd name="T11" fmla="*/ 17 h 46"/>
                  <a:gd name="T12" fmla="*/ 26 w 67"/>
                  <a:gd name="T13" fmla="*/ 8 h 46"/>
                  <a:gd name="T14" fmla="*/ 7 w 67"/>
                  <a:gd name="T15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7" h="46">
                    <a:moveTo>
                      <a:pt x="7" y="0"/>
                    </a:moveTo>
                    <a:lnTo>
                      <a:pt x="0" y="19"/>
                    </a:lnTo>
                    <a:lnTo>
                      <a:pt x="15" y="43"/>
                    </a:lnTo>
                    <a:lnTo>
                      <a:pt x="44" y="46"/>
                    </a:lnTo>
                    <a:lnTo>
                      <a:pt x="67" y="29"/>
                    </a:lnTo>
                    <a:lnTo>
                      <a:pt x="53" y="17"/>
                    </a:lnTo>
                    <a:lnTo>
                      <a:pt x="26" y="8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6" name="Freeform 47">
                <a:extLst>
                  <a:ext uri="{FF2B5EF4-FFF2-40B4-BE49-F238E27FC236}">
                    <a16:creationId xmlns:a16="http://schemas.microsoft.com/office/drawing/2014/main" id="{8505AFB0-1E88-BB53-70E0-1FE1680D06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9237" y="5695561"/>
                <a:ext cx="104747" cy="63895"/>
              </a:xfrm>
              <a:custGeom>
                <a:avLst/>
                <a:gdLst>
                  <a:gd name="T0" fmla="*/ 47 w 72"/>
                  <a:gd name="T1" fmla="*/ 0 h 44"/>
                  <a:gd name="T2" fmla="*/ 18 w 72"/>
                  <a:gd name="T3" fmla="*/ 6 h 44"/>
                  <a:gd name="T4" fmla="*/ 2 w 72"/>
                  <a:gd name="T5" fmla="*/ 11 h 44"/>
                  <a:gd name="T6" fmla="*/ 0 w 72"/>
                  <a:gd name="T7" fmla="*/ 27 h 44"/>
                  <a:gd name="T8" fmla="*/ 0 w 72"/>
                  <a:gd name="T9" fmla="*/ 38 h 44"/>
                  <a:gd name="T10" fmla="*/ 21 w 72"/>
                  <a:gd name="T11" fmla="*/ 44 h 44"/>
                  <a:gd name="T12" fmla="*/ 48 w 72"/>
                  <a:gd name="T13" fmla="*/ 44 h 44"/>
                  <a:gd name="T14" fmla="*/ 62 w 72"/>
                  <a:gd name="T15" fmla="*/ 40 h 44"/>
                  <a:gd name="T16" fmla="*/ 72 w 72"/>
                  <a:gd name="T17" fmla="*/ 21 h 44"/>
                  <a:gd name="T18" fmla="*/ 70 w 72"/>
                  <a:gd name="T19" fmla="*/ 9 h 44"/>
                  <a:gd name="T20" fmla="*/ 47 w 72"/>
                  <a:gd name="T21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44">
                    <a:moveTo>
                      <a:pt x="47" y="0"/>
                    </a:moveTo>
                    <a:cubicBezTo>
                      <a:pt x="18" y="6"/>
                      <a:pt x="18" y="6"/>
                      <a:pt x="18" y="6"/>
                    </a:cubicBezTo>
                    <a:cubicBezTo>
                      <a:pt x="18" y="6"/>
                      <a:pt x="4" y="6"/>
                      <a:pt x="2" y="11"/>
                    </a:cubicBezTo>
                    <a:cubicBezTo>
                      <a:pt x="0" y="17"/>
                      <a:pt x="0" y="15"/>
                      <a:pt x="0" y="27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21" y="44"/>
                      <a:pt x="21" y="44"/>
                      <a:pt x="21" y="44"/>
                    </a:cubicBezTo>
                    <a:cubicBezTo>
                      <a:pt x="21" y="44"/>
                      <a:pt x="43" y="44"/>
                      <a:pt x="48" y="44"/>
                    </a:cubicBezTo>
                    <a:cubicBezTo>
                      <a:pt x="54" y="44"/>
                      <a:pt x="62" y="40"/>
                      <a:pt x="62" y="40"/>
                    </a:cubicBezTo>
                    <a:cubicBezTo>
                      <a:pt x="72" y="21"/>
                      <a:pt x="72" y="21"/>
                      <a:pt x="72" y="21"/>
                    </a:cubicBezTo>
                    <a:cubicBezTo>
                      <a:pt x="70" y="9"/>
                      <a:pt x="70" y="9"/>
                      <a:pt x="70" y="9"/>
                    </a:cubicBezTo>
                    <a:lnTo>
                      <a:pt x="47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7" name="Freeform 48">
                <a:extLst>
                  <a:ext uri="{FF2B5EF4-FFF2-40B4-BE49-F238E27FC236}">
                    <a16:creationId xmlns:a16="http://schemas.microsoft.com/office/drawing/2014/main" id="{D997E838-3E5F-8EA7-36DA-BF5C21B78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1006" y="5669375"/>
                <a:ext cx="41899" cy="62848"/>
              </a:xfrm>
              <a:custGeom>
                <a:avLst/>
                <a:gdLst>
                  <a:gd name="T0" fmla="*/ 14 w 40"/>
                  <a:gd name="T1" fmla="*/ 0 h 60"/>
                  <a:gd name="T2" fmla="*/ 0 w 40"/>
                  <a:gd name="T3" fmla="*/ 17 h 60"/>
                  <a:gd name="T4" fmla="*/ 6 w 40"/>
                  <a:gd name="T5" fmla="*/ 43 h 60"/>
                  <a:gd name="T6" fmla="*/ 33 w 40"/>
                  <a:gd name="T7" fmla="*/ 60 h 60"/>
                  <a:gd name="T8" fmla="*/ 40 w 40"/>
                  <a:gd name="T9" fmla="*/ 38 h 60"/>
                  <a:gd name="T10" fmla="*/ 28 w 40"/>
                  <a:gd name="T11" fmla="*/ 14 h 60"/>
                  <a:gd name="T12" fmla="*/ 14 w 40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60">
                    <a:moveTo>
                      <a:pt x="14" y="0"/>
                    </a:moveTo>
                    <a:lnTo>
                      <a:pt x="0" y="17"/>
                    </a:lnTo>
                    <a:lnTo>
                      <a:pt x="6" y="43"/>
                    </a:lnTo>
                    <a:lnTo>
                      <a:pt x="33" y="60"/>
                    </a:lnTo>
                    <a:lnTo>
                      <a:pt x="40" y="38"/>
                    </a:lnTo>
                    <a:lnTo>
                      <a:pt x="28" y="14"/>
                    </a:lnTo>
                    <a:lnTo>
                      <a:pt x="14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8" name="Freeform 49">
                <a:extLst>
                  <a:ext uri="{FF2B5EF4-FFF2-40B4-BE49-F238E27FC236}">
                    <a16:creationId xmlns:a16="http://schemas.microsoft.com/office/drawing/2014/main" id="{3B33E1C5-116C-5366-864C-CC702F2DAC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1923" y="5547869"/>
                <a:ext cx="67038" cy="99509"/>
              </a:xfrm>
              <a:custGeom>
                <a:avLst/>
                <a:gdLst>
                  <a:gd name="T0" fmla="*/ 30 w 46"/>
                  <a:gd name="T1" fmla="*/ 0 h 68"/>
                  <a:gd name="T2" fmla="*/ 7 w 46"/>
                  <a:gd name="T3" fmla="*/ 10 h 68"/>
                  <a:gd name="T4" fmla="*/ 0 w 46"/>
                  <a:gd name="T5" fmla="*/ 27 h 68"/>
                  <a:gd name="T6" fmla="*/ 0 w 46"/>
                  <a:gd name="T7" fmla="*/ 49 h 68"/>
                  <a:gd name="T8" fmla="*/ 19 w 46"/>
                  <a:gd name="T9" fmla="*/ 68 h 68"/>
                  <a:gd name="T10" fmla="*/ 38 w 46"/>
                  <a:gd name="T11" fmla="*/ 68 h 68"/>
                  <a:gd name="T12" fmla="*/ 44 w 46"/>
                  <a:gd name="T13" fmla="*/ 47 h 68"/>
                  <a:gd name="T14" fmla="*/ 44 w 46"/>
                  <a:gd name="T15" fmla="*/ 27 h 68"/>
                  <a:gd name="T16" fmla="*/ 46 w 46"/>
                  <a:gd name="T17" fmla="*/ 10 h 68"/>
                  <a:gd name="T18" fmla="*/ 30 w 46"/>
                  <a:gd name="T19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68">
                    <a:moveTo>
                      <a:pt x="30" y="0"/>
                    </a:moveTo>
                    <a:cubicBezTo>
                      <a:pt x="30" y="0"/>
                      <a:pt x="9" y="4"/>
                      <a:pt x="7" y="10"/>
                    </a:cubicBezTo>
                    <a:cubicBezTo>
                      <a:pt x="5" y="16"/>
                      <a:pt x="0" y="18"/>
                      <a:pt x="0" y="27"/>
                    </a:cubicBezTo>
                    <a:cubicBezTo>
                      <a:pt x="0" y="37"/>
                      <a:pt x="0" y="49"/>
                      <a:pt x="0" y="49"/>
                    </a:cubicBezTo>
                    <a:cubicBezTo>
                      <a:pt x="19" y="68"/>
                      <a:pt x="19" y="68"/>
                      <a:pt x="19" y="68"/>
                    </a:cubicBezTo>
                    <a:cubicBezTo>
                      <a:pt x="38" y="68"/>
                      <a:pt x="38" y="68"/>
                      <a:pt x="38" y="68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27"/>
                      <a:pt x="44" y="27"/>
                      <a:pt x="44" y="27"/>
                    </a:cubicBezTo>
                    <a:cubicBezTo>
                      <a:pt x="46" y="10"/>
                      <a:pt x="46" y="10"/>
                      <a:pt x="46" y="10"/>
                    </a:cubicBezTo>
                    <a:lnTo>
                      <a:pt x="30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19" name="Freeform 50">
                <a:extLst>
                  <a:ext uri="{FF2B5EF4-FFF2-40B4-BE49-F238E27FC236}">
                    <a16:creationId xmlns:a16="http://schemas.microsoft.com/office/drawing/2014/main" id="{D3A1528C-D812-770C-0438-EF4CAB6EC1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2790" y="5632713"/>
                <a:ext cx="42946" cy="39804"/>
              </a:xfrm>
              <a:custGeom>
                <a:avLst/>
                <a:gdLst>
                  <a:gd name="T0" fmla="*/ 30 w 41"/>
                  <a:gd name="T1" fmla="*/ 0 h 38"/>
                  <a:gd name="T2" fmla="*/ 0 w 41"/>
                  <a:gd name="T3" fmla="*/ 8 h 38"/>
                  <a:gd name="T4" fmla="*/ 0 w 41"/>
                  <a:gd name="T5" fmla="*/ 32 h 38"/>
                  <a:gd name="T6" fmla="*/ 17 w 41"/>
                  <a:gd name="T7" fmla="*/ 38 h 38"/>
                  <a:gd name="T8" fmla="*/ 38 w 41"/>
                  <a:gd name="T9" fmla="*/ 29 h 38"/>
                  <a:gd name="T10" fmla="*/ 41 w 41"/>
                  <a:gd name="T11" fmla="*/ 11 h 38"/>
                  <a:gd name="T12" fmla="*/ 30 w 41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" h="38">
                    <a:moveTo>
                      <a:pt x="30" y="0"/>
                    </a:moveTo>
                    <a:lnTo>
                      <a:pt x="0" y="8"/>
                    </a:lnTo>
                    <a:lnTo>
                      <a:pt x="0" y="32"/>
                    </a:lnTo>
                    <a:lnTo>
                      <a:pt x="17" y="38"/>
                    </a:lnTo>
                    <a:lnTo>
                      <a:pt x="38" y="29"/>
                    </a:lnTo>
                    <a:lnTo>
                      <a:pt x="41" y="11"/>
                    </a:lnTo>
                    <a:lnTo>
                      <a:pt x="30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20" name="Freeform 51">
                <a:extLst>
                  <a:ext uri="{FF2B5EF4-FFF2-40B4-BE49-F238E27FC236}">
                    <a16:creationId xmlns:a16="http://schemas.microsoft.com/office/drawing/2014/main" id="{02B5D23A-6772-9550-6939-8022ACD850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100" y="5311141"/>
                <a:ext cx="203208" cy="228348"/>
              </a:xfrm>
              <a:custGeom>
                <a:avLst/>
                <a:gdLst>
                  <a:gd name="T0" fmla="*/ 49 w 139"/>
                  <a:gd name="T1" fmla="*/ 0 h 156"/>
                  <a:gd name="T2" fmla="*/ 29 w 139"/>
                  <a:gd name="T3" fmla="*/ 12 h 156"/>
                  <a:gd name="T4" fmla="*/ 6 w 139"/>
                  <a:gd name="T5" fmla="*/ 27 h 156"/>
                  <a:gd name="T6" fmla="*/ 0 w 139"/>
                  <a:gd name="T7" fmla="*/ 50 h 156"/>
                  <a:gd name="T8" fmla="*/ 2 w 139"/>
                  <a:gd name="T9" fmla="*/ 70 h 156"/>
                  <a:gd name="T10" fmla="*/ 16 w 139"/>
                  <a:gd name="T11" fmla="*/ 87 h 156"/>
                  <a:gd name="T12" fmla="*/ 10 w 139"/>
                  <a:gd name="T13" fmla="*/ 114 h 156"/>
                  <a:gd name="T14" fmla="*/ 16 w 139"/>
                  <a:gd name="T15" fmla="*/ 135 h 156"/>
                  <a:gd name="T16" fmla="*/ 33 w 139"/>
                  <a:gd name="T17" fmla="*/ 139 h 156"/>
                  <a:gd name="T18" fmla="*/ 52 w 139"/>
                  <a:gd name="T19" fmla="*/ 133 h 156"/>
                  <a:gd name="T20" fmla="*/ 70 w 139"/>
                  <a:gd name="T21" fmla="*/ 110 h 156"/>
                  <a:gd name="T22" fmla="*/ 78 w 139"/>
                  <a:gd name="T23" fmla="*/ 129 h 156"/>
                  <a:gd name="T24" fmla="*/ 83 w 139"/>
                  <a:gd name="T25" fmla="*/ 143 h 156"/>
                  <a:gd name="T26" fmla="*/ 101 w 139"/>
                  <a:gd name="T27" fmla="*/ 147 h 156"/>
                  <a:gd name="T28" fmla="*/ 126 w 139"/>
                  <a:gd name="T29" fmla="*/ 156 h 156"/>
                  <a:gd name="T30" fmla="*/ 134 w 139"/>
                  <a:gd name="T31" fmla="*/ 145 h 156"/>
                  <a:gd name="T32" fmla="*/ 139 w 139"/>
                  <a:gd name="T33" fmla="*/ 126 h 156"/>
                  <a:gd name="T34" fmla="*/ 139 w 139"/>
                  <a:gd name="T35" fmla="*/ 102 h 156"/>
                  <a:gd name="T36" fmla="*/ 139 w 139"/>
                  <a:gd name="T37" fmla="*/ 85 h 156"/>
                  <a:gd name="T38" fmla="*/ 124 w 139"/>
                  <a:gd name="T39" fmla="*/ 81 h 156"/>
                  <a:gd name="T40" fmla="*/ 97 w 139"/>
                  <a:gd name="T41" fmla="*/ 77 h 156"/>
                  <a:gd name="T42" fmla="*/ 78 w 139"/>
                  <a:gd name="T43" fmla="*/ 68 h 156"/>
                  <a:gd name="T44" fmla="*/ 60 w 139"/>
                  <a:gd name="T45" fmla="*/ 50 h 156"/>
                  <a:gd name="T46" fmla="*/ 60 w 139"/>
                  <a:gd name="T47" fmla="*/ 39 h 156"/>
                  <a:gd name="T48" fmla="*/ 68 w 139"/>
                  <a:gd name="T49" fmla="*/ 23 h 156"/>
                  <a:gd name="T50" fmla="*/ 66 w 139"/>
                  <a:gd name="T51" fmla="*/ 0 h 156"/>
                  <a:gd name="T52" fmla="*/ 49 w 139"/>
                  <a:gd name="T53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39" h="156">
                    <a:moveTo>
                      <a:pt x="49" y="0"/>
                    </a:moveTo>
                    <a:cubicBezTo>
                      <a:pt x="29" y="12"/>
                      <a:pt x="29" y="12"/>
                      <a:pt x="29" y="12"/>
                    </a:cubicBezTo>
                    <a:cubicBezTo>
                      <a:pt x="29" y="12"/>
                      <a:pt x="10" y="21"/>
                      <a:pt x="6" y="27"/>
                    </a:cubicBezTo>
                    <a:cubicBezTo>
                      <a:pt x="2" y="33"/>
                      <a:pt x="0" y="50"/>
                      <a:pt x="0" y="50"/>
                    </a:cubicBezTo>
                    <a:cubicBezTo>
                      <a:pt x="2" y="70"/>
                      <a:pt x="2" y="70"/>
                      <a:pt x="2" y="70"/>
                    </a:cubicBezTo>
                    <a:cubicBezTo>
                      <a:pt x="16" y="87"/>
                      <a:pt x="16" y="87"/>
                      <a:pt x="16" y="87"/>
                    </a:cubicBezTo>
                    <a:cubicBezTo>
                      <a:pt x="10" y="114"/>
                      <a:pt x="10" y="114"/>
                      <a:pt x="10" y="114"/>
                    </a:cubicBezTo>
                    <a:cubicBezTo>
                      <a:pt x="16" y="135"/>
                      <a:pt x="16" y="135"/>
                      <a:pt x="16" y="135"/>
                    </a:cubicBezTo>
                    <a:cubicBezTo>
                      <a:pt x="16" y="135"/>
                      <a:pt x="25" y="141"/>
                      <a:pt x="33" y="139"/>
                    </a:cubicBezTo>
                    <a:cubicBezTo>
                      <a:pt x="41" y="137"/>
                      <a:pt x="52" y="133"/>
                      <a:pt x="52" y="133"/>
                    </a:cubicBezTo>
                    <a:cubicBezTo>
                      <a:pt x="70" y="110"/>
                      <a:pt x="70" y="110"/>
                      <a:pt x="70" y="110"/>
                    </a:cubicBezTo>
                    <a:cubicBezTo>
                      <a:pt x="70" y="110"/>
                      <a:pt x="78" y="124"/>
                      <a:pt x="78" y="129"/>
                    </a:cubicBezTo>
                    <a:cubicBezTo>
                      <a:pt x="78" y="135"/>
                      <a:pt x="83" y="143"/>
                      <a:pt x="83" y="143"/>
                    </a:cubicBezTo>
                    <a:cubicBezTo>
                      <a:pt x="101" y="147"/>
                      <a:pt x="101" y="147"/>
                      <a:pt x="101" y="147"/>
                    </a:cubicBezTo>
                    <a:cubicBezTo>
                      <a:pt x="101" y="147"/>
                      <a:pt x="120" y="156"/>
                      <a:pt x="126" y="156"/>
                    </a:cubicBezTo>
                    <a:cubicBezTo>
                      <a:pt x="132" y="156"/>
                      <a:pt x="134" y="145"/>
                      <a:pt x="134" y="145"/>
                    </a:cubicBezTo>
                    <a:cubicBezTo>
                      <a:pt x="139" y="126"/>
                      <a:pt x="139" y="126"/>
                      <a:pt x="139" y="126"/>
                    </a:cubicBezTo>
                    <a:cubicBezTo>
                      <a:pt x="139" y="102"/>
                      <a:pt x="139" y="102"/>
                      <a:pt x="139" y="102"/>
                    </a:cubicBezTo>
                    <a:cubicBezTo>
                      <a:pt x="139" y="85"/>
                      <a:pt x="139" y="85"/>
                      <a:pt x="139" y="85"/>
                    </a:cubicBezTo>
                    <a:cubicBezTo>
                      <a:pt x="124" y="81"/>
                      <a:pt x="124" y="81"/>
                      <a:pt x="124" y="81"/>
                    </a:cubicBezTo>
                    <a:cubicBezTo>
                      <a:pt x="97" y="77"/>
                      <a:pt x="97" y="77"/>
                      <a:pt x="97" y="77"/>
                    </a:cubicBezTo>
                    <a:cubicBezTo>
                      <a:pt x="78" y="68"/>
                      <a:pt x="78" y="68"/>
                      <a:pt x="78" y="68"/>
                    </a:cubicBezTo>
                    <a:cubicBezTo>
                      <a:pt x="60" y="50"/>
                      <a:pt x="60" y="50"/>
                      <a:pt x="60" y="50"/>
                    </a:cubicBezTo>
                    <a:cubicBezTo>
                      <a:pt x="60" y="39"/>
                      <a:pt x="60" y="39"/>
                      <a:pt x="60" y="39"/>
                    </a:cubicBezTo>
                    <a:cubicBezTo>
                      <a:pt x="68" y="23"/>
                      <a:pt x="68" y="23"/>
                      <a:pt x="68" y="23"/>
                    </a:cubicBezTo>
                    <a:cubicBezTo>
                      <a:pt x="66" y="0"/>
                      <a:pt x="66" y="0"/>
                      <a:pt x="66" y="0"/>
                    </a:cubicBezTo>
                    <a:lnTo>
                      <a:pt x="49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21" name="Freeform 52">
                <a:extLst>
                  <a:ext uri="{FF2B5EF4-FFF2-40B4-BE49-F238E27FC236}">
                    <a16:creationId xmlns:a16="http://schemas.microsoft.com/office/drawing/2014/main" id="{36294D67-BF1B-F5C5-E762-D47EB7940F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7701" y="5333138"/>
                <a:ext cx="105794" cy="80655"/>
              </a:xfrm>
              <a:custGeom>
                <a:avLst/>
                <a:gdLst>
                  <a:gd name="T0" fmla="*/ 35 w 72"/>
                  <a:gd name="T1" fmla="*/ 0 h 55"/>
                  <a:gd name="T2" fmla="*/ 12 w 72"/>
                  <a:gd name="T3" fmla="*/ 10 h 55"/>
                  <a:gd name="T4" fmla="*/ 6 w 72"/>
                  <a:gd name="T5" fmla="*/ 35 h 55"/>
                  <a:gd name="T6" fmla="*/ 27 w 72"/>
                  <a:gd name="T7" fmla="*/ 47 h 55"/>
                  <a:gd name="T8" fmla="*/ 56 w 72"/>
                  <a:gd name="T9" fmla="*/ 53 h 55"/>
                  <a:gd name="T10" fmla="*/ 72 w 72"/>
                  <a:gd name="T11" fmla="*/ 35 h 55"/>
                  <a:gd name="T12" fmla="*/ 49 w 72"/>
                  <a:gd name="T13" fmla="*/ 22 h 55"/>
                  <a:gd name="T14" fmla="*/ 49 w 72"/>
                  <a:gd name="T15" fmla="*/ 10 h 55"/>
                  <a:gd name="T16" fmla="*/ 35 w 72"/>
                  <a:gd name="T17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" h="55">
                    <a:moveTo>
                      <a:pt x="35" y="0"/>
                    </a:moveTo>
                    <a:cubicBezTo>
                      <a:pt x="35" y="0"/>
                      <a:pt x="14" y="4"/>
                      <a:pt x="12" y="10"/>
                    </a:cubicBezTo>
                    <a:cubicBezTo>
                      <a:pt x="10" y="16"/>
                      <a:pt x="0" y="31"/>
                      <a:pt x="6" y="35"/>
                    </a:cubicBezTo>
                    <a:cubicBezTo>
                      <a:pt x="12" y="39"/>
                      <a:pt x="27" y="47"/>
                      <a:pt x="27" y="47"/>
                    </a:cubicBezTo>
                    <a:cubicBezTo>
                      <a:pt x="27" y="47"/>
                      <a:pt x="50" y="51"/>
                      <a:pt x="56" y="53"/>
                    </a:cubicBezTo>
                    <a:cubicBezTo>
                      <a:pt x="62" y="55"/>
                      <a:pt x="72" y="35"/>
                      <a:pt x="72" y="35"/>
                    </a:cubicBezTo>
                    <a:cubicBezTo>
                      <a:pt x="49" y="22"/>
                      <a:pt x="49" y="22"/>
                      <a:pt x="49" y="22"/>
                    </a:cubicBezTo>
                    <a:cubicBezTo>
                      <a:pt x="49" y="10"/>
                      <a:pt x="49" y="10"/>
                      <a:pt x="49" y="10"/>
                    </a:cubicBezTo>
                    <a:lnTo>
                      <a:pt x="35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22" name="Freeform 53">
                <a:extLst>
                  <a:ext uri="{FF2B5EF4-FFF2-40B4-BE49-F238E27FC236}">
                    <a16:creationId xmlns:a16="http://schemas.microsoft.com/office/drawing/2014/main" id="{1CF36617-EEBF-C712-B76F-4E088AD905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8685" y="5260863"/>
                <a:ext cx="222063" cy="326809"/>
              </a:xfrm>
              <a:custGeom>
                <a:avLst/>
                <a:gdLst>
                  <a:gd name="T0" fmla="*/ 71 w 152"/>
                  <a:gd name="T1" fmla="*/ 83 h 224"/>
                  <a:gd name="T2" fmla="*/ 42 w 152"/>
                  <a:gd name="T3" fmla="*/ 74 h 224"/>
                  <a:gd name="T4" fmla="*/ 15 w 152"/>
                  <a:gd name="T5" fmla="*/ 79 h 224"/>
                  <a:gd name="T6" fmla="*/ 0 w 152"/>
                  <a:gd name="T7" fmla="*/ 101 h 224"/>
                  <a:gd name="T8" fmla="*/ 5 w 152"/>
                  <a:gd name="T9" fmla="*/ 130 h 224"/>
                  <a:gd name="T10" fmla="*/ 23 w 152"/>
                  <a:gd name="T11" fmla="*/ 145 h 224"/>
                  <a:gd name="T12" fmla="*/ 42 w 152"/>
                  <a:gd name="T13" fmla="*/ 132 h 224"/>
                  <a:gd name="T14" fmla="*/ 58 w 152"/>
                  <a:gd name="T15" fmla="*/ 128 h 224"/>
                  <a:gd name="T16" fmla="*/ 59 w 152"/>
                  <a:gd name="T17" fmla="*/ 153 h 224"/>
                  <a:gd name="T18" fmla="*/ 40 w 152"/>
                  <a:gd name="T19" fmla="*/ 159 h 224"/>
                  <a:gd name="T20" fmla="*/ 40 w 152"/>
                  <a:gd name="T21" fmla="*/ 170 h 224"/>
                  <a:gd name="T22" fmla="*/ 52 w 152"/>
                  <a:gd name="T23" fmla="*/ 176 h 224"/>
                  <a:gd name="T24" fmla="*/ 52 w 152"/>
                  <a:gd name="T25" fmla="*/ 195 h 224"/>
                  <a:gd name="T26" fmla="*/ 44 w 152"/>
                  <a:gd name="T27" fmla="*/ 213 h 224"/>
                  <a:gd name="T28" fmla="*/ 59 w 152"/>
                  <a:gd name="T29" fmla="*/ 224 h 224"/>
                  <a:gd name="T30" fmla="*/ 79 w 152"/>
                  <a:gd name="T31" fmla="*/ 219 h 224"/>
                  <a:gd name="T32" fmla="*/ 85 w 152"/>
                  <a:gd name="T33" fmla="*/ 193 h 224"/>
                  <a:gd name="T34" fmla="*/ 92 w 152"/>
                  <a:gd name="T35" fmla="*/ 168 h 224"/>
                  <a:gd name="T36" fmla="*/ 106 w 152"/>
                  <a:gd name="T37" fmla="*/ 153 h 224"/>
                  <a:gd name="T38" fmla="*/ 121 w 152"/>
                  <a:gd name="T39" fmla="*/ 172 h 224"/>
                  <a:gd name="T40" fmla="*/ 133 w 152"/>
                  <a:gd name="T41" fmla="*/ 172 h 224"/>
                  <a:gd name="T42" fmla="*/ 141 w 152"/>
                  <a:gd name="T43" fmla="*/ 157 h 224"/>
                  <a:gd name="T44" fmla="*/ 135 w 152"/>
                  <a:gd name="T45" fmla="*/ 143 h 224"/>
                  <a:gd name="T46" fmla="*/ 135 w 152"/>
                  <a:gd name="T47" fmla="*/ 130 h 224"/>
                  <a:gd name="T48" fmla="*/ 148 w 152"/>
                  <a:gd name="T49" fmla="*/ 120 h 224"/>
                  <a:gd name="T50" fmla="*/ 152 w 152"/>
                  <a:gd name="T51" fmla="*/ 110 h 224"/>
                  <a:gd name="T52" fmla="*/ 150 w 152"/>
                  <a:gd name="T53" fmla="*/ 101 h 224"/>
                  <a:gd name="T54" fmla="*/ 131 w 152"/>
                  <a:gd name="T55" fmla="*/ 108 h 224"/>
                  <a:gd name="T56" fmla="*/ 119 w 152"/>
                  <a:gd name="T57" fmla="*/ 99 h 224"/>
                  <a:gd name="T58" fmla="*/ 133 w 152"/>
                  <a:gd name="T59" fmla="*/ 83 h 224"/>
                  <a:gd name="T60" fmla="*/ 139 w 152"/>
                  <a:gd name="T61" fmla="*/ 70 h 224"/>
                  <a:gd name="T62" fmla="*/ 129 w 152"/>
                  <a:gd name="T63" fmla="*/ 50 h 224"/>
                  <a:gd name="T64" fmla="*/ 123 w 152"/>
                  <a:gd name="T65" fmla="*/ 35 h 224"/>
                  <a:gd name="T66" fmla="*/ 131 w 152"/>
                  <a:gd name="T67" fmla="*/ 20 h 224"/>
                  <a:gd name="T68" fmla="*/ 123 w 152"/>
                  <a:gd name="T69" fmla="*/ 0 h 224"/>
                  <a:gd name="T70" fmla="*/ 110 w 152"/>
                  <a:gd name="T71" fmla="*/ 12 h 224"/>
                  <a:gd name="T72" fmla="*/ 102 w 152"/>
                  <a:gd name="T73" fmla="*/ 27 h 224"/>
                  <a:gd name="T74" fmla="*/ 90 w 152"/>
                  <a:gd name="T75" fmla="*/ 22 h 224"/>
                  <a:gd name="T76" fmla="*/ 77 w 152"/>
                  <a:gd name="T77" fmla="*/ 18 h 224"/>
                  <a:gd name="T78" fmla="*/ 75 w 152"/>
                  <a:gd name="T79" fmla="*/ 43 h 224"/>
                  <a:gd name="T80" fmla="*/ 79 w 152"/>
                  <a:gd name="T81" fmla="*/ 52 h 224"/>
                  <a:gd name="T82" fmla="*/ 65 w 152"/>
                  <a:gd name="T83" fmla="*/ 58 h 224"/>
                  <a:gd name="T84" fmla="*/ 71 w 152"/>
                  <a:gd name="T85" fmla="*/ 83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52" h="224">
                    <a:moveTo>
                      <a:pt x="71" y="83"/>
                    </a:moveTo>
                    <a:cubicBezTo>
                      <a:pt x="42" y="74"/>
                      <a:pt x="42" y="74"/>
                      <a:pt x="42" y="74"/>
                    </a:cubicBezTo>
                    <a:cubicBezTo>
                      <a:pt x="42" y="74"/>
                      <a:pt x="21" y="76"/>
                      <a:pt x="15" y="79"/>
                    </a:cubicBezTo>
                    <a:cubicBezTo>
                      <a:pt x="9" y="83"/>
                      <a:pt x="0" y="95"/>
                      <a:pt x="0" y="101"/>
                    </a:cubicBezTo>
                    <a:cubicBezTo>
                      <a:pt x="0" y="106"/>
                      <a:pt x="5" y="130"/>
                      <a:pt x="5" y="130"/>
                    </a:cubicBezTo>
                    <a:cubicBezTo>
                      <a:pt x="23" y="145"/>
                      <a:pt x="23" y="145"/>
                      <a:pt x="23" y="145"/>
                    </a:cubicBezTo>
                    <a:cubicBezTo>
                      <a:pt x="42" y="132"/>
                      <a:pt x="42" y="132"/>
                      <a:pt x="42" y="132"/>
                    </a:cubicBezTo>
                    <a:cubicBezTo>
                      <a:pt x="58" y="128"/>
                      <a:pt x="58" y="128"/>
                      <a:pt x="58" y="128"/>
                    </a:cubicBezTo>
                    <a:cubicBezTo>
                      <a:pt x="58" y="128"/>
                      <a:pt x="65" y="151"/>
                      <a:pt x="59" y="153"/>
                    </a:cubicBezTo>
                    <a:cubicBezTo>
                      <a:pt x="54" y="155"/>
                      <a:pt x="40" y="159"/>
                      <a:pt x="40" y="159"/>
                    </a:cubicBezTo>
                    <a:cubicBezTo>
                      <a:pt x="40" y="170"/>
                      <a:pt x="40" y="170"/>
                      <a:pt x="40" y="170"/>
                    </a:cubicBezTo>
                    <a:cubicBezTo>
                      <a:pt x="52" y="176"/>
                      <a:pt x="52" y="176"/>
                      <a:pt x="52" y="176"/>
                    </a:cubicBezTo>
                    <a:cubicBezTo>
                      <a:pt x="52" y="195"/>
                      <a:pt x="52" y="195"/>
                      <a:pt x="52" y="195"/>
                    </a:cubicBezTo>
                    <a:cubicBezTo>
                      <a:pt x="44" y="213"/>
                      <a:pt x="44" y="213"/>
                      <a:pt x="44" y="213"/>
                    </a:cubicBezTo>
                    <a:cubicBezTo>
                      <a:pt x="59" y="224"/>
                      <a:pt x="59" y="224"/>
                      <a:pt x="59" y="224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85" y="193"/>
                      <a:pt x="85" y="193"/>
                      <a:pt x="85" y="193"/>
                    </a:cubicBezTo>
                    <a:cubicBezTo>
                      <a:pt x="92" y="168"/>
                      <a:pt x="92" y="168"/>
                      <a:pt x="92" y="168"/>
                    </a:cubicBezTo>
                    <a:cubicBezTo>
                      <a:pt x="106" y="153"/>
                      <a:pt x="106" y="153"/>
                      <a:pt x="106" y="153"/>
                    </a:cubicBezTo>
                    <a:cubicBezTo>
                      <a:pt x="121" y="172"/>
                      <a:pt x="121" y="172"/>
                      <a:pt x="121" y="172"/>
                    </a:cubicBezTo>
                    <a:cubicBezTo>
                      <a:pt x="133" y="172"/>
                      <a:pt x="133" y="172"/>
                      <a:pt x="133" y="172"/>
                    </a:cubicBezTo>
                    <a:cubicBezTo>
                      <a:pt x="141" y="157"/>
                      <a:pt x="141" y="157"/>
                      <a:pt x="141" y="157"/>
                    </a:cubicBezTo>
                    <a:cubicBezTo>
                      <a:pt x="135" y="143"/>
                      <a:pt x="135" y="143"/>
                      <a:pt x="135" y="143"/>
                    </a:cubicBezTo>
                    <a:cubicBezTo>
                      <a:pt x="135" y="130"/>
                      <a:pt x="135" y="130"/>
                      <a:pt x="135" y="130"/>
                    </a:cubicBezTo>
                    <a:cubicBezTo>
                      <a:pt x="148" y="120"/>
                      <a:pt x="148" y="120"/>
                      <a:pt x="148" y="120"/>
                    </a:cubicBezTo>
                    <a:cubicBezTo>
                      <a:pt x="152" y="110"/>
                      <a:pt x="152" y="110"/>
                      <a:pt x="152" y="110"/>
                    </a:cubicBezTo>
                    <a:cubicBezTo>
                      <a:pt x="150" y="101"/>
                      <a:pt x="150" y="101"/>
                      <a:pt x="150" y="101"/>
                    </a:cubicBezTo>
                    <a:cubicBezTo>
                      <a:pt x="131" y="108"/>
                      <a:pt x="131" y="108"/>
                      <a:pt x="131" y="108"/>
                    </a:cubicBezTo>
                    <a:cubicBezTo>
                      <a:pt x="119" y="99"/>
                      <a:pt x="119" y="99"/>
                      <a:pt x="119" y="99"/>
                    </a:cubicBezTo>
                    <a:cubicBezTo>
                      <a:pt x="133" y="83"/>
                      <a:pt x="133" y="83"/>
                      <a:pt x="133" y="83"/>
                    </a:cubicBezTo>
                    <a:cubicBezTo>
                      <a:pt x="139" y="70"/>
                      <a:pt x="139" y="70"/>
                      <a:pt x="139" y="70"/>
                    </a:cubicBezTo>
                    <a:cubicBezTo>
                      <a:pt x="129" y="50"/>
                      <a:pt x="129" y="50"/>
                      <a:pt x="129" y="50"/>
                    </a:cubicBezTo>
                    <a:cubicBezTo>
                      <a:pt x="123" y="35"/>
                      <a:pt x="123" y="35"/>
                      <a:pt x="123" y="35"/>
                    </a:cubicBezTo>
                    <a:cubicBezTo>
                      <a:pt x="131" y="20"/>
                      <a:pt x="131" y="20"/>
                      <a:pt x="131" y="20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23" y="0"/>
                      <a:pt x="112" y="4"/>
                      <a:pt x="110" y="12"/>
                    </a:cubicBezTo>
                    <a:cubicBezTo>
                      <a:pt x="108" y="20"/>
                      <a:pt x="102" y="27"/>
                      <a:pt x="102" y="27"/>
                    </a:cubicBezTo>
                    <a:cubicBezTo>
                      <a:pt x="90" y="22"/>
                      <a:pt x="90" y="22"/>
                      <a:pt x="90" y="22"/>
                    </a:cubicBezTo>
                    <a:cubicBezTo>
                      <a:pt x="77" y="18"/>
                      <a:pt x="77" y="18"/>
                      <a:pt x="77" y="18"/>
                    </a:cubicBezTo>
                    <a:cubicBezTo>
                      <a:pt x="75" y="43"/>
                      <a:pt x="75" y="43"/>
                      <a:pt x="75" y="43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65" y="58"/>
                      <a:pt x="65" y="58"/>
                      <a:pt x="65" y="58"/>
                    </a:cubicBezTo>
                    <a:lnTo>
                      <a:pt x="71" y="83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23" name="Freeform 54">
                <a:extLst>
                  <a:ext uri="{FF2B5EF4-FFF2-40B4-BE49-F238E27FC236}">
                    <a16:creationId xmlns:a16="http://schemas.microsoft.com/office/drawing/2014/main" id="{72B3EF4A-E0F9-5A60-D0EC-5BFA2476FE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6836" y="5247246"/>
                <a:ext cx="48183" cy="49231"/>
              </a:xfrm>
              <a:custGeom>
                <a:avLst/>
                <a:gdLst>
                  <a:gd name="T0" fmla="*/ 27 w 33"/>
                  <a:gd name="T1" fmla="*/ 0 h 34"/>
                  <a:gd name="T2" fmla="*/ 0 w 33"/>
                  <a:gd name="T3" fmla="*/ 9 h 34"/>
                  <a:gd name="T4" fmla="*/ 10 w 33"/>
                  <a:gd name="T5" fmla="*/ 34 h 34"/>
                  <a:gd name="T6" fmla="*/ 29 w 33"/>
                  <a:gd name="T7" fmla="*/ 32 h 34"/>
                  <a:gd name="T8" fmla="*/ 33 w 33"/>
                  <a:gd name="T9" fmla="*/ 13 h 34"/>
                  <a:gd name="T10" fmla="*/ 27 w 33"/>
                  <a:gd name="T1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" h="34">
                    <a:moveTo>
                      <a:pt x="27" y="0"/>
                    </a:moveTo>
                    <a:cubicBezTo>
                      <a:pt x="27" y="0"/>
                      <a:pt x="0" y="3"/>
                      <a:pt x="0" y="9"/>
                    </a:cubicBezTo>
                    <a:cubicBezTo>
                      <a:pt x="0" y="15"/>
                      <a:pt x="10" y="34"/>
                      <a:pt x="10" y="34"/>
                    </a:cubicBezTo>
                    <a:cubicBezTo>
                      <a:pt x="29" y="32"/>
                      <a:pt x="29" y="32"/>
                      <a:pt x="29" y="32"/>
                    </a:cubicBezTo>
                    <a:cubicBezTo>
                      <a:pt x="33" y="13"/>
                      <a:pt x="33" y="13"/>
                      <a:pt x="33" y="13"/>
                    </a:cubicBezTo>
                    <a:lnTo>
                      <a:pt x="27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24" name="Freeform 55">
                <a:extLst>
                  <a:ext uri="{FF2B5EF4-FFF2-40B4-BE49-F238E27FC236}">
                    <a16:creationId xmlns:a16="http://schemas.microsoft.com/office/drawing/2014/main" id="{F4FB0465-BFF1-96EF-AE8D-6ADAF82AEB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4020" y="5474546"/>
                <a:ext cx="25139" cy="51326"/>
              </a:xfrm>
              <a:custGeom>
                <a:avLst/>
                <a:gdLst>
                  <a:gd name="T0" fmla="*/ 0 w 17"/>
                  <a:gd name="T1" fmla="*/ 6 h 35"/>
                  <a:gd name="T2" fmla="*/ 0 w 17"/>
                  <a:gd name="T3" fmla="*/ 29 h 35"/>
                  <a:gd name="T4" fmla="*/ 17 w 17"/>
                  <a:gd name="T5" fmla="*/ 29 h 35"/>
                  <a:gd name="T6" fmla="*/ 17 w 17"/>
                  <a:gd name="T7" fmla="*/ 8 h 35"/>
                  <a:gd name="T8" fmla="*/ 8 w 17"/>
                  <a:gd name="T9" fmla="*/ 0 h 35"/>
                  <a:gd name="T10" fmla="*/ 0 w 17"/>
                  <a:gd name="T11" fmla="*/ 6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" h="35">
                    <a:moveTo>
                      <a:pt x="0" y="6"/>
                    </a:moveTo>
                    <a:cubicBezTo>
                      <a:pt x="0" y="6"/>
                      <a:pt x="0" y="23"/>
                      <a:pt x="0" y="29"/>
                    </a:cubicBezTo>
                    <a:cubicBezTo>
                      <a:pt x="0" y="35"/>
                      <a:pt x="17" y="29"/>
                      <a:pt x="17" y="29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8" y="0"/>
                      <a:pt x="8" y="0"/>
                      <a:pt x="8" y="0"/>
                    </a:cubicBezTo>
                    <a:lnTo>
                      <a:pt x="0" y="6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25" name="Freeform 57">
                <a:extLst>
                  <a:ext uri="{FF2B5EF4-FFF2-40B4-BE49-F238E27FC236}">
                    <a16:creationId xmlns:a16="http://schemas.microsoft.com/office/drawing/2014/main" id="{919D979A-F692-BC56-54F2-24F33AD7ED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2444" y="3739943"/>
                <a:ext cx="48183" cy="42946"/>
              </a:xfrm>
              <a:custGeom>
                <a:avLst/>
                <a:gdLst>
                  <a:gd name="T0" fmla="*/ 26 w 46"/>
                  <a:gd name="T1" fmla="*/ 0 h 41"/>
                  <a:gd name="T2" fmla="*/ 0 w 46"/>
                  <a:gd name="T3" fmla="*/ 17 h 41"/>
                  <a:gd name="T4" fmla="*/ 11 w 46"/>
                  <a:gd name="T5" fmla="*/ 41 h 41"/>
                  <a:gd name="T6" fmla="*/ 46 w 46"/>
                  <a:gd name="T7" fmla="*/ 35 h 41"/>
                  <a:gd name="T8" fmla="*/ 46 w 46"/>
                  <a:gd name="T9" fmla="*/ 9 h 41"/>
                  <a:gd name="T10" fmla="*/ 26 w 46"/>
                  <a:gd name="T11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" h="41">
                    <a:moveTo>
                      <a:pt x="26" y="0"/>
                    </a:moveTo>
                    <a:lnTo>
                      <a:pt x="0" y="17"/>
                    </a:lnTo>
                    <a:lnTo>
                      <a:pt x="11" y="41"/>
                    </a:lnTo>
                    <a:lnTo>
                      <a:pt x="46" y="35"/>
                    </a:lnTo>
                    <a:lnTo>
                      <a:pt x="46" y="9"/>
                    </a:lnTo>
                    <a:lnTo>
                      <a:pt x="26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826" name="Freeform 58">
                <a:extLst>
                  <a:ext uri="{FF2B5EF4-FFF2-40B4-BE49-F238E27FC236}">
                    <a16:creationId xmlns:a16="http://schemas.microsoft.com/office/drawing/2014/main" id="{F72A0781-2552-39CB-3897-5775B3B6D1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7259" y="5674612"/>
                <a:ext cx="73323" cy="69133"/>
              </a:xfrm>
              <a:custGeom>
                <a:avLst/>
                <a:gdLst>
                  <a:gd name="T0" fmla="*/ 21 w 50"/>
                  <a:gd name="T1" fmla="*/ 0 h 47"/>
                  <a:gd name="T2" fmla="*/ 4 w 50"/>
                  <a:gd name="T3" fmla="*/ 10 h 47"/>
                  <a:gd name="T4" fmla="*/ 6 w 50"/>
                  <a:gd name="T5" fmla="*/ 25 h 47"/>
                  <a:gd name="T6" fmla="*/ 25 w 50"/>
                  <a:gd name="T7" fmla="*/ 39 h 47"/>
                  <a:gd name="T8" fmla="*/ 46 w 50"/>
                  <a:gd name="T9" fmla="*/ 47 h 47"/>
                  <a:gd name="T10" fmla="*/ 50 w 50"/>
                  <a:gd name="T11" fmla="*/ 31 h 47"/>
                  <a:gd name="T12" fmla="*/ 44 w 50"/>
                  <a:gd name="T13" fmla="*/ 16 h 47"/>
                  <a:gd name="T14" fmla="*/ 21 w 50"/>
                  <a:gd name="T15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0" h="47">
                    <a:moveTo>
                      <a:pt x="21" y="0"/>
                    </a:move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0" y="21"/>
                      <a:pt x="6" y="25"/>
                    </a:cubicBezTo>
                    <a:cubicBezTo>
                      <a:pt x="11" y="29"/>
                      <a:pt x="25" y="39"/>
                      <a:pt x="25" y="39"/>
                    </a:cubicBezTo>
                    <a:cubicBezTo>
                      <a:pt x="46" y="47"/>
                      <a:pt x="46" y="47"/>
                      <a:pt x="46" y="47"/>
                    </a:cubicBezTo>
                    <a:cubicBezTo>
                      <a:pt x="50" y="31"/>
                      <a:pt x="50" y="31"/>
                      <a:pt x="50" y="31"/>
                    </a:cubicBezTo>
                    <a:cubicBezTo>
                      <a:pt x="44" y="16"/>
                      <a:pt x="44" y="16"/>
                      <a:pt x="44" y="16"/>
                    </a:cubicBezTo>
                    <a:lnTo>
                      <a:pt x="21" y="0"/>
                    </a:lnTo>
                    <a:close/>
                  </a:path>
                </a:pathLst>
              </a:custGeom>
              <a:grp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734" name="그룹 733">
              <a:extLst>
                <a:ext uri="{FF2B5EF4-FFF2-40B4-BE49-F238E27FC236}">
                  <a16:creationId xmlns:a16="http://schemas.microsoft.com/office/drawing/2014/main" id="{47BF057A-A99B-C63C-36E8-EC0B761CCCEE}"/>
                </a:ext>
              </a:extLst>
            </p:cNvPr>
            <p:cNvGrpSpPr/>
            <p:nvPr/>
          </p:nvGrpSpPr>
          <p:grpSpPr>
            <a:xfrm>
              <a:off x="7375830" y="2600197"/>
              <a:ext cx="1071323" cy="3237356"/>
              <a:chOff x="5380288" y="2507457"/>
              <a:chExt cx="1008818" cy="3048479"/>
            </a:xfrm>
            <a:noFill/>
          </p:grpSpPr>
          <p:grpSp>
            <p:nvGrpSpPr>
              <p:cNvPr id="756" name="그룹 755">
                <a:extLst>
                  <a:ext uri="{FF2B5EF4-FFF2-40B4-BE49-F238E27FC236}">
                    <a16:creationId xmlns:a16="http://schemas.microsoft.com/office/drawing/2014/main" id="{38BA23C3-E8D3-F35C-90BB-26B509A30122}"/>
                  </a:ext>
                </a:extLst>
              </p:cNvPr>
              <p:cNvGrpSpPr/>
              <p:nvPr/>
            </p:nvGrpSpPr>
            <p:grpSpPr>
              <a:xfrm>
                <a:off x="5401651" y="2525810"/>
                <a:ext cx="985888" cy="2987354"/>
                <a:chOff x="5401651" y="2525810"/>
                <a:chExt cx="985888" cy="2987354"/>
              </a:xfrm>
              <a:grpFill/>
            </p:grpSpPr>
            <p:sp>
              <p:nvSpPr>
                <p:cNvPr id="773" name="자유형: 도형 772">
                  <a:extLst>
                    <a:ext uri="{FF2B5EF4-FFF2-40B4-BE49-F238E27FC236}">
                      <a16:creationId xmlns:a16="http://schemas.microsoft.com/office/drawing/2014/main" id="{41EE49E1-718C-E6D5-F1E7-58A28E515DF4}"/>
                    </a:ext>
                  </a:extLst>
                </p:cNvPr>
                <p:cNvSpPr/>
                <p:nvPr/>
              </p:nvSpPr>
              <p:spPr>
                <a:xfrm>
                  <a:off x="5401651" y="2525810"/>
                  <a:ext cx="985888" cy="2987354"/>
                </a:xfrm>
                <a:custGeom>
                  <a:avLst/>
                  <a:gdLst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59430 w 985768"/>
                    <a:gd name="connsiteY33" fmla="*/ 2056285 h 2988527"/>
                    <a:gd name="connsiteX34" fmla="*/ 468351 w 985768"/>
                    <a:gd name="connsiteY34" fmla="*/ 2029522 h 2988527"/>
                    <a:gd name="connsiteX35" fmla="*/ 472811 w 985768"/>
                    <a:gd name="connsiteY35" fmla="*/ 2011680 h 2988527"/>
                    <a:gd name="connsiteX36" fmla="*/ 481732 w 985768"/>
                    <a:gd name="connsiteY36" fmla="*/ 1998299 h 2988527"/>
                    <a:gd name="connsiteX37" fmla="*/ 495114 w 985768"/>
                    <a:gd name="connsiteY37" fmla="*/ 1958154 h 2988527"/>
                    <a:gd name="connsiteX38" fmla="*/ 504035 w 985768"/>
                    <a:gd name="connsiteY38" fmla="*/ 1935852 h 2988527"/>
                    <a:gd name="connsiteX39" fmla="*/ 530798 w 985768"/>
                    <a:gd name="connsiteY39" fmla="*/ 1900168 h 2988527"/>
                    <a:gd name="connsiteX40" fmla="*/ 553100 w 985768"/>
                    <a:gd name="connsiteY40" fmla="*/ 1873405 h 2988527"/>
                    <a:gd name="connsiteX41" fmla="*/ 562021 w 985768"/>
                    <a:gd name="connsiteY41" fmla="*/ 1855563 h 2988527"/>
                    <a:gd name="connsiteX42" fmla="*/ 566482 w 985768"/>
                    <a:gd name="connsiteY42" fmla="*/ 1730669 h 2988527"/>
                    <a:gd name="connsiteX43" fmla="*/ 562021 w 985768"/>
                    <a:gd name="connsiteY43" fmla="*/ 1717288 h 2988527"/>
                    <a:gd name="connsiteX44" fmla="*/ 566482 w 985768"/>
                    <a:gd name="connsiteY44" fmla="*/ 1641460 h 2988527"/>
                    <a:gd name="connsiteX45" fmla="*/ 575403 w 985768"/>
                    <a:gd name="connsiteY45" fmla="*/ 1623618 h 2988527"/>
                    <a:gd name="connsiteX46" fmla="*/ 633389 w 985768"/>
                    <a:gd name="connsiteY46" fmla="*/ 1565631 h 2988527"/>
                    <a:gd name="connsiteX47" fmla="*/ 677994 w 985768"/>
                    <a:gd name="connsiteY47" fmla="*/ 1534408 h 2988527"/>
                    <a:gd name="connsiteX48" fmla="*/ 704757 w 985768"/>
                    <a:gd name="connsiteY48" fmla="*/ 1516566 h 2988527"/>
                    <a:gd name="connsiteX49" fmla="*/ 722599 w 985768"/>
                    <a:gd name="connsiteY49" fmla="*/ 1507645 h 2988527"/>
                    <a:gd name="connsiteX50" fmla="*/ 735980 w 985768"/>
                    <a:gd name="connsiteY50" fmla="*/ 1503184 h 2988527"/>
                    <a:gd name="connsiteX51" fmla="*/ 802888 w 985768"/>
                    <a:gd name="connsiteY51" fmla="*/ 1507645 h 2988527"/>
                    <a:gd name="connsiteX52" fmla="*/ 820729 w 985768"/>
                    <a:gd name="connsiteY52" fmla="*/ 1494264 h 2988527"/>
                    <a:gd name="connsiteX53" fmla="*/ 816269 w 985768"/>
                    <a:gd name="connsiteY53" fmla="*/ 1471961 h 2988527"/>
                    <a:gd name="connsiteX54" fmla="*/ 820729 w 985768"/>
                    <a:gd name="connsiteY54" fmla="*/ 1436277 h 2988527"/>
                    <a:gd name="connsiteX55" fmla="*/ 834111 w 985768"/>
                    <a:gd name="connsiteY55" fmla="*/ 1440738 h 2988527"/>
                    <a:gd name="connsiteX56" fmla="*/ 847492 w 985768"/>
                    <a:gd name="connsiteY56" fmla="*/ 1454119 h 2988527"/>
                    <a:gd name="connsiteX57" fmla="*/ 865334 w 985768"/>
                    <a:gd name="connsiteY57" fmla="*/ 1467501 h 2988527"/>
                    <a:gd name="connsiteX58" fmla="*/ 896558 w 985768"/>
                    <a:gd name="connsiteY58" fmla="*/ 1463040 h 2988527"/>
                    <a:gd name="connsiteX59" fmla="*/ 950084 w 985768"/>
                    <a:gd name="connsiteY59" fmla="*/ 1422896 h 2988527"/>
                    <a:gd name="connsiteX60" fmla="*/ 976847 w 985768"/>
                    <a:gd name="connsiteY60" fmla="*/ 1387212 h 2988527"/>
                    <a:gd name="connsiteX61" fmla="*/ 985768 w 985768"/>
                    <a:gd name="connsiteY61" fmla="*/ 1338146 h 2988527"/>
                    <a:gd name="connsiteX62" fmla="*/ 981307 w 985768"/>
                    <a:gd name="connsiteY62" fmla="*/ 1253397 h 2988527"/>
                    <a:gd name="connsiteX63" fmla="*/ 959005 w 985768"/>
                    <a:gd name="connsiteY63" fmla="*/ 1190950 h 2988527"/>
                    <a:gd name="connsiteX64" fmla="*/ 936702 w 985768"/>
                    <a:gd name="connsiteY64" fmla="*/ 1173108 h 2988527"/>
                    <a:gd name="connsiteX65" fmla="*/ 923321 w 985768"/>
                    <a:gd name="connsiteY65" fmla="*/ 1155266 h 2988527"/>
                    <a:gd name="connsiteX66" fmla="*/ 909939 w 985768"/>
                    <a:gd name="connsiteY66" fmla="*/ 1128504 h 2988527"/>
                    <a:gd name="connsiteX67" fmla="*/ 896558 w 985768"/>
                    <a:gd name="connsiteY67" fmla="*/ 1101741 h 2988527"/>
                    <a:gd name="connsiteX68" fmla="*/ 883176 w 985768"/>
                    <a:gd name="connsiteY68" fmla="*/ 1092820 h 2988527"/>
                    <a:gd name="connsiteX69" fmla="*/ 865334 w 985768"/>
                    <a:gd name="connsiteY69" fmla="*/ 1066057 h 2988527"/>
                    <a:gd name="connsiteX70" fmla="*/ 851953 w 985768"/>
                    <a:gd name="connsiteY70" fmla="*/ 1048215 h 2988527"/>
                    <a:gd name="connsiteX71" fmla="*/ 811809 w 985768"/>
                    <a:gd name="connsiteY71" fmla="*/ 1008070 h 2988527"/>
                    <a:gd name="connsiteX72" fmla="*/ 798427 w 985768"/>
                    <a:gd name="connsiteY72" fmla="*/ 994689 h 2988527"/>
                    <a:gd name="connsiteX73" fmla="*/ 780585 w 985768"/>
                    <a:gd name="connsiteY73" fmla="*/ 981307 h 2988527"/>
                    <a:gd name="connsiteX74" fmla="*/ 749362 w 985768"/>
                    <a:gd name="connsiteY74" fmla="*/ 950084 h 2988527"/>
                    <a:gd name="connsiteX75" fmla="*/ 718138 w 985768"/>
                    <a:gd name="connsiteY75" fmla="*/ 932242 h 2988527"/>
                    <a:gd name="connsiteX76" fmla="*/ 709217 w 985768"/>
                    <a:gd name="connsiteY76" fmla="*/ 838572 h 2988527"/>
                    <a:gd name="connsiteX77" fmla="*/ 677994 w 985768"/>
                    <a:gd name="connsiteY77" fmla="*/ 695836 h 2988527"/>
                    <a:gd name="connsiteX78" fmla="*/ 673533 w 985768"/>
                    <a:gd name="connsiteY78" fmla="*/ 624468 h 2988527"/>
                    <a:gd name="connsiteX79" fmla="*/ 660152 w 985768"/>
                    <a:gd name="connsiteY79" fmla="*/ 539719 h 2988527"/>
                    <a:gd name="connsiteX80" fmla="*/ 642310 w 985768"/>
                    <a:gd name="connsiteY80" fmla="*/ 285471 h 2988527"/>
                    <a:gd name="connsiteX81" fmla="*/ 637849 w 985768"/>
                    <a:gd name="connsiteY81" fmla="*/ 156117 h 2988527"/>
                    <a:gd name="connsiteX82" fmla="*/ 651231 w 985768"/>
                    <a:gd name="connsiteY82" fmla="*/ 138275 h 2988527"/>
                    <a:gd name="connsiteX83" fmla="*/ 673533 w 985768"/>
                    <a:gd name="connsiteY83" fmla="*/ 115973 h 2988527"/>
                    <a:gd name="connsiteX84" fmla="*/ 686915 w 985768"/>
                    <a:gd name="connsiteY84" fmla="*/ 102591 h 2988527"/>
                    <a:gd name="connsiteX85" fmla="*/ 718138 w 985768"/>
                    <a:gd name="connsiteY85" fmla="*/ 89210 h 2988527"/>
                    <a:gd name="connsiteX86" fmla="*/ 722599 w 985768"/>
                    <a:gd name="connsiteY86" fmla="*/ 75828 h 2988527"/>
                    <a:gd name="connsiteX87" fmla="*/ 628929 w 985768"/>
                    <a:gd name="connsiteY87" fmla="*/ 44605 h 2988527"/>
                    <a:gd name="connsiteX88" fmla="*/ 620008 w 985768"/>
                    <a:gd name="connsiteY88" fmla="*/ 31224 h 2988527"/>
                    <a:gd name="connsiteX89" fmla="*/ 606626 w 985768"/>
                    <a:gd name="connsiteY89" fmla="*/ 17842 h 2988527"/>
                    <a:gd name="connsiteX90" fmla="*/ 597705 w 985768"/>
                    <a:gd name="connsiteY90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59430 w 985768"/>
                    <a:gd name="connsiteY33" fmla="*/ 2056285 h 2988527"/>
                    <a:gd name="connsiteX34" fmla="*/ 468351 w 985768"/>
                    <a:gd name="connsiteY34" fmla="*/ 2029522 h 2988527"/>
                    <a:gd name="connsiteX35" fmla="*/ 472811 w 985768"/>
                    <a:gd name="connsiteY35" fmla="*/ 2011680 h 2988527"/>
                    <a:gd name="connsiteX36" fmla="*/ 495114 w 985768"/>
                    <a:gd name="connsiteY36" fmla="*/ 1958154 h 2988527"/>
                    <a:gd name="connsiteX37" fmla="*/ 504035 w 985768"/>
                    <a:gd name="connsiteY37" fmla="*/ 1935852 h 2988527"/>
                    <a:gd name="connsiteX38" fmla="*/ 530798 w 985768"/>
                    <a:gd name="connsiteY38" fmla="*/ 1900168 h 2988527"/>
                    <a:gd name="connsiteX39" fmla="*/ 553100 w 985768"/>
                    <a:gd name="connsiteY39" fmla="*/ 1873405 h 2988527"/>
                    <a:gd name="connsiteX40" fmla="*/ 562021 w 985768"/>
                    <a:gd name="connsiteY40" fmla="*/ 1855563 h 2988527"/>
                    <a:gd name="connsiteX41" fmla="*/ 566482 w 985768"/>
                    <a:gd name="connsiteY41" fmla="*/ 1730669 h 2988527"/>
                    <a:gd name="connsiteX42" fmla="*/ 562021 w 985768"/>
                    <a:gd name="connsiteY42" fmla="*/ 1717288 h 2988527"/>
                    <a:gd name="connsiteX43" fmla="*/ 566482 w 985768"/>
                    <a:gd name="connsiteY43" fmla="*/ 1641460 h 2988527"/>
                    <a:gd name="connsiteX44" fmla="*/ 575403 w 985768"/>
                    <a:gd name="connsiteY44" fmla="*/ 1623618 h 2988527"/>
                    <a:gd name="connsiteX45" fmla="*/ 633389 w 985768"/>
                    <a:gd name="connsiteY45" fmla="*/ 1565631 h 2988527"/>
                    <a:gd name="connsiteX46" fmla="*/ 677994 w 985768"/>
                    <a:gd name="connsiteY46" fmla="*/ 1534408 h 2988527"/>
                    <a:gd name="connsiteX47" fmla="*/ 704757 w 985768"/>
                    <a:gd name="connsiteY47" fmla="*/ 1516566 h 2988527"/>
                    <a:gd name="connsiteX48" fmla="*/ 722599 w 985768"/>
                    <a:gd name="connsiteY48" fmla="*/ 1507645 h 2988527"/>
                    <a:gd name="connsiteX49" fmla="*/ 735980 w 985768"/>
                    <a:gd name="connsiteY49" fmla="*/ 1503184 h 2988527"/>
                    <a:gd name="connsiteX50" fmla="*/ 802888 w 985768"/>
                    <a:gd name="connsiteY50" fmla="*/ 1507645 h 2988527"/>
                    <a:gd name="connsiteX51" fmla="*/ 820729 w 985768"/>
                    <a:gd name="connsiteY51" fmla="*/ 1494264 h 2988527"/>
                    <a:gd name="connsiteX52" fmla="*/ 816269 w 985768"/>
                    <a:gd name="connsiteY52" fmla="*/ 1471961 h 2988527"/>
                    <a:gd name="connsiteX53" fmla="*/ 820729 w 985768"/>
                    <a:gd name="connsiteY53" fmla="*/ 1436277 h 2988527"/>
                    <a:gd name="connsiteX54" fmla="*/ 834111 w 985768"/>
                    <a:gd name="connsiteY54" fmla="*/ 1440738 h 2988527"/>
                    <a:gd name="connsiteX55" fmla="*/ 847492 w 985768"/>
                    <a:gd name="connsiteY55" fmla="*/ 1454119 h 2988527"/>
                    <a:gd name="connsiteX56" fmla="*/ 865334 w 985768"/>
                    <a:gd name="connsiteY56" fmla="*/ 1467501 h 2988527"/>
                    <a:gd name="connsiteX57" fmla="*/ 896558 w 985768"/>
                    <a:gd name="connsiteY57" fmla="*/ 1463040 h 2988527"/>
                    <a:gd name="connsiteX58" fmla="*/ 950084 w 985768"/>
                    <a:gd name="connsiteY58" fmla="*/ 1422896 h 2988527"/>
                    <a:gd name="connsiteX59" fmla="*/ 976847 w 985768"/>
                    <a:gd name="connsiteY59" fmla="*/ 1387212 h 2988527"/>
                    <a:gd name="connsiteX60" fmla="*/ 985768 w 985768"/>
                    <a:gd name="connsiteY60" fmla="*/ 1338146 h 2988527"/>
                    <a:gd name="connsiteX61" fmla="*/ 981307 w 985768"/>
                    <a:gd name="connsiteY61" fmla="*/ 1253397 h 2988527"/>
                    <a:gd name="connsiteX62" fmla="*/ 959005 w 985768"/>
                    <a:gd name="connsiteY62" fmla="*/ 1190950 h 2988527"/>
                    <a:gd name="connsiteX63" fmla="*/ 936702 w 985768"/>
                    <a:gd name="connsiteY63" fmla="*/ 1173108 h 2988527"/>
                    <a:gd name="connsiteX64" fmla="*/ 923321 w 985768"/>
                    <a:gd name="connsiteY64" fmla="*/ 1155266 h 2988527"/>
                    <a:gd name="connsiteX65" fmla="*/ 909939 w 985768"/>
                    <a:gd name="connsiteY65" fmla="*/ 1128504 h 2988527"/>
                    <a:gd name="connsiteX66" fmla="*/ 896558 w 985768"/>
                    <a:gd name="connsiteY66" fmla="*/ 1101741 h 2988527"/>
                    <a:gd name="connsiteX67" fmla="*/ 883176 w 985768"/>
                    <a:gd name="connsiteY67" fmla="*/ 1092820 h 2988527"/>
                    <a:gd name="connsiteX68" fmla="*/ 865334 w 985768"/>
                    <a:gd name="connsiteY68" fmla="*/ 1066057 h 2988527"/>
                    <a:gd name="connsiteX69" fmla="*/ 851953 w 985768"/>
                    <a:gd name="connsiteY69" fmla="*/ 1048215 h 2988527"/>
                    <a:gd name="connsiteX70" fmla="*/ 811809 w 985768"/>
                    <a:gd name="connsiteY70" fmla="*/ 1008070 h 2988527"/>
                    <a:gd name="connsiteX71" fmla="*/ 798427 w 985768"/>
                    <a:gd name="connsiteY71" fmla="*/ 994689 h 2988527"/>
                    <a:gd name="connsiteX72" fmla="*/ 780585 w 985768"/>
                    <a:gd name="connsiteY72" fmla="*/ 981307 h 2988527"/>
                    <a:gd name="connsiteX73" fmla="*/ 749362 w 985768"/>
                    <a:gd name="connsiteY73" fmla="*/ 950084 h 2988527"/>
                    <a:gd name="connsiteX74" fmla="*/ 718138 w 985768"/>
                    <a:gd name="connsiteY74" fmla="*/ 932242 h 2988527"/>
                    <a:gd name="connsiteX75" fmla="*/ 709217 w 985768"/>
                    <a:gd name="connsiteY75" fmla="*/ 838572 h 2988527"/>
                    <a:gd name="connsiteX76" fmla="*/ 677994 w 985768"/>
                    <a:gd name="connsiteY76" fmla="*/ 695836 h 2988527"/>
                    <a:gd name="connsiteX77" fmla="*/ 673533 w 985768"/>
                    <a:gd name="connsiteY77" fmla="*/ 624468 h 2988527"/>
                    <a:gd name="connsiteX78" fmla="*/ 660152 w 985768"/>
                    <a:gd name="connsiteY78" fmla="*/ 539719 h 2988527"/>
                    <a:gd name="connsiteX79" fmla="*/ 642310 w 985768"/>
                    <a:gd name="connsiteY79" fmla="*/ 285471 h 2988527"/>
                    <a:gd name="connsiteX80" fmla="*/ 637849 w 985768"/>
                    <a:gd name="connsiteY80" fmla="*/ 156117 h 2988527"/>
                    <a:gd name="connsiteX81" fmla="*/ 651231 w 985768"/>
                    <a:gd name="connsiteY81" fmla="*/ 138275 h 2988527"/>
                    <a:gd name="connsiteX82" fmla="*/ 673533 w 985768"/>
                    <a:gd name="connsiteY82" fmla="*/ 115973 h 2988527"/>
                    <a:gd name="connsiteX83" fmla="*/ 686915 w 985768"/>
                    <a:gd name="connsiteY83" fmla="*/ 102591 h 2988527"/>
                    <a:gd name="connsiteX84" fmla="*/ 718138 w 985768"/>
                    <a:gd name="connsiteY84" fmla="*/ 89210 h 2988527"/>
                    <a:gd name="connsiteX85" fmla="*/ 722599 w 985768"/>
                    <a:gd name="connsiteY85" fmla="*/ 75828 h 2988527"/>
                    <a:gd name="connsiteX86" fmla="*/ 628929 w 985768"/>
                    <a:gd name="connsiteY86" fmla="*/ 44605 h 2988527"/>
                    <a:gd name="connsiteX87" fmla="*/ 620008 w 985768"/>
                    <a:gd name="connsiteY87" fmla="*/ 31224 h 2988527"/>
                    <a:gd name="connsiteX88" fmla="*/ 606626 w 985768"/>
                    <a:gd name="connsiteY88" fmla="*/ 17842 h 2988527"/>
                    <a:gd name="connsiteX89" fmla="*/ 597705 w 985768"/>
                    <a:gd name="connsiteY89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59430 w 985768"/>
                    <a:gd name="connsiteY33" fmla="*/ 2056285 h 2988527"/>
                    <a:gd name="connsiteX34" fmla="*/ 468351 w 985768"/>
                    <a:gd name="connsiteY34" fmla="*/ 2029522 h 2988527"/>
                    <a:gd name="connsiteX35" fmla="*/ 472811 w 985768"/>
                    <a:gd name="connsiteY35" fmla="*/ 2011680 h 2988527"/>
                    <a:gd name="connsiteX36" fmla="*/ 495114 w 985768"/>
                    <a:gd name="connsiteY36" fmla="*/ 1958154 h 2988527"/>
                    <a:gd name="connsiteX37" fmla="*/ 530798 w 985768"/>
                    <a:gd name="connsiteY37" fmla="*/ 1900168 h 2988527"/>
                    <a:gd name="connsiteX38" fmla="*/ 553100 w 985768"/>
                    <a:gd name="connsiteY38" fmla="*/ 1873405 h 2988527"/>
                    <a:gd name="connsiteX39" fmla="*/ 562021 w 985768"/>
                    <a:gd name="connsiteY39" fmla="*/ 1855563 h 2988527"/>
                    <a:gd name="connsiteX40" fmla="*/ 566482 w 985768"/>
                    <a:gd name="connsiteY40" fmla="*/ 1730669 h 2988527"/>
                    <a:gd name="connsiteX41" fmla="*/ 562021 w 985768"/>
                    <a:gd name="connsiteY41" fmla="*/ 1717288 h 2988527"/>
                    <a:gd name="connsiteX42" fmla="*/ 566482 w 985768"/>
                    <a:gd name="connsiteY42" fmla="*/ 1641460 h 2988527"/>
                    <a:gd name="connsiteX43" fmla="*/ 575403 w 985768"/>
                    <a:gd name="connsiteY43" fmla="*/ 1623618 h 2988527"/>
                    <a:gd name="connsiteX44" fmla="*/ 633389 w 985768"/>
                    <a:gd name="connsiteY44" fmla="*/ 1565631 h 2988527"/>
                    <a:gd name="connsiteX45" fmla="*/ 677994 w 985768"/>
                    <a:gd name="connsiteY45" fmla="*/ 1534408 h 2988527"/>
                    <a:gd name="connsiteX46" fmla="*/ 704757 w 985768"/>
                    <a:gd name="connsiteY46" fmla="*/ 1516566 h 2988527"/>
                    <a:gd name="connsiteX47" fmla="*/ 722599 w 985768"/>
                    <a:gd name="connsiteY47" fmla="*/ 1507645 h 2988527"/>
                    <a:gd name="connsiteX48" fmla="*/ 735980 w 985768"/>
                    <a:gd name="connsiteY48" fmla="*/ 1503184 h 2988527"/>
                    <a:gd name="connsiteX49" fmla="*/ 802888 w 985768"/>
                    <a:gd name="connsiteY49" fmla="*/ 1507645 h 2988527"/>
                    <a:gd name="connsiteX50" fmla="*/ 820729 w 985768"/>
                    <a:gd name="connsiteY50" fmla="*/ 1494264 h 2988527"/>
                    <a:gd name="connsiteX51" fmla="*/ 816269 w 985768"/>
                    <a:gd name="connsiteY51" fmla="*/ 1471961 h 2988527"/>
                    <a:gd name="connsiteX52" fmla="*/ 820729 w 985768"/>
                    <a:gd name="connsiteY52" fmla="*/ 1436277 h 2988527"/>
                    <a:gd name="connsiteX53" fmla="*/ 834111 w 985768"/>
                    <a:gd name="connsiteY53" fmla="*/ 1440738 h 2988527"/>
                    <a:gd name="connsiteX54" fmla="*/ 847492 w 985768"/>
                    <a:gd name="connsiteY54" fmla="*/ 1454119 h 2988527"/>
                    <a:gd name="connsiteX55" fmla="*/ 865334 w 985768"/>
                    <a:gd name="connsiteY55" fmla="*/ 1467501 h 2988527"/>
                    <a:gd name="connsiteX56" fmla="*/ 896558 w 985768"/>
                    <a:gd name="connsiteY56" fmla="*/ 1463040 h 2988527"/>
                    <a:gd name="connsiteX57" fmla="*/ 950084 w 985768"/>
                    <a:gd name="connsiteY57" fmla="*/ 1422896 h 2988527"/>
                    <a:gd name="connsiteX58" fmla="*/ 976847 w 985768"/>
                    <a:gd name="connsiteY58" fmla="*/ 1387212 h 2988527"/>
                    <a:gd name="connsiteX59" fmla="*/ 985768 w 985768"/>
                    <a:gd name="connsiteY59" fmla="*/ 1338146 h 2988527"/>
                    <a:gd name="connsiteX60" fmla="*/ 981307 w 985768"/>
                    <a:gd name="connsiteY60" fmla="*/ 1253397 h 2988527"/>
                    <a:gd name="connsiteX61" fmla="*/ 959005 w 985768"/>
                    <a:gd name="connsiteY61" fmla="*/ 1190950 h 2988527"/>
                    <a:gd name="connsiteX62" fmla="*/ 936702 w 985768"/>
                    <a:gd name="connsiteY62" fmla="*/ 1173108 h 2988527"/>
                    <a:gd name="connsiteX63" fmla="*/ 923321 w 985768"/>
                    <a:gd name="connsiteY63" fmla="*/ 1155266 h 2988527"/>
                    <a:gd name="connsiteX64" fmla="*/ 909939 w 985768"/>
                    <a:gd name="connsiteY64" fmla="*/ 1128504 h 2988527"/>
                    <a:gd name="connsiteX65" fmla="*/ 896558 w 985768"/>
                    <a:gd name="connsiteY65" fmla="*/ 1101741 h 2988527"/>
                    <a:gd name="connsiteX66" fmla="*/ 883176 w 985768"/>
                    <a:gd name="connsiteY66" fmla="*/ 1092820 h 2988527"/>
                    <a:gd name="connsiteX67" fmla="*/ 865334 w 985768"/>
                    <a:gd name="connsiteY67" fmla="*/ 1066057 h 2988527"/>
                    <a:gd name="connsiteX68" fmla="*/ 851953 w 985768"/>
                    <a:gd name="connsiteY68" fmla="*/ 1048215 h 2988527"/>
                    <a:gd name="connsiteX69" fmla="*/ 811809 w 985768"/>
                    <a:gd name="connsiteY69" fmla="*/ 1008070 h 2988527"/>
                    <a:gd name="connsiteX70" fmla="*/ 798427 w 985768"/>
                    <a:gd name="connsiteY70" fmla="*/ 994689 h 2988527"/>
                    <a:gd name="connsiteX71" fmla="*/ 780585 w 985768"/>
                    <a:gd name="connsiteY71" fmla="*/ 981307 h 2988527"/>
                    <a:gd name="connsiteX72" fmla="*/ 749362 w 985768"/>
                    <a:gd name="connsiteY72" fmla="*/ 950084 h 2988527"/>
                    <a:gd name="connsiteX73" fmla="*/ 718138 w 985768"/>
                    <a:gd name="connsiteY73" fmla="*/ 932242 h 2988527"/>
                    <a:gd name="connsiteX74" fmla="*/ 709217 w 985768"/>
                    <a:gd name="connsiteY74" fmla="*/ 838572 h 2988527"/>
                    <a:gd name="connsiteX75" fmla="*/ 677994 w 985768"/>
                    <a:gd name="connsiteY75" fmla="*/ 695836 h 2988527"/>
                    <a:gd name="connsiteX76" fmla="*/ 673533 w 985768"/>
                    <a:gd name="connsiteY76" fmla="*/ 624468 h 2988527"/>
                    <a:gd name="connsiteX77" fmla="*/ 660152 w 985768"/>
                    <a:gd name="connsiteY77" fmla="*/ 539719 h 2988527"/>
                    <a:gd name="connsiteX78" fmla="*/ 642310 w 985768"/>
                    <a:gd name="connsiteY78" fmla="*/ 285471 h 2988527"/>
                    <a:gd name="connsiteX79" fmla="*/ 637849 w 985768"/>
                    <a:gd name="connsiteY79" fmla="*/ 156117 h 2988527"/>
                    <a:gd name="connsiteX80" fmla="*/ 651231 w 985768"/>
                    <a:gd name="connsiteY80" fmla="*/ 138275 h 2988527"/>
                    <a:gd name="connsiteX81" fmla="*/ 673533 w 985768"/>
                    <a:gd name="connsiteY81" fmla="*/ 115973 h 2988527"/>
                    <a:gd name="connsiteX82" fmla="*/ 686915 w 985768"/>
                    <a:gd name="connsiteY82" fmla="*/ 102591 h 2988527"/>
                    <a:gd name="connsiteX83" fmla="*/ 718138 w 985768"/>
                    <a:gd name="connsiteY83" fmla="*/ 89210 h 2988527"/>
                    <a:gd name="connsiteX84" fmla="*/ 722599 w 985768"/>
                    <a:gd name="connsiteY84" fmla="*/ 75828 h 2988527"/>
                    <a:gd name="connsiteX85" fmla="*/ 628929 w 985768"/>
                    <a:gd name="connsiteY85" fmla="*/ 44605 h 2988527"/>
                    <a:gd name="connsiteX86" fmla="*/ 620008 w 985768"/>
                    <a:gd name="connsiteY86" fmla="*/ 31224 h 2988527"/>
                    <a:gd name="connsiteX87" fmla="*/ 606626 w 985768"/>
                    <a:gd name="connsiteY87" fmla="*/ 17842 h 2988527"/>
                    <a:gd name="connsiteX88" fmla="*/ 597705 w 985768"/>
                    <a:gd name="connsiteY88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59430 w 985768"/>
                    <a:gd name="connsiteY33" fmla="*/ 2056285 h 2988527"/>
                    <a:gd name="connsiteX34" fmla="*/ 468351 w 985768"/>
                    <a:gd name="connsiteY34" fmla="*/ 2029522 h 2988527"/>
                    <a:gd name="connsiteX35" fmla="*/ 472811 w 985768"/>
                    <a:gd name="connsiteY35" fmla="*/ 2011680 h 2988527"/>
                    <a:gd name="connsiteX36" fmla="*/ 495114 w 985768"/>
                    <a:gd name="connsiteY36" fmla="*/ 1958154 h 2988527"/>
                    <a:gd name="connsiteX37" fmla="*/ 553100 w 985768"/>
                    <a:gd name="connsiteY37" fmla="*/ 1873405 h 2988527"/>
                    <a:gd name="connsiteX38" fmla="*/ 562021 w 985768"/>
                    <a:gd name="connsiteY38" fmla="*/ 1855563 h 2988527"/>
                    <a:gd name="connsiteX39" fmla="*/ 566482 w 985768"/>
                    <a:gd name="connsiteY39" fmla="*/ 1730669 h 2988527"/>
                    <a:gd name="connsiteX40" fmla="*/ 562021 w 985768"/>
                    <a:gd name="connsiteY40" fmla="*/ 1717288 h 2988527"/>
                    <a:gd name="connsiteX41" fmla="*/ 566482 w 985768"/>
                    <a:gd name="connsiteY41" fmla="*/ 1641460 h 2988527"/>
                    <a:gd name="connsiteX42" fmla="*/ 575403 w 985768"/>
                    <a:gd name="connsiteY42" fmla="*/ 1623618 h 2988527"/>
                    <a:gd name="connsiteX43" fmla="*/ 633389 w 985768"/>
                    <a:gd name="connsiteY43" fmla="*/ 1565631 h 2988527"/>
                    <a:gd name="connsiteX44" fmla="*/ 677994 w 985768"/>
                    <a:gd name="connsiteY44" fmla="*/ 1534408 h 2988527"/>
                    <a:gd name="connsiteX45" fmla="*/ 704757 w 985768"/>
                    <a:gd name="connsiteY45" fmla="*/ 1516566 h 2988527"/>
                    <a:gd name="connsiteX46" fmla="*/ 722599 w 985768"/>
                    <a:gd name="connsiteY46" fmla="*/ 1507645 h 2988527"/>
                    <a:gd name="connsiteX47" fmla="*/ 735980 w 985768"/>
                    <a:gd name="connsiteY47" fmla="*/ 1503184 h 2988527"/>
                    <a:gd name="connsiteX48" fmla="*/ 802888 w 985768"/>
                    <a:gd name="connsiteY48" fmla="*/ 1507645 h 2988527"/>
                    <a:gd name="connsiteX49" fmla="*/ 820729 w 985768"/>
                    <a:gd name="connsiteY49" fmla="*/ 1494264 h 2988527"/>
                    <a:gd name="connsiteX50" fmla="*/ 816269 w 985768"/>
                    <a:gd name="connsiteY50" fmla="*/ 1471961 h 2988527"/>
                    <a:gd name="connsiteX51" fmla="*/ 820729 w 985768"/>
                    <a:gd name="connsiteY51" fmla="*/ 1436277 h 2988527"/>
                    <a:gd name="connsiteX52" fmla="*/ 834111 w 985768"/>
                    <a:gd name="connsiteY52" fmla="*/ 1440738 h 2988527"/>
                    <a:gd name="connsiteX53" fmla="*/ 847492 w 985768"/>
                    <a:gd name="connsiteY53" fmla="*/ 1454119 h 2988527"/>
                    <a:gd name="connsiteX54" fmla="*/ 865334 w 985768"/>
                    <a:gd name="connsiteY54" fmla="*/ 1467501 h 2988527"/>
                    <a:gd name="connsiteX55" fmla="*/ 896558 w 985768"/>
                    <a:gd name="connsiteY55" fmla="*/ 1463040 h 2988527"/>
                    <a:gd name="connsiteX56" fmla="*/ 950084 w 985768"/>
                    <a:gd name="connsiteY56" fmla="*/ 1422896 h 2988527"/>
                    <a:gd name="connsiteX57" fmla="*/ 976847 w 985768"/>
                    <a:gd name="connsiteY57" fmla="*/ 1387212 h 2988527"/>
                    <a:gd name="connsiteX58" fmla="*/ 985768 w 985768"/>
                    <a:gd name="connsiteY58" fmla="*/ 1338146 h 2988527"/>
                    <a:gd name="connsiteX59" fmla="*/ 981307 w 985768"/>
                    <a:gd name="connsiteY59" fmla="*/ 1253397 h 2988527"/>
                    <a:gd name="connsiteX60" fmla="*/ 959005 w 985768"/>
                    <a:gd name="connsiteY60" fmla="*/ 1190950 h 2988527"/>
                    <a:gd name="connsiteX61" fmla="*/ 936702 w 985768"/>
                    <a:gd name="connsiteY61" fmla="*/ 1173108 h 2988527"/>
                    <a:gd name="connsiteX62" fmla="*/ 923321 w 985768"/>
                    <a:gd name="connsiteY62" fmla="*/ 1155266 h 2988527"/>
                    <a:gd name="connsiteX63" fmla="*/ 909939 w 985768"/>
                    <a:gd name="connsiteY63" fmla="*/ 1128504 h 2988527"/>
                    <a:gd name="connsiteX64" fmla="*/ 896558 w 985768"/>
                    <a:gd name="connsiteY64" fmla="*/ 1101741 h 2988527"/>
                    <a:gd name="connsiteX65" fmla="*/ 883176 w 985768"/>
                    <a:gd name="connsiteY65" fmla="*/ 1092820 h 2988527"/>
                    <a:gd name="connsiteX66" fmla="*/ 865334 w 985768"/>
                    <a:gd name="connsiteY66" fmla="*/ 1066057 h 2988527"/>
                    <a:gd name="connsiteX67" fmla="*/ 851953 w 985768"/>
                    <a:gd name="connsiteY67" fmla="*/ 1048215 h 2988527"/>
                    <a:gd name="connsiteX68" fmla="*/ 811809 w 985768"/>
                    <a:gd name="connsiteY68" fmla="*/ 1008070 h 2988527"/>
                    <a:gd name="connsiteX69" fmla="*/ 798427 w 985768"/>
                    <a:gd name="connsiteY69" fmla="*/ 994689 h 2988527"/>
                    <a:gd name="connsiteX70" fmla="*/ 780585 w 985768"/>
                    <a:gd name="connsiteY70" fmla="*/ 981307 h 2988527"/>
                    <a:gd name="connsiteX71" fmla="*/ 749362 w 985768"/>
                    <a:gd name="connsiteY71" fmla="*/ 950084 h 2988527"/>
                    <a:gd name="connsiteX72" fmla="*/ 718138 w 985768"/>
                    <a:gd name="connsiteY72" fmla="*/ 932242 h 2988527"/>
                    <a:gd name="connsiteX73" fmla="*/ 709217 w 985768"/>
                    <a:gd name="connsiteY73" fmla="*/ 838572 h 2988527"/>
                    <a:gd name="connsiteX74" fmla="*/ 677994 w 985768"/>
                    <a:gd name="connsiteY74" fmla="*/ 695836 h 2988527"/>
                    <a:gd name="connsiteX75" fmla="*/ 673533 w 985768"/>
                    <a:gd name="connsiteY75" fmla="*/ 624468 h 2988527"/>
                    <a:gd name="connsiteX76" fmla="*/ 660152 w 985768"/>
                    <a:gd name="connsiteY76" fmla="*/ 539719 h 2988527"/>
                    <a:gd name="connsiteX77" fmla="*/ 642310 w 985768"/>
                    <a:gd name="connsiteY77" fmla="*/ 285471 h 2988527"/>
                    <a:gd name="connsiteX78" fmla="*/ 637849 w 985768"/>
                    <a:gd name="connsiteY78" fmla="*/ 156117 h 2988527"/>
                    <a:gd name="connsiteX79" fmla="*/ 651231 w 985768"/>
                    <a:gd name="connsiteY79" fmla="*/ 138275 h 2988527"/>
                    <a:gd name="connsiteX80" fmla="*/ 673533 w 985768"/>
                    <a:gd name="connsiteY80" fmla="*/ 115973 h 2988527"/>
                    <a:gd name="connsiteX81" fmla="*/ 686915 w 985768"/>
                    <a:gd name="connsiteY81" fmla="*/ 102591 h 2988527"/>
                    <a:gd name="connsiteX82" fmla="*/ 718138 w 985768"/>
                    <a:gd name="connsiteY82" fmla="*/ 89210 h 2988527"/>
                    <a:gd name="connsiteX83" fmla="*/ 722599 w 985768"/>
                    <a:gd name="connsiteY83" fmla="*/ 75828 h 2988527"/>
                    <a:gd name="connsiteX84" fmla="*/ 628929 w 985768"/>
                    <a:gd name="connsiteY84" fmla="*/ 44605 h 2988527"/>
                    <a:gd name="connsiteX85" fmla="*/ 620008 w 985768"/>
                    <a:gd name="connsiteY85" fmla="*/ 31224 h 2988527"/>
                    <a:gd name="connsiteX86" fmla="*/ 606626 w 985768"/>
                    <a:gd name="connsiteY86" fmla="*/ 17842 h 2988527"/>
                    <a:gd name="connsiteX87" fmla="*/ 597705 w 985768"/>
                    <a:gd name="connsiteY87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59430 w 985768"/>
                    <a:gd name="connsiteY33" fmla="*/ 2056285 h 2988527"/>
                    <a:gd name="connsiteX34" fmla="*/ 468351 w 985768"/>
                    <a:gd name="connsiteY34" fmla="*/ 2029522 h 2988527"/>
                    <a:gd name="connsiteX35" fmla="*/ 472811 w 985768"/>
                    <a:gd name="connsiteY35" fmla="*/ 2011680 h 2988527"/>
                    <a:gd name="connsiteX36" fmla="*/ 495114 w 985768"/>
                    <a:gd name="connsiteY36" fmla="*/ 1958154 h 2988527"/>
                    <a:gd name="connsiteX37" fmla="*/ 562021 w 985768"/>
                    <a:gd name="connsiteY37" fmla="*/ 1855563 h 2988527"/>
                    <a:gd name="connsiteX38" fmla="*/ 566482 w 985768"/>
                    <a:gd name="connsiteY38" fmla="*/ 1730669 h 2988527"/>
                    <a:gd name="connsiteX39" fmla="*/ 562021 w 985768"/>
                    <a:gd name="connsiteY39" fmla="*/ 1717288 h 2988527"/>
                    <a:gd name="connsiteX40" fmla="*/ 566482 w 985768"/>
                    <a:gd name="connsiteY40" fmla="*/ 1641460 h 2988527"/>
                    <a:gd name="connsiteX41" fmla="*/ 575403 w 985768"/>
                    <a:gd name="connsiteY41" fmla="*/ 1623618 h 2988527"/>
                    <a:gd name="connsiteX42" fmla="*/ 633389 w 985768"/>
                    <a:gd name="connsiteY42" fmla="*/ 1565631 h 2988527"/>
                    <a:gd name="connsiteX43" fmla="*/ 677994 w 985768"/>
                    <a:gd name="connsiteY43" fmla="*/ 1534408 h 2988527"/>
                    <a:gd name="connsiteX44" fmla="*/ 704757 w 985768"/>
                    <a:gd name="connsiteY44" fmla="*/ 1516566 h 2988527"/>
                    <a:gd name="connsiteX45" fmla="*/ 722599 w 985768"/>
                    <a:gd name="connsiteY45" fmla="*/ 1507645 h 2988527"/>
                    <a:gd name="connsiteX46" fmla="*/ 735980 w 985768"/>
                    <a:gd name="connsiteY46" fmla="*/ 1503184 h 2988527"/>
                    <a:gd name="connsiteX47" fmla="*/ 802888 w 985768"/>
                    <a:gd name="connsiteY47" fmla="*/ 1507645 h 2988527"/>
                    <a:gd name="connsiteX48" fmla="*/ 820729 w 985768"/>
                    <a:gd name="connsiteY48" fmla="*/ 1494264 h 2988527"/>
                    <a:gd name="connsiteX49" fmla="*/ 816269 w 985768"/>
                    <a:gd name="connsiteY49" fmla="*/ 1471961 h 2988527"/>
                    <a:gd name="connsiteX50" fmla="*/ 820729 w 985768"/>
                    <a:gd name="connsiteY50" fmla="*/ 1436277 h 2988527"/>
                    <a:gd name="connsiteX51" fmla="*/ 834111 w 985768"/>
                    <a:gd name="connsiteY51" fmla="*/ 1440738 h 2988527"/>
                    <a:gd name="connsiteX52" fmla="*/ 847492 w 985768"/>
                    <a:gd name="connsiteY52" fmla="*/ 1454119 h 2988527"/>
                    <a:gd name="connsiteX53" fmla="*/ 865334 w 985768"/>
                    <a:gd name="connsiteY53" fmla="*/ 1467501 h 2988527"/>
                    <a:gd name="connsiteX54" fmla="*/ 896558 w 985768"/>
                    <a:gd name="connsiteY54" fmla="*/ 1463040 h 2988527"/>
                    <a:gd name="connsiteX55" fmla="*/ 950084 w 985768"/>
                    <a:gd name="connsiteY55" fmla="*/ 1422896 h 2988527"/>
                    <a:gd name="connsiteX56" fmla="*/ 976847 w 985768"/>
                    <a:gd name="connsiteY56" fmla="*/ 1387212 h 2988527"/>
                    <a:gd name="connsiteX57" fmla="*/ 985768 w 985768"/>
                    <a:gd name="connsiteY57" fmla="*/ 1338146 h 2988527"/>
                    <a:gd name="connsiteX58" fmla="*/ 981307 w 985768"/>
                    <a:gd name="connsiteY58" fmla="*/ 1253397 h 2988527"/>
                    <a:gd name="connsiteX59" fmla="*/ 959005 w 985768"/>
                    <a:gd name="connsiteY59" fmla="*/ 1190950 h 2988527"/>
                    <a:gd name="connsiteX60" fmla="*/ 936702 w 985768"/>
                    <a:gd name="connsiteY60" fmla="*/ 1173108 h 2988527"/>
                    <a:gd name="connsiteX61" fmla="*/ 923321 w 985768"/>
                    <a:gd name="connsiteY61" fmla="*/ 1155266 h 2988527"/>
                    <a:gd name="connsiteX62" fmla="*/ 909939 w 985768"/>
                    <a:gd name="connsiteY62" fmla="*/ 1128504 h 2988527"/>
                    <a:gd name="connsiteX63" fmla="*/ 896558 w 985768"/>
                    <a:gd name="connsiteY63" fmla="*/ 1101741 h 2988527"/>
                    <a:gd name="connsiteX64" fmla="*/ 883176 w 985768"/>
                    <a:gd name="connsiteY64" fmla="*/ 1092820 h 2988527"/>
                    <a:gd name="connsiteX65" fmla="*/ 865334 w 985768"/>
                    <a:gd name="connsiteY65" fmla="*/ 1066057 h 2988527"/>
                    <a:gd name="connsiteX66" fmla="*/ 851953 w 985768"/>
                    <a:gd name="connsiteY66" fmla="*/ 1048215 h 2988527"/>
                    <a:gd name="connsiteX67" fmla="*/ 811809 w 985768"/>
                    <a:gd name="connsiteY67" fmla="*/ 1008070 h 2988527"/>
                    <a:gd name="connsiteX68" fmla="*/ 798427 w 985768"/>
                    <a:gd name="connsiteY68" fmla="*/ 994689 h 2988527"/>
                    <a:gd name="connsiteX69" fmla="*/ 780585 w 985768"/>
                    <a:gd name="connsiteY69" fmla="*/ 981307 h 2988527"/>
                    <a:gd name="connsiteX70" fmla="*/ 749362 w 985768"/>
                    <a:gd name="connsiteY70" fmla="*/ 950084 h 2988527"/>
                    <a:gd name="connsiteX71" fmla="*/ 718138 w 985768"/>
                    <a:gd name="connsiteY71" fmla="*/ 932242 h 2988527"/>
                    <a:gd name="connsiteX72" fmla="*/ 709217 w 985768"/>
                    <a:gd name="connsiteY72" fmla="*/ 838572 h 2988527"/>
                    <a:gd name="connsiteX73" fmla="*/ 677994 w 985768"/>
                    <a:gd name="connsiteY73" fmla="*/ 695836 h 2988527"/>
                    <a:gd name="connsiteX74" fmla="*/ 673533 w 985768"/>
                    <a:gd name="connsiteY74" fmla="*/ 624468 h 2988527"/>
                    <a:gd name="connsiteX75" fmla="*/ 660152 w 985768"/>
                    <a:gd name="connsiteY75" fmla="*/ 539719 h 2988527"/>
                    <a:gd name="connsiteX76" fmla="*/ 642310 w 985768"/>
                    <a:gd name="connsiteY76" fmla="*/ 285471 h 2988527"/>
                    <a:gd name="connsiteX77" fmla="*/ 637849 w 985768"/>
                    <a:gd name="connsiteY77" fmla="*/ 156117 h 2988527"/>
                    <a:gd name="connsiteX78" fmla="*/ 651231 w 985768"/>
                    <a:gd name="connsiteY78" fmla="*/ 138275 h 2988527"/>
                    <a:gd name="connsiteX79" fmla="*/ 673533 w 985768"/>
                    <a:gd name="connsiteY79" fmla="*/ 115973 h 2988527"/>
                    <a:gd name="connsiteX80" fmla="*/ 686915 w 985768"/>
                    <a:gd name="connsiteY80" fmla="*/ 102591 h 2988527"/>
                    <a:gd name="connsiteX81" fmla="*/ 718138 w 985768"/>
                    <a:gd name="connsiteY81" fmla="*/ 89210 h 2988527"/>
                    <a:gd name="connsiteX82" fmla="*/ 722599 w 985768"/>
                    <a:gd name="connsiteY82" fmla="*/ 75828 h 2988527"/>
                    <a:gd name="connsiteX83" fmla="*/ 628929 w 985768"/>
                    <a:gd name="connsiteY83" fmla="*/ 44605 h 2988527"/>
                    <a:gd name="connsiteX84" fmla="*/ 620008 w 985768"/>
                    <a:gd name="connsiteY84" fmla="*/ 31224 h 2988527"/>
                    <a:gd name="connsiteX85" fmla="*/ 606626 w 985768"/>
                    <a:gd name="connsiteY85" fmla="*/ 17842 h 2988527"/>
                    <a:gd name="connsiteX86" fmla="*/ 597705 w 985768"/>
                    <a:gd name="connsiteY86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59430 w 985768"/>
                    <a:gd name="connsiteY33" fmla="*/ 2056285 h 2988527"/>
                    <a:gd name="connsiteX34" fmla="*/ 468351 w 985768"/>
                    <a:gd name="connsiteY34" fmla="*/ 2029522 h 2988527"/>
                    <a:gd name="connsiteX35" fmla="*/ 472811 w 985768"/>
                    <a:gd name="connsiteY35" fmla="*/ 2011680 h 2988527"/>
                    <a:gd name="connsiteX36" fmla="*/ 562021 w 985768"/>
                    <a:gd name="connsiteY36" fmla="*/ 1855563 h 2988527"/>
                    <a:gd name="connsiteX37" fmla="*/ 566482 w 985768"/>
                    <a:gd name="connsiteY37" fmla="*/ 1730669 h 2988527"/>
                    <a:gd name="connsiteX38" fmla="*/ 562021 w 985768"/>
                    <a:gd name="connsiteY38" fmla="*/ 1717288 h 2988527"/>
                    <a:gd name="connsiteX39" fmla="*/ 566482 w 985768"/>
                    <a:gd name="connsiteY39" fmla="*/ 1641460 h 2988527"/>
                    <a:gd name="connsiteX40" fmla="*/ 575403 w 985768"/>
                    <a:gd name="connsiteY40" fmla="*/ 1623618 h 2988527"/>
                    <a:gd name="connsiteX41" fmla="*/ 633389 w 985768"/>
                    <a:gd name="connsiteY41" fmla="*/ 1565631 h 2988527"/>
                    <a:gd name="connsiteX42" fmla="*/ 677994 w 985768"/>
                    <a:gd name="connsiteY42" fmla="*/ 1534408 h 2988527"/>
                    <a:gd name="connsiteX43" fmla="*/ 704757 w 985768"/>
                    <a:gd name="connsiteY43" fmla="*/ 1516566 h 2988527"/>
                    <a:gd name="connsiteX44" fmla="*/ 722599 w 985768"/>
                    <a:gd name="connsiteY44" fmla="*/ 1507645 h 2988527"/>
                    <a:gd name="connsiteX45" fmla="*/ 735980 w 985768"/>
                    <a:gd name="connsiteY45" fmla="*/ 1503184 h 2988527"/>
                    <a:gd name="connsiteX46" fmla="*/ 802888 w 985768"/>
                    <a:gd name="connsiteY46" fmla="*/ 1507645 h 2988527"/>
                    <a:gd name="connsiteX47" fmla="*/ 820729 w 985768"/>
                    <a:gd name="connsiteY47" fmla="*/ 1494264 h 2988527"/>
                    <a:gd name="connsiteX48" fmla="*/ 816269 w 985768"/>
                    <a:gd name="connsiteY48" fmla="*/ 1471961 h 2988527"/>
                    <a:gd name="connsiteX49" fmla="*/ 820729 w 985768"/>
                    <a:gd name="connsiteY49" fmla="*/ 1436277 h 2988527"/>
                    <a:gd name="connsiteX50" fmla="*/ 834111 w 985768"/>
                    <a:gd name="connsiteY50" fmla="*/ 1440738 h 2988527"/>
                    <a:gd name="connsiteX51" fmla="*/ 847492 w 985768"/>
                    <a:gd name="connsiteY51" fmla="*/ 1454119 h 2988527"/>
                    <a:gd name="connsiteX52" fmla="*/ 865334 w 985768"/>
                    <a:gd name="connsiteY52" fmla="*/ 1467501 h 2988527"/>
                    <a:gd name="connsiteX53" fmla="*/ 896558 w 985768"/>
                    <a:gd name="connsiteY53" fmla="*/ 1463040 h 2988527"/>
                    <a:gd name="connsiteX54" fmla="*/ 950084 w 985768"/>
                    <a:gd name="connsiteY54" fmla="*/ 1422896 h 2988527"/>
                    <a:gd name="connsiteX55" fmla="*/ 976847 w 985768"/>
                    <a:gd name="connsiteY55" fmla="*/ 1387212 h 2988527"/>
                    <a:gd name="connsiteX56" fmla="*/ 985768 w 985768"/>
                    <a:gd name="connsiteY56" fmla="*/ 1338146 h 2988527"/>
                    <a:gd name="connsiteX57" fmla="*/ 981307 w 985768"/>
                    <a:gd name="connsiteY57" fmla="*/ 1253397 h 2988527"/>
                    <a:gd name="connsiteX58" fmla="*/ 959005 w 985768"/>
                    <a:gd name="connsiteY58" fmla="*/ 1190950 h 2988527"/>
                    <a:gd name="connsiteX59" fmla="*/ 936702 w 985768"/>
                    <a:gd name="connsiteY59" fmla="*/ 1173108 h 2988527"/>
                    <a:gd name="connsiteX60" fmla="*/ 923321 w 985768"/>
                    <a:gd name="connsiteY60" fmla="*/ 1155266 h 2988527"/>
                    <a:gd name="connsiteX61" fmla="*/ 909939 w 985768"/>
                    <a:gd name="connsiteY61" fmla="*/ 1128504 h 2988527"/>
                    <a:gd name="connsiteX62" fmla="*/ 896558 w 985768"/>
                    <a:gd name="connsiteY62" fmla="*/ 1101741 h 2988527"/>
                    <a:gd name="connsiteX63" fmla="*/ 883176 w 985768"/>
                    <a:gd name="connsiteY63" fmla="*/ 1092820 h 2988527"/>
                    <a:gd name="connsiteX64" fmla="*/ 865334 w 985768"/>
                    <a:gd name="connsiteY64" fmla="*/ 1066057 h 2988527"/>
                    <a:gd name="connsiteX65" fmla="*/ 851953 w 985768"/>
                    <a:gd name="connsiteY65" fmla="*/ 1048215 h 2988527"/>
                    <a:gd name="connsiteX66" fmla="*/ 811809 w 985768"/>
                    <a:gd name="connsiteY66" fmla="*/ 1008070 h 2988527"/>
                    <a:gd name="connsiteX67" fmla="*/ 798427 w 985768"/>
                    <a:gd name="connsiteY67" fmla="*/ 994689 h 2988527"/>
                    <a:gd name="connsiteX68" fmla="*/ 780585 w 985768"/>
                    <a:gd name="connsiteY68" fmla="*/ 981307 h 2988527"/>
                    <a:gd name="connsiteX69" fmla="*/ 749362 w 985768"/>
                    <a:gd name="connsiteY69" fmla="*/ 950084 h 2988527"/>
                    <a:gd name="connsiteX70" fmla="*/ 718138 w 985768"/>
                    <a:gd name="connsiteY70" fmla="*/ 932242 h 2988527"/>
                    <a:gd name="connsiteX71" fmla="*/ 709217 w 985768"/>
                    <a:gd name="connsiteY71" fmla="*/ 838572 h 2988527"/>
                    <a:gd name="connsiteX72" fmla="*/ 677994 w 985768"/>
                    <a:gd name="connsiteY72" fmla="*/ 695836 h 2988527"/>
                    <a:gd name="connsiteX73" fmla="*/ 673533 w 985768"/>
                    <a:gd name="connsiteY73" fmla="*/ 624468 h 2988527"/>
                    <a:gd name="connsiteX74" fmla="*/ 660152 w 985768"/>
                    <a:gd name="connsiteY74" fmla="*/ 539719 h 2988527"/>
                    <a:gd name="connsiteX75" fmla="*/ 642310 w 985768"/>
                    <a:gd name="connsiteY75" fmla="*/ 285471 h 2988527"/>
                    <a:gd name="connsiteX76" fmla="*/ 637849 w 985768"/>
                    <a:gd name="connsiteY76" fmla="*/ 156117 h 2988527"/>
                    <a:gd name="connsiteX77" fmla="*/ 651231 w 985768"/>
                    <a:gd name="connsiteY77" fmla="*/ 138275 h 2988527"/>
                    <a:gd name="connsiteX78" fmla="*/ 673533 w 985768"/>
                    <a:gd name="connsiteY78" fmla="*/ 115973 h 2988527"/>
                    <a:gd name="connsiteX79" fmla="*/ 686915 w 985768"/>
                    <a:gd name="connsiteY79" fmla="*/ 102591 h 2988527"/>
                    <a:gd name="connsiteX80" fmla="*/ 718138 w 985768"/>
                    <a:gd name="connsiteY80" fmla="*/ 89210 h 2988527"/>
                    <a:gd name="connsiteX81" fmla="*/ 722599 w 985768"/>
                    <a:gd name="connsiteY81" fmla="*/ 75828 h 2988527"/>
                    <a:gd name="connsiteX82" fmla="*/ 628929 w 985768"/>
                    <a:gd name="connsiteY82" fmla="*/ 44605 h 2988527"/>
                    <a:gd name="connsiteX83" fmla="*/ 620008 w 985768"/>
                    <a:gd name="connsiteY83" fmla="*/ 31224 h 2988527"/>
                    <a:gd name="connsiteX84" fmla="*/ 606626 w 985768"/>
                    <a:gd name="connsiteY84" fmla="*/ 17842 h 2988527"/>
                    <a:gd name="connsiteX85" fmla="*/ 597705 w 985768"/>
                    <a:gd name="connsiteY85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59430 w 985768"/>
                    <a:gd name="connsiteY33" fmla="*/ 2056285 h 2988527"/>
                    <a:gd name="connsiteX34" fmla="*/ 472811 w 985768"/>
                    <a:gd name="connsiteY34" fmla="*/ 2011680 h 2988527"/>
                    <a:gd name="connsiteX35" fmla="*/ 562021 w 985768"/>
                    <a:gd name="connsiteY35" fmla="*/ 1855563 h 2988527"/>
                    <a:gd name="connsiteX36" fmla="*/ 566482 w 985768"/>
                    <a:gd name="connsiteY36" fmla="*/ 1730669 h 2988527"/>
                    <a:gd name="connsiteX37" fmla="*/ 562021 w 985768"/>
                    <a:gd name="connsiteY37" fmla="*/ 1717288 h 2988527"/>
                    <a:gd name="connsiteX38" fmla="*/ 566482 w 985768"/>
                    <a:gd name="connsiteY38" fmla="*/ 1641460 h 2988527"/>
                    <a:gd name="connsiteX39" fmla="*/ 575403 w 985768"/>
                    <a:gd name="connsiteY39" fmla="*/ 1623618 h 2988527"/>
                    <a:gd name="connsiteX40" fmla="*/ 633389 w 985768"/>
                    <a:gd name="connsiteY40" fmla="*/ 1565631 h 2988527"/>
                    <a:gd name="connsiteX41" fmla="*/ 677994 w 985768"/>
                    <a:gd name="connsiteY41" fmla="*/ 1534408 h 2988527"/>
                    <a:gd name="connsiteX42" fmla="*/ 704757 w 985768"/>
                    <a:gd name="connsiteY42" fmla="*/ 1516566 h 2988527"/>
                    <a:gd name="connsiteX43" fmla="*/ 722599 w 985768"/>
                    <a:gd name="connsiteY43" fmla="*/ 1507645 h 2988527"/>
                    <a:gd name="connsiteX44" fmla="*/ 735980 w 985768"/>
                    <a:gd name="connsiteY44" fmla="*/ 1503184 h 2988527"/>
                    <a:gd name="connsiteX45" fmla="*/ 802888 w 985768"/>
                    <a:gd name="connsiteY45" fmla="*/ 1507645 h 2988527"/>
                    <a:gd name="connsiteX46" fmla="*/ 820729 w 985768"/>
                    <a:gd name="connsiteY46" fmla="*/ 1494264 h 2988527"/>
                    <a:gd name="connsiteX47" fmla="*/ 816269 w 985768"/>
                    <a:gd name="connsiteY47" fmla="*/ 1471961 h 2988527"/>
                    <a:gd name="connsiteX48" fmla="*/ 820729 w 985768"/>
                    <a:gd name="connsiteY48" fmla="*/ 1436277 h 2988527"/>
                    <a:gd name="connsiteX49" fmla="*/ 834111 w 985768"/>
                    <a:gd name="connsiteY49" fmla="*/ 1440738 h 2988527"/>
                    <a:gd name="connsiteX50" fmla="*/ 847492 w 985768"/>
                    <a:gd name="connsiteY50" fmla="*/ 1454119 h 2988527"/>
                    <a:gd name="connsiteX51" fmla="*/ 865334 w 985768"/>
                    <a:gd name="connsiteY51" fmla="*/ 1467501 h 2988527"/>
                    <a:gd name="connsiteX52" fmla="*/ 896558 w 985768"/>
                    <a:gd name="connsiteY52" fmla="*/ 1463040 h 2988527"/>
                    <a:gd name="connsiteX53" fmla="*/ 950084 w 985768"/>
                    <a:gd name="connsiteY53" fmla="*/ 1422896 h 2988527"/>
                    <a:gd name="connsiteX54" fmla="*/ 976847 w 985768"/>
                    <a:gd name="connsiteY54" fmla="*/ 1387212 h 2988527"/>
                    <a:gd name="connsiteX55" fmla="*/ 985768 w 985768"/>
                    <a:gd name="connsiteY55" fmla="*/ 1338146 h 2988527"/>
                    <a:gd name="connsiteX56" fmla="*/ 981307 w 985768"/>
                    <a:gd name="connsiteY56" fmla="*/ 1253397 h 2988527"/>
                    <a:gd name="connsiteX57" fmla="*/ 959005 w 985768"/>
                    <a:gd name="connsiteY57" fmla="*/ 1190950 h 2988527"/>
                    <a:gd name="connsiteX58" fmla="*/ 936702 w 985768"/>
                    <a:gd name="connsiteY58" fmla="*/ 1173108 h 2988527"/>
                    <a:gd name="connsiteX59" fmla="*/ 923321 w 985768"/>
                    <a:gd name="connsiteY59" fmla="*/ 1155266 h 2988527"/>
                    <a:gd name="connsiteX60" fmla="*/ 909939 w 985768"/>
                    <a:gd name="connsiteY60" fmla="*/ 1128504 h 2988527"/>
                    <a:gd name="connsiteX61" fmla="*/ 896558 w 985768"/>
                    <a:gd name="connsiteY61" fmla="*/ 1101741 h 2988527"/>
                    <a:gd name="connsiteX62" fmla="*/ 883176 w 985768"/>
                    <a:gd name="connsiteY62" fmla="*/ 1092820 h 2988527"/>
                    <a:gd name="connsiteX63" fmla="*/ 865334 w 985768"/>
                    <a:gd name="connsiteY63" fmla="*/ 1066057 h 2988527"/>
                    <a:gd name="connsiteX64" fmla="*/ 851953 w 985768"/>
                    <a:gd name="connsiteY64" fmla="*/ 1048215 h 2988527"/>
                    <a:gd name="connsiteX65" fmla="*/ 811809 w 985768"/>
                    <a:gd name="connsiteY65" fmla="*/ 1008070 h 2988527"/>
                    <a:gd name="connsiteX66" fmla="*/ 798427 w 985768"/>
                    <a:gd name="connsiteY66" fmla="*/ 994689 h 2988527"/>
                    <a:gd name="connsiteX67" fmla="*/ 780585 w 985768"/>
                    <a:gd name="connsiteY67" fmla="*/ 981307 h 2988527"/>
                    <a:gd name="connsiteX68" fmla="*/ 749362 w 985768"/>
                    <a:gd name="connsiteY68" fmla="*/ 950084 h 2988527"/>
                    <a:gd name="connsiteX69" fmla="*/ 718138 w 985768"/>
                    <a:gd name="connsiteY69" fmla="*/ 932242 h 2988527"/>
                    <a:gd name="connsiteX70" fmla="*/ 709217 w 985768"/>
                    <a:gd name="connsiteY70" fmla="*/ 838572 h 2988527"/>
                    <a:gd name="connsiteX71" fmla="*/ 677994 w 985768"/>
                    <a:gd name="connsiteY71" fmla="*/ 695836 h 2988527"/>
                    <a:gd name="connsiteX72" fmla="*/ 673533 w 985768"/>
                    <a:gd name="connsiteY72" fmla="*/ 624468 h 2988527"/>
                    <a:gd name="connsiteX73" fmla="*/ 660152 w 985768"/>
                    <a:gd name="connsiteY73" fmla="*/ 539719 h 2988527"/>
                    <a:gd name="connsiteX74" fmla="*/ 642310 w 985768"/>
                    <a:gd name="connsiteY74" fmla="*/ 285471 h 2988527"/>
                    <a:gd name="connsiteX75" fmla="*/ 637849 w 985768"/>
                    <a:gd name="connsiteY75" fmla="*/ 156117 h 2988527"/>
                    <a:gd name="connsiteX76" fmla="*/ 651231 w 985768"/>
                    <a:gd name="connsiteY76" fmla="*/ 138275 h 2988527"/>
                    <a:gd name="connsiteX77" fmla="*/ 673533 w 985768"/>
                    <a:gd name="connsiteY77" fmla="*/ 115973 h 2988527"/>
                    <a:gd name="connsiteX78" fmla="*/ 686915 w 985768"/>
                    <a:gd name="connsiteY78" fmla="*/ 102591 h 2988527"/>
                    <a:gd name="connsiteX79" fmla="*/ 718138 w 985768"/>
                    <a:gd name="connsiteY79" fmla="*/ 89210 h 2988527"/>
                    <a:gd name="connsiteX80" fmla="*/ 722599 w 985768"/>
                    <a:gd name="connsiteY80" fmla="*/ 75828 h 2988527"/>
                    <a:gd name="connsiteX81" fmla="*/ 628929 w 985768"/>
                    <a:gd name="connsiteY81" fmla="*/ 44605 h 2988527"/>
                    <a:gd name="connsiteX82" fmla="*/ 620008 w 985768"/>
                    <a:gd name="connsiteY82" fmla="*/ 31224 h 2988527"/>
                    <a:gd name="connsiteX83" fmla="*/ 606626 w 985768"/>
                    <a:gd name="connsiteY83" fmla="*/ 17842 h 2988527"/>
                    <a:gd name="connsiteX84" fmla="*/ 597705 w 985768"/>
                    <a:gd name="connsiteY84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59430 w 985768"/>
                    <a:gd name="connsiteY33" fmla="*/ 2056285 h 2988527"/>
                    <a:gd name="connsiteX34" fmla="*/ 499574 w 985768"/>
                    <a:gd name="connsiteY34" fmla="*/ 1984917 h 2988527"/>
                    <a:gd name="connsiteX35" fmla="*/ 562021 w 985768"/>
                    <a:gd name="connsiteY35" fmla="*/ 1855563 h 2988527"/>
                    <a:gd name="connsiteX36" fmla="*/ 566482 w 985768"/>
                    <a:gd name="connsiteY36" fmla="*/ 1730669 h 2988527"/>
                    <a:gd name="connsiteX37" fmla="*/ 562021 w 985768"/>
                    <a:gd name="connsiteY37" fmla="*/ 1717288 h 2988527"/>
                    <a:gd name="connsiteX38" fmla="*/ 566482 w 985768"/>
                    <a:gd name="connsiteY38" fmla="*/ 1641460 h 2988527"/>
                    <a:gd name="connsiteX39" fmla="*/ 575403 w 985768"/>
                    <a:gd name="connsiteY39" fmla="*/ 1623618 h 2988527"/>
                    <a:gd name="connsiteX40" fmla="*/ 633389 w 985768"/>
                    <a:gd name="connsiteY40" fmla="*/ 1565631 h 2988527"/>
                    <a:gd name="connsiteX41" fmla="*/ 677994 w 985768"/>
                    <a:gd name="connsiteY41" fmla="*/ 1534408 h 2988527"/>
                    <a:gd name="connsiteX42" fmla="*/ 704757 w 985768"/>
                    <a:gd name="connsiteY42" fmla="*/ 1516566 h 2988527"/>
                    <a:gd name="connsiteX43" fmla="*/ 722599 w 985768"/>
                    <a:gd name="connsiteY43" fmla="*/ 1507645 h 2988527"/>
                    <a:gd name="connsiteX44" fmla="*/ 735980 w 985768"/>
                    <a:gd name="connsiteY44" fmla="*/ 1503184 h 2988527"/>
                    <a:gd name="connsiteX45" fmla="*/ 802888 w 985768"/>
                    <a:gd name="connsiteY45" fmla="*/ 1507645 h 2988527"/>
                    <a:gd name="connsiteX46" fmla="*/ 820729 w 985768"/>
                    <a:gd name="connsiteY46" fmla="*/ 1494264 h 2988527"/>
                    <a:gd name="connsiteX47" fmla="*/ 816269 w 985768"/>
                    <a:gd name="connsiteY47" fmla="*/ 1471961 h 2988527"/>
                    <a:gd name="connsiteX48" fmla="*/ 820729 w 985768"/>
                    <a:gd name="connsiteY48" fmla="*/ 1436277 h 2988527"/>
                    <a:gd name="connsiteX49" fmla="*/ 834111 w 985768"/>
                    <a:gd name="connsiteY49" fmla="*/ 1440738 h 2988527"/>
                    <a:gd name="connsiteX50" fmla="*/ 847492 w 985768"/>
                    <a:gd name="connsiteY50" fmla="*/ 1454119 h 2988527"/>
                    <a:gd name="connsiteX51" fmla="*/ 865334 w 985768"/>
                    <a:gd name="connsiteY51" fmla="*/ 1467501 h 2988527"/>
                    <a:gd name="connsiteX52" fmla="*/ 896558 w 985768"/>
                    <a:gd name="connsiteY52" fmla="*/ 1463040 h 2988527"/>
                    <a:gd name="connsiteX53" fmla="*/ 950084 w 985768"/>
                    <a:gd name="connsiteY53" fmla="*/ 1422896 h 2988527"/>
                    <a:gd name="connsiteX54" fmla="*/ 976847 w 985768"/>
                    <a:gd name="connsiteY54" fmla="*/ 1387212 h 2988527"/>
                    <a:gd name="connsiteX55" fmla="*/ 985768 w 985768"/>
                    <a:gd name="connsiteY55" fmla="*/ 1338146 h 2988527"/>
                    <a:gd name="connsiteX56" fmla="*/ 981307 w 985768"/>
                    <a:gd name="connsiteY56" fmla="*/ 1253397 h 2988527"/>
                    <a:gd name="connsiteX57" fmla="*/ 959005 w 985768"/>
                    <a:gd name="connsiteY57" fmla="*/ 1190950 h 2988527"/>
                    <a:gd name="connsiteX58" fmla="*/ 936702 w 985768"/>
                    <a:gd name="connsiteY58" fmla="*/ 1173108 h 2988527"/>
                    <a:gd name="connsiteX59" fmla="*/ 923321 w 985768"/>
                    <a:gd name="connsiteY59" fmla="*/ 1155266 h 2988527"/>
                    <a:gd name="connsiteX60" fmla="*/ 909939 w 985768"/>
                    <a:gd name="connsiteY60" fmla="*/ 1128504 h 2988527"/>
                    <a:gd name="connsiteX61" fmla="*/ 896558 w 985768"/>
                    <a:gd name="connsiteY61" fmla="*/ 1101741 h 2988527"/>
                    <a:gd name="connsiteX62" fmla="*/ 883176 w 985768"/>
                    <a:gd name="connsiteY62" fmla="*/ 1092820 h 2988527"/>
                    <a:gd name="connsiteX63" fmla="*/ 865334 w 985768"/>
                    <a:gd name="connsiteY63" fmla="*/ 1066057 h 2988527"/>
                    <a:gd name="connsiteX64" fmla="*/ 851953 w 985768"/>
                    <a:gd name="connsiteY64" fmla="*/ 1048215 h 2988527"/>
                    <a:gd name="connsiteX65" fmla="*/ 811809 w 985768"/>
                    <a:gd name="connsiteY65" fmla="*/ 1008070 h 2988527"/>
                    <a:gd name="connsiteX66" fmla="*/ 798427 w 985768"/>
                    <a:gd name="connsiteY66" fmla="*/ 994689 h 2988527"/>
                    <a:gd name="connsiteX67" fmla="*/ 780585 w 985768"/>
                    <a:gd name="connsiteY67" fmla="*/ 981307 h 2988527"/>
                    <a:gd name="connsiteX68" fmla="*/ 749362 w 985768"/>
                    <a:gd name="connsiteY68" fmla="*/ 950084 h 2988527"/>
                    <a:gd name="connsiteX69" fmla="*/ 718138 w 985768"/>
                    <a:gd name="connsiteY69" fmla="*/ 932242 h 2988527"/>
                    <a:gd name="connsiteX70" fmla="*/ 709217 w 985768"/>
                    <a:gd name="connsiteY70" fmla="*/ 838572 h 2988527"/>
                    <a:gd name="connsiteX71" fmla="*/ 677994 w 985768"/>
                    <a:gd name="connsiteY71" fmla="*/ 695836 h 2988527"/>
                    <a:gd name="connsiteX72" fmla="*/ 673533 w 985768"/>
                    <a:gd name="connsiteY72" fmla="*/ 624468 h 2988527"/>
                    <a:gd name="connsiteX73" fmla="*/ 660152 w 985768"/>
                    <a:gd name="connsiteY73" fmla="*/ 539719 h 2988527"/>
                    <a:gd name="connsiteX74" fmla="*/ 642310 w 985768"/>
                    <a:gd name="connsiteY74" fmla="*/ 285471 h 2988527"/>
                    <a:gd name="connsiteX75" fmla="*/ 637849 w 985768"/>
                    <a:gd name="connsiteY75" fmla="*/ 156117 h 2988527"/>
                    <a:gd name="connsiteX76" fmla="*/ 651231 w 985768"/>
                    <a:gd name="connsiteY76" fmla="*/ 138275 h 2988527"/>
                    <a:gd name="connsiteX77" fmla="*/ 673533 w 985768"/>
                    <a:gd name="connsiteY77" fmla="*/ 115973 h 2988527"/>
                    <a:gd name="connsiteX78" fmla="*/ 686915 w 985768"/>
                    <a:gd name="connsiteY78" fmla="*/ 102591 h 2988527"/>
                    <a:gd name="connsiteX79" fmla="*/ 718138 w 985768"/>
                    <a:gd name="connsiteY79" fmla="*/ 89210 h 2988527"/>
                    <a:gd name="connsiteX80" fmla="*/ 722599 w 985768"/>
                    <a:gd name="connsiteY80" fmla="*/ 75828 h 2988527"/>
                    <a:gd name="connsiteX81" fmla="*/ 628929 w 985768"/>
                    <a:gd name="connsiteY81" fmla="*/ 44605 h 2988527"/>
                    <a:gd name="connsiteX82" fmla="*/ 620008 w 985768"/>
                    <a:gd name="connsiteY82" fmla="*/ 31224 h 2988527"/>
                    <a:gd name="connsiteX83" fmla="*/ 606626 w 985768"/>
                    <a:gd name="connsiteY83" fmla="*/ 17842 h 2988527"/>
                    <a:gd name="connsiteX84" fmla="*/ 597705 w 985768"/>
                    <a:gd name="connsiteY84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46049 w 985768"/>
                    <a:gd name="connsiteY32" fmla="*/ 2100890 h 2988527"/>
                    <a:gd name="connsiteX33" fmla="*/ 499574 w 985768"/>
                    <a:gd name="connsiteY33" fmla="*/ 1984917 h 2988527"/>
                    <a:gd name="connsiteX34" fmla="*/ 562021 w 985768"/>
                    <a:gd name="connsiteY34" fmla="*/ 1855563 h 2988527"/>
                    <a:gd name="connsiteX35" fmla="*/ 566482 w 985768"/>
                    <a:gd name="connsiteY35" fmla="*/ 1730669 h 2988527"/>
                    <a:gd name="connsiteX36" fmla="*/ 562021 w 985768"/>
                    <a:gd name="connsiteY36" fmla="*/ 1717288 h 2988527"/>
                    <a:gd name="connsiteX37" fmla="*/ 566482 w 985768"/>
                    <a:gd name="connsiteY37" fmla="*/ 1641460 h 2988527"/>
                    <a:gd name="connsiteX38" fmla="*/ 575403 w 985768"/>
                    <a:gd name="connsiteY38" fmla="*/ 1623618 h 2988527"/>
                    <a:gd name="connsiteX39" fmla="*/ 633389 w 985768"/>
                    <a:gd name="connsiteY39" fmla="*/ 1565631 h 2988527"/>
                    <a:gd name="connsiteX40" fmla="*/ 677994 w 985768"/>
                    <a:gd name="connsiteY40" fmla="*/ 1534408 h 2988527"/>
                    <a:gd name="connsiteX41" fmla="*/ 704757 w 985768"/>
                    <a:gd name="connsiteY41" fmla="*/ 1516566 h 2988527"/>
                    <a:gd name="connsiteX42" fmla="*/ 722599 w 985768"/>
                    <a:gd name="connsiteY42" fmla="*/ 1507645 h 2988527"/>
                    <a:gd name="connsiteX43" fmla="*/ 735980 w 985768"/>
                    <a:gd name="connsiteY43" fmla="*/ 1503184 h 2988527"/>
                    <a:gd name="connsiteX44" fmla="*/ 802888 w 985768"/>
                    <a:gd name="connsiteY44" fmla="*/ 1507645 h 2988527"/>
                    <a:gd name="connsiteX45" fmla="*/ 820729 w 985768"/>
                    <a:gd name="connsiteY45" fmla="*/ 1494264 h 2988527"/>
                    <a:gd name="connsiteX46" fmla="*/ 816269 w 985768"/>
                    <a:gd name="connsiteY46" fmla="*/ 1471961 h 2988527"/>
                    <a:gd name="connsiteX47" fmla="*/ 820729 w 985768"/>
                    <a:gd name="connsiteY47" fmla="*/ 1436277 h 2988527"/>
                    <a:gd name="connsiteX48" fmla="*/ 834111 w 985768"/>
                    <a:gd name="connsiteY48" fmla="*/ 1440738 h 2988527"/>
                    <a:gd name="connsiteX49" fmla="*/ 847492 w 985768"/>
                    <a:gd name="connsiteY49" fmla="*/ 1454119 h 2988527"/>
                    <a:gd name="connsiteX50" fmla="*/ 865334 w 985768"/>
                    <a:gd name="connsiteY50" fmla="*/ 1467501 h 2988527"/>
                    <a:gd name="connsiteX51" fmla="*/ 896558 w 985768"/>
                    <a:gd name="connsiteY51" fmla="*/ 1463040 h 2988527"/>
                    <a:gd name="connsiteX52" fmla="*/ 950084 w 985768"/>
                    <a:gd name="connsiteY52" fmla="*/ 1422896 h 2988527"/>
                    <a:gd name="connsiteX53" fmla="*/ 976847 w 985768"/>
                    <a:gd name="connsiteY53" fmla="*/ 1387212 h 2988527"/>
                    <a:gd name="connsiteX54" fmla="*/ 985768 w 985768"/>
                    <a:gd name="connsiteY54" fmla="*/ 1338146 h 2988527"/>
                    <a:gd name="connsiteX55" fmla="*/ 981307 w 985768"/>
                    <a:gd name="connsiteY55" fmla="*/ 1253397 h 2988527"/>
                    <a:gd name="connsiteX56" fmla="*/ 959005 w 985768"/>
                    <a:gd name="connsiteY56" fmla="*/ 1190950 h 2988527"/>
                    <a:gd name="connsiteX57" fmla="*/ 936702 w 985768"/>
                    <a:gd name="connsiteY57" fmla="*/ 1173108 h 2988527"/>
                    <a:gd name="connsiteX58" fmla="*/ 923321 w 985768"/>
                    <a:gd name="connsiteY58" fmla="*/ 1155266 h 2988527"/>
                    <a:gd name="connsiteX59" fmla="*/ 909939 w 985768"/>
                    <a:gd name="connsiteY59" fmla="*/ 1128504 h 2988527"/>
                    <a:gd name="connsiteX60" fmla="*/ 896558 w 985768"/>
                    <a:gd name="connsiteY60" fmla="*/ 1101741 h 2988527"/>
                    <a:gd name="connsiteX61" fmla="*/ 883176 w 985768"/>
                    <a:gd name="connsiteY61" fmla="*/ 1092820 h 2988527"/>
                    <a:gd name="connsiteX62" fmla="*/ 865334 w 985768"/>
                    <a:gd name="connsiteY62" fmla="*/ 1066057 h 2988527"/>
                    <a:gd name="connsiteX63" fmla="*/ 851953 w 985768"/>
                    <a:gd name="connsiteY63" fmla="*/ 1048215 h 2988527"/>
                    <a:gd name="connsiteX64" fmla="*/ 811809 w 985768"/>
                    <a:gd name="connsiteY64" fmla="*/ 1008070 h 2988527"/>
                    <a:gd name="connsiteX65" fmla="*/ 798427 w 985768"/>
                    <a:gd name="connsiteY65" fmla="*/ 994689 h 2988527"/>
                    <a:gd name="connsiteX66" fmla="*/ 780585 w 985768"/>
                    <a:gd name="connsiteY66" fmla="*/ 981307 h 2988527"/>
                    <a:gd name="connsiteX67" fmla="*/ 749362 w 985768"/>
                    <a:gd name="connsiteY67" fmla="*/ 950084 h 2988527"/>
                    <a:gd name="connsiteX68" fmla="*/ 718138 w 985768"/>
                    <a:gd name="connsiteY68" fmla="*/ 932242 h 2988527"/>
                    <a:gd name="connsiteX69" fmla="*/ 709217 w 985768"/>
                    <a:gd name="connsiteY69" fmla="*/ 838572 h 2988527"/>
                    <a:gd name="connsiteX70" fmla="*/ 677994 w 985768"/>
                    <a:gd name="connsiteY70" fmla="*/ 695836 h 2988527"/>
                    <a:gd name="connsiteX71" fmla="*/ 673533 w 985768"/>
                    <a:gd name="connsiteY71" fmla="*/ 624468 h 2988527"/>
                    <a:gd name="connsiteX72" fmla="*/ 660152 w 985768"/>
                    <a:gd name="connsiteY72" fmla="*/ 539719 h 2988527"/>
                    <a:gd name="connsiteX73" fmla="*/ 642310 w 985768"/>
                    <a:gd name="connsiteY73" fmla="*/ 285471 h 2988527"/>
                    <a:gd name="connsiteX74" fmla="*/ 637849 w 985768"/>
                    <a:gd name="connsiteY74" fmla="*/ 156117 h 2988527"/>
                    <a:gd name="connsiteX75" fmla="*/ 651231 w 985768"/>
                    <a:gd name="connsiteY75" fmla="*/ 138275 h 2988527"/>
                    <a:gd name="connsiteX76" fmla="*/ 673533 w 985768"/>
                    <a:gd name="connsiteY76" fmla="*/ 115973 h 2988527"/>
                    <a:gd name="connsiteX77" fmla="*/ 686915 w 985768"/>
                    <a:gd name="connsiteY77" fmla="*/ 102591 h 2988527"/>
                    <a:gd name="connsiteX78" fmla="*/ 718138 w 985768"/>
                    <a:gd name="connsiteY78" fmla="*/ 89210 h 2988527"/>
                    <a:gd name="connsiteX79" fmla="*/ 722599 w 985768"/>
                    <a:gd name="connsiteY79" fmla="*/ 75828 h 2988527"/>
                    <a:gd name="connsiteX80" fmla="*/ 628929 w 985768"/>
                    <a:gd name="connsiteY80" fmla="*/ 44605 h 2988527"/>
                    <a:gd name="connsiteX81" fmla="*/ 620008 w 985768"/>
                    <a:gd name="connsiteY81" fmla="*/ 31224 h 2988527"/>
                    <a:gd name="connsiteX82" fmla="*/ 606626 w 985768"/>
                    <a:gd name="connsiteY82" fmla="*/ 17842 h 2988527"/>
                    <a:gd name="connsiteX83" fmla="*/ 597705 w 985768"/>
                    <a:gd name="connsiteY83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28207 w 985768"/>
                    <a:gd name="connsiteY31" fmla="*/ 2127653 h 2988527"/>
                    <a:gd name="connsiteX32" fmla="*/ 468351 w 985768"/>
                    <a:gd name="connsiteY32" fmla="*/ 2127653 h 2988527"/>
                    <a:gd name="connsiteX33" fmla="*/ 499574 w 985768"/>
                    <a:gd name="connsiteY33" fmla="*/ 1984917 h 2988527"/>
                    <a:gd name="connsiteX34" fmla="*/ 562021 w 985768"/>
                    <a:gd name="connsiteY34" fmla="*/ 1855563 h 2988527"/>
                    <a:gd name="connsiteX35" fmla="*/ 566482 w 985768"/>
                    <a:gd name="connsiteY35" fmla="*/ 1730669 h 2988527"/>
                    <a:gd name="connsiteX36" fmla="*/ 562021 w 985768"/>
                    <a:gd name="connsiteY36" fmla="*/ 1717288 h 2988527"/>
                    <a:gd name="connsiteX37" fmla="*/ 566482 w 985768"/>
                    <a:gd name="connsiteY37" fmla="*/ 1641460 h 2988527"/>
                    <a:gd name="connsiteX38" fmla="*/ 575403 w 985768"/>
                    <a:gd name="connsiteY38" fmla="*/ 1623618 h 2988527"/>
                    <a:gd name="connsiteX39" fmla="*/ 633389 w 985768"/>
                    <a:gd name="connsiteY39" fmla="*/ 1565631 h 2988527"/>
                    <a:gd name="connsiteX40" fmla="*/ 677994 w 985768"/>
                    <a:gd name="connsiteY40" fmla="*/ 1534408 h 2988527"/>
                    <a:gd name="connsiteX41" fmla="*/ 704757 w 985768"/>
                    <a:gd name="connsiteY41" fmla="*/ 1516566 h 2988527"/>
                    <a:gd name="connsiteX42" fmla="*/ 722599 w 985768"/>
                    <a:gd name="connsiteY42" fmla="*/ 1507645 h 2988527"/>
                    <a:gd name="connsiteX43" fmla="*/ 735980 w 985768"/>
                    <a:gd name="connsiteY43" fmla="*/ 1503184 h 2988527"/>
                    <a:gd name="connsiteX44" fmla="*/ 802888 w 985768"/>
                    <a:gd name="connsiteY44" fmla="*/ 1507645 h 2988527"/>
                    <a:gd name="connsiteX45" fmla="*/ 820729 w 985768"/>
                    <a:gd name="connsiteY45" fmla="*/ 1494264 h 2988527"/>
                    <a:gd name="connsiteX46" fmla="*/ 816269 w 985768"/>
                    <a:gd name="connsiteY46" fmla="*/ 1471961 h 2988527"/>
                    <a:gd name="connsiteX47" fmla="*/ 820729 w 985768"/>
                    <a:gd name="connsiteY47" fmla="*/ 1436277 h 2988527"/>
                    <a:gd name="connsiteX48" fmla="*/ 834111 w 985768"/>
                    <a:gd name="connsiteY48" fmla="*/ 1440738 h 2988527"/>
                    <a:gd name="connsiteX49" fmla="*/ 847492 w 985768"/>
                    <a:gd name="connsiteY49" fmla="*/ 1454119 h 2988527"/>
                    <a:gd name="connsiteX50" fmla="*/ 865334 w 985768"/>
                    <a:gd name="connsiteY50" fmla="*/ 1467501 h 2988527"/>
                    <a:gd name="connsiteX51" fmla="*/ 896558 w 985768"/>
                    <a:gd name="connsiteY51" fmla="*/ 1463040 h 2988527"/>
                    <a:gd name="connsiteX52" fmla="*/ 950084 w 985768"/>
                    <a:gd name="connsiteY52" fmla="*/ 1422896 h 2988527"/>
                    <a:gd name="connsiteX53" fmla="*/ 976847 w 985768"/>
                    <a:gd name="connsiteY53" fmla="*/ 1387212 h 2988527"/>
                    <a:gd name="connsiteX54" fmla="*/ 985768 w 985768"/>
                    <a:gd name="connsiteY54" fmla="*/ 1338146 h 2988527"/>
                    <a:gd name="connsiteX55" fmla="*/ 981307 w 985768"/>
                    <a:gd name="connsiteY55" fmla="*/ 1253397 h 2988527"/>
                    <a:gd name="connsiteX56" fmla="*/ 959005 w 985768"/>
                    <a:gd name="connsiteY56" fmla="*/ 1190950 h 2988527"/>
                    <a:gd name="connsiteX57" fmla="*/ 936702 w 985768"/>
                    <a:gd name="connsiteY57" fmla="*/ 1173108 h 2988527"/>
                    <a:gd name="connsiteX58" fmla="*/ 923321 w 985768"/>
                    <a:gd name="connsiteY58" fmla="*/ 1155266 h 2988527"/>
                    <a:gd name="connsiteX59" fmla="*/ 909939 w 985768"/>
                    <a:gd name="connsiteY59" fmla="*/ 1128504 h 2988527"/>
                    <a:gd name="connsiteX60" fmla="*/ 896558 w 985768"/>
                    <a:gd name="connsiteY60" fmla="*/ 1101741 h 2988527"/>
                    <a:gd name="connsiteX61" fmla="*/ 883176 w 985768"/>
                    <a:gd name="connsiteY61" fmla="*/ 1092820 h 2988527"/>
                    <a:gd name="connsiteX62" fmla="*/ 865334 w 985768"/>
                    <a:gd name="connsiteY62" fmla="*/ 1066057 h 2988527"/>
                    <a:gd name="connsiteX63" fmla="*/ 851953 w 985768"/>
                    <a:gd name="connsiteY63" fmla="*/ 1048215 h 2988527"/>
                    <a:gd name="connsiteX64" fmla="*/ 811809 w 985768"/>
                    <a:gd name="connsiteY64" fmla="*/ 1008070 h 2988527"/>
                    <a:gd name="connsiteX65" fmla="*/ 798427 w 985768"/>
                    <a:gd name="connsiteY65" fmla="*/ 994689 h 2988527"/>
                    <a:gd name="connsiteX66" fmla="*/ 780585 w 985768"/>
                    <a:gd name="connsiteY66" fmla="*/ 981307 h 2988527"/>
                    <a:gd name="connsiteX67" fmla="*/ 749362 w 985768"/>
                    <a:gd name="connsiteY67" fmla="*/ 950084 h 2988527"/>
                    <a:gd name="connsiteX68" fmla="*/ 718138 w 985768"/>
                    <a:gd name="connsiteY68" fmla="*/ 932242 h 2988527"/>
                    <a:gd name="connsiteX69" fmla="*/ 709217 w 985768"/>
                    <a:gd name="connsiteY69" fmla="*/ 838572 h 2988527"/>
                    <a:gd name="connsiteX70" fmla="*/ 677994 w 985768"/>
                    <a:gd name="connsiteY70" fmla="*/ 695836 h 2988527"/>
                    <a:gd name="connsiteX71" fmla="*/ 673533 w 985768"/>
                    <a:gd name="connsiteY71" fmla="*/ 624468 h 2988527"/>
                    <a:gd name="connsiteX72" fmla="*/ 660152 w 985768"/>
                    <a:gd name="connsiteY72" fmla="*/ 539719 h 2988527"/>
                    <a:gd name="connsiteX73" fmla="*/ 642310 w 985768"/>
                    <a:gd name="connsiteY73" fmla="*/ 285471 h 2988527"/>
                    <a:gd name="connsiteX74" fmla="*/ 637849 w 985768"/>
                    <a:gd name="connsiteY74" fmla="*/ 156117 h 2988527"/>
                    <a:gd name="connsiteX75" fmla="*/ 651231 w 985768"/>
                    <a:gd name="connsiteY75" fmla="*/ 138275 h 2988527"/>
                    <a:gd name="connsiteX76" fmla="*/ 673533 w 985768"/>
                    <a:gd name="connsiteY76" fmla="*/ 115973 h 2988527"/>
                    <a:gd name="connsiteX77" fmla="*/ 686915 w 985768"/>
                    <a:gd name="connsiteY77" fmla="*/ 102591 h 2988527"/>
                    <a:gd name="connsiteX78" fmla="*/ 718138 w 985768"/>
                    <a:gd name="connsiteY78" fmla="*/ 89210 h 2988527"/>
                    <a:gd name="connsiteX79" fmla="*/ 722599 w 985768"/>
                    <a:gd name="connsiteY79" fmla="*/ 75828 h 2988527"/>
                    <a:gd name="connsiteX80" fmla="*/ 628929 w 985768"/>
                    <a:gd name="connsiteY80" fmla="*/ 44605 h 2988527"/>
                    <a:gd name="connsiteX81" fmla="*/ 620008 w 985768"/>
                    <a:gd name="connsiteY81" fmla="*/ 31224 h 2988527"/>
                    <a:gd name="connsiteX82" fmla="*/ 606626 w 985768"/>
                    <a:gd name="connsiteY82" fmla="*/ 17842 h 2988527"/>
                    <a:gd name="connsiteX83" fmla="*/ 597705 w 985768"/>
                    <a:gd name="connsiteY83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23746 w 985768"/>
                    <a:gd name="connsiteY30" fmla="*/ 2145495 h 2988527"/>
                    <a:gd name="connsiteX31" fmla="*/ 468351 w 985768"/>
                    <a:gd name="connsiteY31" fmla="*/ 2127653 h 2988527"/>
                    <a:gd name="connsiteX32" fmla="*/ 499574 w 985768"/>
                    <a:gd name="connsiteY32" fmla="*/ 1984917 h 2988527"/>
                    <a:gd name="connsiteX33" fmla="*/ 562021 w 985768"/>
                    <a:gd name="connsiteY33" fmla="*/ 1855563 h 2988527"/>
                    <a:gd name="connsiteX34" fmla="*/ 566482 w 985768"/>
                    <a:gd name="connsiteY34" fmla="*/ 1730669 h 2988527"/>
                    <a:gd name="connsiteX35" fmla="*/ 562021 w 985768"/>
                    <a:gd name="connsiteY35" fmla="*/ 1717288 h 2988527"/>
                    <a:gd name="connsiteX36" fmla="*/ 566482 w 985768"/>
                    <a:gd name="connsiteY36" fmla="*/ 1641460 h 2988527"/>
                    <a:gd name="connsiteX37" fmla="*/ 575403 w 985768"/>
                    <a:gd name="connsiteY37" fmla="*/ 1623618 h 2988527"/>
                    <a:gd name="connsiteX38" fmla="*/ 633389 w 985768"/>
                    <a:gd name="connsiteY38" fmla="*/ 1565631 h 2988527"/>
                    <a:gd name="connsiteX39" fmla="*/ 677994 w 985768"/>
                    <a:gd name="connsiteY39" fmla="*/ 1534408 h 2988527"/>
                    <a:gd name="connsiteX40" fmla="*/ 704757 w 985768"/>
                    <a:gd name="connsiteY40" fmla="*/ 1516566 h 2988527"/>
                    <a:gd name="connsiteX41" fmla="*/ 722599 w 985768"/>
                    <a:gd name="connsiteY41" fmla="*/ 1507645 h 2988527"/>
                    <a:gd name="connsiteX42" fmla="*/ 735980 w 985768"/>
                    <a:gd name="connsiteY42" fmla="*/ 1503184 h 2988527"/>
                    <a:gd name="connsiteX43" fmla="*/ 802888 w 985768"/>
                    <a:gd name="connsiteY43" fmla="*/ 1507645 h 2988527"/>
                    <a:gd name="connsiteX44" fmla="*/ 820729 w 985768"/>
                    <a:gd name="connsiteY44" fmla="*/ 1494264 h 2988527"/>
                    <a:gd name="connsiteX45" fmla="*/ 816269 w 985768"/>
                    <a:gd name="connsiteY45" fmla="*/ 1471961 h 2988527"/>
                    <a:gd name="connsiteX46" fmla="*/ 820729 w 985768"/>
                    <a:gd name="connsiteY46" fmla="*/ 1436277 h 2988527"/>
                    <a:gd name="connsiteX47" fmla="*/ 834111 w 985768"/>
                    <a:gd name="connsiteY47" fmla="*/ 1440738 h 2988527"/>
                    <a:gd name="connsiteX48" fmla="*/ 847492 w 985768"/>
                    <a:gd name="connsiteY48" fmla="*/ 1454119 h 2988527"/>
                    <a:gd name="connsiteX49" fmla="*/ 865334 w 985768"/>
                    <a:gd name="connsiteY49" fmla="*/ 1467501 h 2988527"/>
                    <a:gd name="connsiteX50" fmla="*/ 896558 w 985768"/>
                    <a:gd name="connsiteY50" fmla="*/ 1463040 h 2988527"/>
                    <a:gd name="connsiteX51" fmla="*/ 950084 w 985768"/>
                    <a:gd name="connsiteY51" fmla="*/ 1422896 h 2988527"/>
                    <a:gd name="connsiteX52" fmla="*/ 976847 w 985768"/>
                    <a:gd name="connsiteY52" fmla="*/ 1387212 h 2988527"/>
                    <a:gd name="connsiteX53" fmla="*/ 985768 w 985768"/>
                    <a:gd name="connsiteY53" fmla="*/ 1338146 h 2988527"/>
                    <a:gd name="connsiteX54" fmla="*/ 981307 w 985768"/>
                    <a:gd name="connsiteY54" fmla="*/ 1253397 h 2988527"/>
                    <a:gd name="connsiteX55" fmla="*/ 959005 w 985768"/>
                    <a:gd name="connsiteY55" fmla="*/ 1190950 h 2988527"/>
                    <a:gd name="connsiteX56" fmla="*/ 936702 w 985768"/>
                    <a:gd name="connsiteY56" fmla="*/ 1173108 h 2988527"/>
                    <a:gd name="connsiteX57" fmla="*/ 923321 w 985768"/>
                    <a:gd name="connsiteY57" fmla="*/ 1155266 h 2988527"/>
                    <a:gd name="connsiteX58" fmla="*/ 909939 w 985768"/>
                    <a:gd name="connsiteY58" fmla="*/ 1128504 h 2988527"/>
                    <a:gd name="connsiteX59" fmla="*/ 896558 w 985768"/>
                    <a:gd name="connsiteY59" fmla="*/ 1101741 h 2988527"/>
                    <a:gd name="connsiteX60" fmla="*/ 883176 w 985768"/>
                    <a:gd name="connsiteY60" fmla="*/ 1092820 h 2988527"/>
                    <a:gd name="connsiteX61" fmla="*/ 865334 w 985768"/>
                    <a:gd name="connsiteY61" fmla="*/ 1066057 h 2988527"/>
                    <a:gd name="connsiteX62" fmla="*/ 851953 w 985768"/>
                    <a:gd name="connsiteY62" fmla="*/ 1048215 h 2988527"/>
                    <a:gd name="connsiteX63" fmla="*/ 811809 w 985768"/>
                    <a:gd name="connsiteY63" fmla="*/ 1008070 h 2988527"/>
                    <a:gd name="connsiteX64" fmla="*/ 798427 w 985768"/>
                    <a:gd name="connsiteY64" fmla="*/ 994689 h 2988527"/>
                    <a:gd name="connsiteX65" fmla="*/ 780585 w 985768"/>
                    <a:gd name="connsiteY65" fmla="*/ 981307 h 2988527"/>
                    <a:gd name="connsiteX66" fmla="*/ 749362 w 985768"/>
                    <a:gd name="connsiteY66" fmla="*/ 950084 h 2988527"/>
                    <a:gd name="connsiteX67" fmla="*/ 718138 w 985768"/>
                    <a:gd name="connsiteY67" fmla="*/ 932242 h 2988527"/>
                    <a:gd name="connsiteX68" fmla="*/ 709217 w 985768"/>
                    <a:gd name="connsiteY68" fmla="*/ 838572 h 2988527"/>
                    <a:gd name="connsiteX69" fmla="*/ 677994 w 985768"/>
                    <a:gd name="connsiteY69" fmla="*/ 695836 h 2988527"/>
                    <a:gd name="connsiteX70" fmla="*/ 673533 w 985768"/>
                    <a:gd name="connsiteY70" fmla="*/ 624468 h 2988527"/>
                    <a:gd name="connsiteX71" fmla="*/ 660152 w 985768"/>
                    <a:gd name="connsiteY71" fmla="*/ 539719 h 2988527"/>
                    <a:gd name="connsiteX72" fmla="*/ 642310 w 985768"/>
                    <a:gd name="connsiteY72" fmla="*/ 285471 h 2988527"/>
                    <a:gd name="connsiteX73" fmla="*/ 637849 w 985768"/>
                    <a:gd name="connsiteY73" fmla="*/ 156117 h 2988527"/>
                    <a:gd name="connsiteX74" fmla="*/ 651231 w 985768"/>
                    <a:gd name="connsiteY74" fmla="*/ 138275 h 2988527"/>
                    <a:gd name="connsiteX75" fmla="*/ 673533 w 985768"/>
                    <a:gd name="connsiteY75" fmla="*/ 115973 h 2988527"/>
                    <a:gd name="connsiteX76" fmla="*/ 686915 w 985768"/>
                    <a:gd name="connsiteY76" fmla="*/ 102591 h 2988527"/>
                    <a:gd name="connsiteX77" fmla="*/ 718138 w 985768"/>
                    <a:gd name="connsiteY77" fmla="*/ 89210 h 2988527"/>
                    <a:gd name="connsiteX78" fmla="*/ 722599 w 985768"/>
                    <a:gd name="connsiteY78" fmla="*/ 75828 h 2988527"/>
                    <a:gd name="connsiteX79" fmla="*/ 628929 w 985768"/>
                    <a:gd name="connsiteY79" fmla="*/ 44605 h 2988527"/>
                    <a:gd name="connsiteX80" fmla="*/ 620008 w 985768"/>
                    <a:gd name="connsiteY80" fmla="*/ 31224 h 2988527"/>
                    <a:gd name="connsiteX81" fmla="*/ 606626 w 985768"/>
                    <a:gd name="connsiteY81" fmla="*/ 17842 h 2988527"/>
                    <a:gd name="connsiteX82" fmla="*/ 597705 w 985768"/>
                    <a:gd name="connsiteY82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4825 w 985768"/>
                    <a:gd name="connsiteY29" fmla="*/ 2185639 h 2988527"/>
                    <a:gd name="connsiteX30" fmla="*/ 468351 w 985768"/>
                    <a:gd name="connsiteY30" fmla="*/ 2127653 h 2988527"/>
                    <a:gd name="connsiteX31" fmla="*/ 499574 w 985768"/>
                    <a:gd name="connsiteY31" fmla="*/ 1984917 h 2988527"/>
                    <a:gd name="connsiteX32" fmla="*/ 562021 w 985768"/>
                    <a:gd name="connsiteY32" fmla="*/ 1855563 h 2988527"/>
                    <a:gd name="connsiteX33" fmla="*/ 566482 w 985768"/>
                    <a:gd name="connsiteY33" fmla="*/ 1730669 h 2988527"/>
                    <a:gd name="connsiteX34" fmla="*/ 562021 w 985768"/>
                    <a:gd name="connsiteY34" fmla="*/ 1717288 h 2988527"/>
                    <a:gd name="connsiteX35" fmla="*/ 566482 w 985768"/>
                    <a:gd name="connsiteY35" fmla="*/ 1641460 h 2988527"/>
                    <a:gd name="connsiteX36" fmla="*/ 575403 w 985768"/>
                    <a:gd name="connsiteY36" fmla="*/ 1623618 h 2988527"/>
                    <a:gd name="connsiteX37" fmla="*/ 633389 w 985768"/>
                    <a:gd name="connsiteY37" fmla="*/ 1565631 h 2988527"/>
                    <a:gd name="connsiteX38" fmla="*/ 677994 w 985768"/>
                    <a:gd name="connsiteY38" fmla="*/ 1534408 h 2988527"/>
                    <a:gd name="connsiteX39" fmla="*/ 704757 w 985768"/>
                    <a:gd name="connsiteY39" fmla="*/ 1516566 h 2988527"/>
                    <a:gd name="connsiteX40" fmla="*/ 722599 w 985768"/>
                    <a:gd name="connsiteY40" fmla="*/ 1507645 h 2988527"/>
                    <a:gd name="connsiteX41" fmla="*/ 735980 w 985768"/>
                    <a:gd name="connsiteY41" fmla="*/ 1503184 h 2988527"/>
                    <a:gd name="connsiteX42" fmla="*/ 802888 w 985768"/>
                    <a:gd name="connsiteY42" fmla="*/ 1507645 h 2988527"/>
                    <a:gd name="connsiteX43" fmla="*/ 820729 w 985768"/>
                    <a:gd name="connsiteY43" fmla="*/ 1494264 h 2988527"/>
                    <a:gd name="connsiteX44" fmla="*/ 816269 w 985768"/>
                    <a:gd name="connsiteY44" fmla="*/ 1471961 h 2988527"/>
                    <a:gd name="connsiteX45" fmla="*/ 820729 w 985768"/>
                    <a:gd name="connsiteY45" fmla="*/ 1436277 h 2988527"/>
                    <a:gd name="connsiteX46" fmla="*/ 834111 w 985768"/>
                    <a:gd name="connsiteY46" fmla="*/ 1440738 h 2988527"/>
                    <a:gd name="connsiteX47" fmla="*/ 847492 w 985768"/>
                    <a:gd name="connsiteY47" fmla="*/ 1454119 h 2988527"/>
                    <a:gd name="connsiteX48" fmla="*/ 865334 w 985768"/>
                    <a:gd name="connsiteY48" fmla="*/ 1467501 h 2988527"/>
                    <a:gd name="connsiteX49" fmla="*/ 896558 w 985768"/>
                    <a:gd name="connsiteY49" fmla="*/ 1463040 h 2988527"/>
                    <a:gd name="connsiteX50" fmla="*/ 950084 w 985768"/>
                    <a:gd name="connsiteY50" fmla="*/ 1422896 h 2988527"/>
                    <a:gd name="connsiteX51" fmla="*/ 976847 w 985768"/>
                    <a:gd name="connsiteY51" fmla="*/ 1387212 h 2988527"/>
                    <a:gd name="connsiteX52" fmla="*/ 985768 w 985768"/>
                    <a:gd name="connsiteY52" fmla="*/ 1338146 h 2988527"/>
                    <a:gd name="connsiteX53" fmla="*/ 981307 w 985768"/>
                    <a:gd name="connsiteY53" fmla="*/ 1253397 h 2988527"/>
                    <a:gd name="connsiteX54" fmla="*/ 959005 w 985768"/>
                    <a:gd name="connsiteY54" fmla="*/ 1190950 h 2988527"/>
                    <a:gd name="connsiteX55" fmla="*/ 936702 w 985768"/>
                    <a:gd name="connsiteY55" fmla="*/ 1173108 h 2988527"/>
                    <a:gd name="connsiteX56" fmla="*/ 923321 w 985768"/>
                    <a:gd name="connsiteY56" fmla="*/ 1155266 h 2988527"/>
                    <a:gd name="connsiteX57" fmla="*/ 909939 w 985768"/>
                    <a:gd name="connsiteY57" fmla="*/ 1128504 h 2988527"/>
                    <a:gd name="connsiteX58" fmla="*/ 896558 w 985768"/>
                    <a:gd name="connsiteY58" fmla="*/ 1101741 h 2988527"/>
                    <a:gd name="connsiteX59" fmla="*/ 883176 w 985768"/>
                    <a:gd name="connsiteY59" fmla="*/ 1092820 h 2988527"/>
                    <a:gd name="connsiteX60" fmla="*/ 865334 w 985768"/>
                    <a:gd name="connsiteY60" fmla="*/ 1066057 h 2988527"/>
                    <a:gd name="connsiteX61" fmla="*/ 851953 w 985768"/>
                    <a:gd name="connsiteY61" fmla="*/ 1048215 h 2988527"/>
                    <a:gd name="connsiteX62" fmla="*/ 811809 w 985768"/>
                    <a:gd name="connsiteY62" fmla="*/ 1008070 h 2988527"/>
                    <a:gd name="connsiteX63" fmla="*/ 798427 w 985768"/>
                    <a:gd name="connsiteY63" fmla="*/ 994689 h 2988527"/>
                    <a:gd name="connsiteX64" fmla="*/ 780585 w 985768"/>
                    <a:gd name="connsiteY64" fmla="*/ 981307 h 2988527"/>
                    <a:gd name="connsiteX65" fmla="*/ 749362 w 985768"/>
                    <a:gd name="connsiteY65" fmla="*/ 950084 h 2988527"/>
                    <a:gd name="connsiteX66" fmla="*/ 718138 w 985768"/>
                    <a:gd name="connsiteY66" fmla="*/ 932242 h 2988527"/>
                    <a:gd name="connsiteX67" fmla="*/ 709217 w 985768"/>
                    <a:gd name="connsiteY67" fmla="*/ 838572 h 2988527"/>
                    <a:gd name="connsiteX68" fmla="*/ 677994 w 985768"/>
                    <a:gd name="connsiteY68" fmla="*/ 695836 h 2988527"/>
                    <a:gd name="connsiteX69" fmla="*/ 673533 w 985768"/>
                    <a:gd name="connsiteY69" fmla="*/ 624468 h 2988527"/>
                    <a:gd name="connsiteX70" fmla="*/ 660152 w 985768"/>
                    <a:gd name="connsiteY70" fmla="*/ 539719 h 2988527"/>
                    <a:gd name="connsiteX71" fmla="*/ 642310 w 985768"/>
                    <a:gd name="connsiteY71" fmla="*/ 285471 h 2988527"/>
                    <a:gd name="connsiteX72" fmla="*/ 637849 w 985768"/>
                    <a:gd name="connsiteY72" fmla="*/ 156117 h 2988527"/>
                    <a:gd name="connsiteX73" fmla="*/ 651231 w 985768"/>
                    <a:gd name="connsiteY73" fmla="*/ 138275 h 2988527"/>
                    <a:gd name="connsiteX74" fmla="*/ 673533 w 985768"/>
                    <a:gd name="connsiteY74" fmla="*/ 115973 h 2988527"/>
                    <a:gd name="connsiteX75" fmla="*/ 686915 w 985768"/>
                    <a:gd name="connsiteY75" fmla="*/ 102591 h 2988527"/>
                    <a:gd name="connsiteX76" fmla="*/ 718138 w 985768"/>
                    <a:gd name="connsiteY76" fmla="*/ 89210 h 2988527"/>
                    <a:gd name="connsiteX77" fmla="*/ 722599 w 985768"/>
                    <a:gd name="connsiteY77" fmla="*/ 75828 h 2988527"/>
                    <a:gd name="connsiteX78" fmla="*/ 628929 w 985768"/>
                    <a:gd name="connsiteY78" fmla="*/ 44605 h 2988527"/>
                    <a:gd name="connsiteX79" fmla="*/ 620008 w 985768"/>
                    <a:gd name="connsiteY79" fmla="*/ 31224 h 2988527"/>
                    <a:gd name="connsiteX80" fmla="*/ 606626 w 985768"/>
                    <a:gd name="connsiteY80" fmla="*/ 17842 h 2988527"/>
                    <a:gd name="connsiteX81" fmla="*/ 597705 w 985768"/>
                    <a:gd name="connsiteY81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47918 w 985768"/>
                    <a:gd name="connsiteY15" fmla="*/ 2711977 h 2988527"/>
                    <a:gd name="connsiteX16" fmla="*/ 356839 w 985768"/>
                    <a:gd name="connsiteY16" fmla="*/ 2680753 h 2988527"/>
                    <a:gd name="connsiteX17" fmla="*/ 365760 w 985768"/>
                    <a:gd name="connsiteY17" fmla="*/ 2662911 h 2988527"/>
                    <a:gd name="connsiteX18" fmla="*/ 374681 w 985768"/>
                    <a:gd name="connsiteY18" fmla="*/ 2640609 h 2988527"/>
                    <a:gd name="connsiteX19" fmla="*/ 370220 w 985768"/>
                    <a:gd name="connsiteY19" fmla="*/ 2591544 h 2988527"/>
                    <a:gd name="connsiteX20" fmla="*/ 365760 w 985768"/>
                    <a:gd name="connsiteY20" fmla="*/ 2573702 h 2988527"/>
                    <a:gd name="connsiteX21" fmla="*/ 338997 w 985768"/>
                    <a:gd name="connsiteY21" fmla="*/ 2542478 h 2988527"/>
                    <a:gd name="connsiteX22" fmla="*/ 343457 w 985768"/>
                    <a:gd name="connsiteY22" fmla="*/ 2497873 h 2988527"/>
                    <a:gd name="connsiteX23" fmla="*/ 347918 w 985768"/>
                    <a:gd name="connsiteY23" fmla="*/ 2480031 h 2988527"/>
                    <a:gd name="connsiteX24" fmla="*/ 374681 w 985768"/>
                    <a:gd name="connsiteY24" fmla="*/ 2448808 h 2988527"/>
                    <a:gd name="connsiteX25" fmla="*/ 383602 w 985768"/>
                    <a:gd name="connsiteY25" fmla="*/ 2435426 h 2988527"/>
                    <a:gd name="connsiteX26" fmla="*/ 392523 w 985768"/>
                    <a:gd name="connsiteY26" fmla="*/ 2404203 h 2988527"/>
                    <a:gd name="connsiteX27" fmla="*/ 401444 w 985768"/>
                    <a:gd name="connsiteY27" fmla="*/ 2377440 h 2988527"/>
                    <a:gd name="connsiteX28" fmla="*/ 405904 w 985768"/>
                    <a:gd name="connsiteY28" fmla="*/ 2364059 h 2988527"/>
                    <a:gd name="connsiteX29" fmla="*/ 419286 w 985768"/>
                    <a:gd name="connsiteY29" fmla="*/ 2212402 h 2988527"/>
                    <a:gd name="connsiteX30" fmla="*/ 468351 w 985768"/>
                    <a:gd name="connsiteY30" fmla="*/ 2127653 h 2988527"/>
                    <a:gd name="connsiteX31" fmla="*/ 499574 w 985768"/>
                    <a:gd name="connsiteY31" fmla="*/ 1984917 h 2988527"/>
                    <a:gd name="connsiteX32" fmla="*/ 562021 w 985768"/>
                    <a:gd name="connsiteY32" fmla="*/ 1855563 h 2988527"/>
                    <a:gd name="connsiteX33" fmla="*/ 566482 w 985768"/>
                    <a:gd name="connsiteY33" fmla="*/ 1730669 h 2988527"/>
                    <a:gd name="connsiteX34" fmla="*/ 562021 w 985768"/>
                    <a:gd name="connsiteY34" fmla="*/ 1717288 h 2988527"/>
                    <a:gd name="connsiteX35" fmla="*/ 566482 w 985768"/>
                    <a:gd name="connsiteY35" fmla="*/ 1641460 h 2988527"/>
                    <a:gd name="connsiteX36" fmla="*/ 575403 w 985768"/>
                    <a:gd name="connsiteY36" fmla="*/ 1623618 h 2988527"/>
                    <a:gd name="connsiteX37" fmla="*/ 633389 w 985768"/>
                    <a:gd name="connsiteY37" fmla="*/ 1565631 h 2988527"/>
                    <a:gd name="connsiteX38" fmla="*/ 677994 w 985768"/>
                    <a:gd name="connsiteY38" fmla="*/ 1534408 h 2988527"/>
                    <a:gd name="connsiteX39" fmla="*/ 704757 w 985768"/>
                    <a:gd name="connsiteY39" fmla="*/ 1516566 h 2988527"/>
                    <a:gd name="connsiteX40" fmla="*/ 722599 w 985768"/>
                    <a:gd name="connsiteY40" fmla="*/ 1507645 h 2988527"/>
                    <a:gd name="connsiteX41" fmla="*/ 735980 w 985768"/>
                    <a:gd name="connsiteY41" fmla="*/ 1503184 h 2988527"/>
                    <a:gd name="connsiteX42" fmla="*/ 802888 w 985768"/>
                    <a:gd name="connsiteY42" fmla="*/ 1507645 h 2988527"/>
                    <a:gd name="connsiteX43" fmla="*/ 820729 w 985768"/>
                    <a:gd name="connsiteY43" fmla="*/ 1494264 h 2988527"/>
                    <a:gd name="connsiteX44" fmla="*/ 816269 w 985768"/>
                    <a:gd name="connsiteY44" fmla="*/ 1471961 h 2988527"/>
                    <a:gd name="connsiteX45" fmla="*/ 820729 w 985768"/>
                    <a:gd name="connsiteY45" fmla="*/ 1436277 h 2988527"/>
                    <a:gd name="connsiteX46" fmla="*/ 834111 w 985768"/>
                    <a:gd name="connsiteY46" fmla="*/ 1440738 h 2988527"/>
                    <a:gd name="connsiteX47" fmla="*/ 847492 w 985768"/>
                    <a:gd name="connsiteY47" fmla="*/ 1454119 h 2988527"/>
                    <a:gd name="connsiteX48" fmla="*/ 865334 w 985768"/>
                    <a:gd name="connsiteY48" fmla="*/ 1467501 h 2988527"/>
                    <a:gd name="connsiteX49" fmla="*/ 896558 w 985768"/>
                    <a:gd name="connsiteY49" fmla="*/ 1463040 h 2988527"/>
                    <a:gd name="connsiteX50" fmla="*/ 950084 w 985768"/>
                    <a:gd name="connsiteY50" fmla="*/ 1422896 h 2988527"/>
                    <a:gd name="connsiteX51" fmla="*/ 976847 w 985768"/>
                    <a:gd name="connsiteY51" fmla="*/ 1387212 h 2988527"/>
                    <a:gd name="connsiteX52" fmla="*/ 985768 w 985768"/>
                    <a:gd name="connsiteY52" fmla="*/ 1338146 h 2988527"/>
                    <a:gd name="connsiteX53" fmla="*/ 981307 w 985768"/>
                    <a:gd name="connsiteY53" fmla="*/ 1253397 h 2988527"/>
                    <a:gd name="connsiteX54" fmla="*/ 959005 w 985768"/>
                    <a:gd name="connsiteY54" fmla="*/ 1190950 h 2988527"/>
                    <a:gd name="connsiteX55" fmla="*/ 936702 w 985768"/>
                    <a:gd name="connsiteY55" fmla="*/ 1173108 h 2988527"/>
                    <a:gd name="connsiteX56" fmla="*/ 923321 w 985768"/>
                    <a:gd name="connsiteY56" fmla="*/ 1155266 h 2988527"/>
                    <a:gd name="connsiteX57" fmla="*/ 909939 w 985768"/>
                    <a:gd name="connsiteY57" fmla="*/ 1128504 h 2988527"/>
                    <a:gd name="connsiteX58" fmla="*/ 896558 w 985768"/>
                    <a:gd name="connsiteY58" fmla="*/ 1101741 h 2988527"/>
                    <a:gd name="connsiteX59" fmla="*/ 883176 w 985768"/>
                    <a:gd name="connsiteY59" fmla="*/ 1092820 h 2988527"/>
                    <a:gd name="connsiteX60" fmla="*/ 865334 w 985768"/>
                    <a:gd name="connsiteY60" fmla="*/ 1066057 h 2988527"/>
                    <a:gd name="connsiteX61" fmla="*/ 851953 w 985768"/>
                    <a:gd name="connsiteY61" fmla="*/ 1048215 h 2988527"/>
                    <a:gd name="connsiteX62" fmla="*/ 811809 w 985768"/>
                    <a:gd name="connsiteY62" fmla="*/ 1008070 h 2988527"/>
                    <a:gd name="connsiteX63" fmla="*/ 798427 w 985768"/>
                    <a:gd name="connsiteY63" fmla="*/ 994689 h 2988527"/>
                    <a:gd name="connsiteX64" fmla="*/ 780585 w 985768"/>
                    <a:gd name="connsiteY64" fmla="*/ 981307 h 2988527"/>
                    <a:gd name="connsiteX65" fmla="*/ 749362 w 985768"/>
                    <a:gd name="connsiteY65" fmla="*/ 950084 h 2988527"/>
                    <a:gd name="connsiteX66" fmla="*/ 718138 w 985768"/>
                    <a:gd name="connsiteY66" fmla="*/ 932242 h 2988527"/>
                    <a:gd name="connsiteX67" fmla="*/ 709217 w 985768"/>
                    <a:gd name="connsiteY67" fmla="*/ 838572 h 2988527"/>
                    <a:gd name="connsiteX68" fmla="*/ 677994 w 985768"/>
                    <a:gd name="connsiteY68" fmla="*/ 695836 h 2988527"/>
                    <a:gd name="connsiteX69" fmla="*/ 673533 w 985768"/>
                    <a:gd name="connsiteY69" fmla="*/ 624468 h 2988527"/>
                    <a:gd name="connsiteX70" fmla="*/ 660152 w 985768"/>
                    <a:gd name="connsiteY70" fmla="*/ 539719 h 2988527"/>
                    <a:gd name="connsiteX71" fmla="*/ 642310 w 985768"/>
                    <a:gd name="connsiteY71" fmla="*/ 285471 h 2988527"/>
                    <a:gd name="connsiteX72" fmla="*/ 637849 w 985768"/>
                    <a:gd name="connsiteY72" fmla="*/ 156117 h 2988527"/>
                    <a:gd name="connsiteX73" fmla="*/ 651231 w 985768"/>
                    <a:gd name="connsiteY73" fmla="*/ 138275 h 2988527"/>
                    <a:gd name="connsiteX74" fmla="*/ 673533 w 985768"/>
                    <a:gd name="connsiteY74" fmla="*/ 115973 h 2988527"/>
                    <a:gd name="connsiteX75" fmla="*/ 686915 w 985768"/>
                    <a:gd name="connsiteY75" fmla="*/ 102591 h 2988527"/>
                    <a:gd name="connsiteX76" fmla="*/ 718138 w 985768"/>
                    <a:gd name="connsiteY76" fmla="*/ 89210 h 2988527"/>
                    <a:gd name="connsiteX77" fmla="*/ 722599 w 985768"/>
                    <a:gd name="connsiteY77" fmla="*/ 75828 h 2988527"/>
                    <a:gd name="connsiteX78" fmla="*/ 628929 w 985768"/>
                    <a:gd name="connsiteY78" fmla="*/ 44605 h 2988527"/>
                    <a:gd name="connsiteX79" fmla="*/ 620008 w 985768"/>
                    <a:gd name="connsiteY79" fmla="*/ 31224 h 2988527"/>
                    <a:gd name="connsiteX80" fmla="*/ 606626 w 985768"/>
                    <a:gd name="connsiteY80" fmla="*/ 17842 h 2988527"/>
                    <a:gd name="connsiteX81" fmla="*/ 597705 w 985768"/>
                    <a:gd name="connsiteY81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56839 w 985768"/>
                    <a:gd name="connsiteY15" fmla="*/ 2680753 h 2988527"/>
                    <a:gd name="connsiteX16" fmla="*/ 365760 w 985768"/>
                    <a:gd name="connsiteY16" fmla="*/ 2662911 h 2988527"/>
                    <a:gd name="connsiteX17" fmla="*/ 374681 w 985768"/>
                    <a:gd name="connsiteY17" fmla="*/ 2640609 h 2988527"/>
                    <a:gd name="connsiteX18" fmla="*/ 370220 w 985768"/>
                    <a:gd name="connsiteY18" fmla="*/ 2591544 h 2988527"/>
                    <a:gd name="connsiteX19" fmla="*/ 365760 w 985768"/>
                    <a:gd name="connsiteY19" fmla="*/ 2573702 h 2988527"/>
                    <a:gd name="connsiteX20" fmla="*/ 338997 w 985768"/>
                    <a:gd name="connsiteY20" fmla="*/ 2542478 h 2988527"/>
                    <a:gd name="connsiteX21" fmla="*/ 343457 w 985768"/>
                    <a:gd name="connsiteY21" fmla="*/ 2497873 h 2988527"/>
                    <a:gd name="connsiteX22" fmla="*/ 347918 w 985768"/>
                    <a:gd name="connsiteY22" fmla="*/ 2480031 h 2988527"/>
                    <a:gd name="connsiteX23" fmla="*/ 374681 w 985768"/>
                    <a:gd name="connsiteY23" fmla="*/ 2448808 h 2988527"/>
                    <a:gd name="connsiteX24" fmla="*/ 383602 w 985768"/>
                    <a:gd name="connsiteY24" fmla="*/ 2435426 h 2988527"/>
                    <a:gd name="connsiteX25" fmla="*/ 392523 w 985768"/>
                    <a:gd name="connsiteY25" fmla="*/ 2404203 h 2988527"/>
                    <a:gd name="connsiteX26" fmla="*/ 401444 w 985768"/>
                    <a:gd name="connsiteY26" fmla="*/ 2377440 h 2988527"/>
                    <a:gd name="connsiteX27" fmla="*/ 405904 w 985768"/>
                    <a:gd name="connsiteY27" fmla="*/ 2364059 h 2988527"/>
                    <a:gd name="connsiteX28" fmla="*/ 419286 w 985768"/>
                    <a:gd name="connsiteY28" fmla="*/ 2212402 h 2988527"/>
                    <a:gd name="connsiteX29" fmla="*/ 468351 w 985768"/>
                    <a:gd name="connsiteY29" fmla="*/ 2127653 h 2988527"/>
                    <a:gd name="connsiteX30" fmla="*/ 499574 w 985768"/>
                    <a:gd name="connsiteY30" fmla="*/ 1984917 h 2988527"/>
                    <a:gd name="connsiteX31" fmla="*/ 562021 w 985768"/>
                    <a:gd name="connsiteY31" fmla="*/ 1855563 h 2988527"/>
                    <a:gd name="connsiteX32" fmla="*/ 566482 w 985768"/>
                    <a:gd name="connsiteY32" fmla="*/ 1730669 h 2988527"/>
                    <a:gd name="connsiteX33" fmla="*/ 562021 w 985768"/>
                    <a:gd name="connsiteY33" fmla="*/ 1717288 h 2988527"/>
                    <a:gd name="connsiteX34" fmla="*/ 566482 w 985768"/>
                    <a:gd name="connsiteY34" fmla="*/ 1641460 h 2988527"/>
                    <a:gd name="connsiteX35" fmla="*/ 575403 w 985768"/>
                    <a:gd name="connsiteY35" fmla="*/ 1623618 h 2988527"/>
                    <a:gd name="connsiteX36" fmla="*/ 633389 w 985768"/>
                    <a:gd name="connsiteY36" fmla="*/ 1565631 h 2988527"/>
                    <a:gd name="connsiteX37" fmla="*/ 677994 w 985768"/>
                    <a:gd name="connsiteY37" fmla="*/ 1534408 h 2988527"/>
                    <a:gd name="connsiteX38" fmla="*/ 704757 w 985768"/>
                    <a:gd name="connsiteY38" fmla="*/ 1516566 h 2988527"/>
                    <a:gd name="connsiteX39" fmla="*/ 722599 w 985768"/>
                    <a:gd name="connsiteY39" fmla="*/ 1507645 h 2988527"/>
                    <a:gd name="connsiteX40" fmla="*/ 735980 w 985768"/>
                    <a:gd name="connsiteY40" fmla="*/ 1503184 h 2988527"/>
                    <a:gd name="connsiteX41" fmla="*/ 802888 w 985768"/>
                    <a:gd name="connsiteY41" fmla="*/ 1507645 h 2988527"/>
                    <a:gd name="connsiteX42" fmla="*/ 820729 w 985768"/>
                    <a:gd name="connsiteY42" fmla="*/ 1494264 h 2988527"/>
                    <a:gd name="connsiteX43" fmla="*/ 816269 w 985768"/>
                    <a:gd name="connsiteY43" fmla="*/ 1471961 h 2988527"/>
                    <a:gd name="connsiteX44" fmla="*/ 820729 w 985768"/>
                    <a:gd name="connsiteY44" fmla="*/ 1436277 h 2988527"/>
                    <a:gd name="connsiteX45" fmla="*/ 834111 w 985768"/>
                    <a:gd name="connsiteY45" fmla="*/ 1440738 h 2988527"/>
                    <a:gd name="connsiteX46" fmla="*/ 847492 w 985768"/>
                    <a:gd name="connsiteY46" fmla="*/ 1454119 h 2988527"/>
                    <a:gd name="connsiteX47" fmla="*/ 865334 w 985768"/>
                    <a:gd name="connsiteY47" fmla="*/ 1467501 h 2988527"/>
                    <a:gd name="connsiteX48" fmla="*/ 896558 w 985768"/>
                    <a:gd name="connsiteY48" fmla="*/ 1463040 h 2988527"/>
                    <a:gd name="connsiteX49" fmla="*/ 950084 w 985768"/>
                    <a:gd name="connsiteY49" fmla="*/ 1422896 h 2988527"/>
                    <a:gd name="connsiteX50" fmla="*/ 976847 w 985768"/>
                    <a:gd name="connsiteY50" fmla="*/ 1387212 h 2988527"/>
                    <a:gd name="connsiteX51" fmla="*/ 985768 w 985768"/>
                    <a:gd name="connsiteY51" fmla="*/ 1338146 h 2988527"/>
                    <a:gd name="connsiteX52" fmla="*/ 981307 w 985768"/>
                    <a:gd name="connsiteY52" fmla="*/ 1253397 h 2988527"/>
                    <a:gd name="connsiteX53" fmla="*/ 959005 w 985768"/>
                    <a:gd name="connsiteY53" fmla="*/ 1190950 h 2988527"/>
                    <a:gd name="connsiteX54" fmla="*/ 936702 w 985768"/>
                    <a:gd name="connsiteY54" fmla="*/ 1173108 h 2988527"/>
                    <a:gd name="connsiteX55" fmla="*/ 923321 w 985768"/>
                    <a:gd name="connsiteY55" fmla="*/ 1155266 h 2988527"/>
                    <a:gd name="connsiteX56" fmla="*/ 909939 w 985768"/>
                    <a:gd name="connsiteY56" fmla="*/ 1128504 h 2988527"/>
                    <a:gd name="connsiteX57" fmla="*/ 896558 w 985768"/>
                    <a:gd name="connsiteY57" fmla="*/ 1101741 h 2988527"/>
                    <a:gd name="connsiteX58" fmla="*/ 883176 w 985768"/>
                    <a:gd name="connsiteY58" fmla="*/ 1092820 h 2988527"/>
                    <a:gd name="connsiteX59" fmla="*/ 865334 w 985768"/>
                    <a:gd name="connsiteY59" fmla="*/ 1066057 h 2988527"/>
                    <a:gd name="connsiteX60" fmla="*/ 851953 w 985768"/>
                    <a:gd name="connsiteY60" fmla="*/ 1048215 h 2988527"/>
                    <a:gd name="connsiteX61" fmla="*/ 811809 w 985768"/>
                    <a:gd name="connsiteY61" fmla="*/ 1008070 h 2988527"/>
                    <a:gd name="connsiteX62" fmla="*/ 798427 w 985768"/>
                    <a:gd name="connsiteY62" fmla="*/ 994689 h 2988527"/>
                    <a:gd name="connsiteX63" fmla="*/ 780585 w 985768"/>
                    <a:gd name="connsiteY63" fmla="*/ 981307 h 2988527"/>
                    <a:gd name="connsiteX64" fmla="*/ 749362 w 985768"/>
                    <a:gd name="connsiteY64" fmla="*/ 950084 h 2988527"/>
                    <a:gd name="connsiteX65" fmla="*/ 718138 w 985768"/>
                    <a:gd name="connsiteY65" fmla="*/ 932242 h 2988527"/>
                    <a:gd name="connsiteX66" fmla="*/ 709217 w 985768"/>
                    <a:gd name="connsiteY66" fmla="*/ 838572 h 2988527"/>
                    <a:gd name="connsiteX67" fmla="*/ 677994 w 985768"/>
                    <a:gd name="connsiteY67" fmla="*/ 695836 h 2988527"/>
                    <a:gd name="connsiteX68" fmla="*/ 673533 w 985768"/>
                    <a:gd name="connsiteY68" fmla="*/ 624468 h 2988527"/>
                    <a:gd name="connsiteX69" fmla="*/ 660152 w 985768"/>
                    <a:gd name="connsiteY69" fmla="*/ 539719 h 2988527"/>
                    <a:gd name="connsiteX70" fmla="*/ 642310 w 985768"/>
                    <a:gd name="connsiteY70" fmla="*/ 285471 h 2988527"/>
                    <a:gd name="connsiteX71" fmla="*/ 637849 w 985768"/>
                    <a:gd name="connsiteY71" fmla="*/ 156117 h 2988527"/>
                    <a:gd name="connsiteX72" fmla="*/ 651231 w 985768"/>
                    <a:gd name="connsiteY72" fmla="*/ 138275 h 2988527"/>
                    <a:gd name="connsiteX73" fmla="*/ 673533 w 985768"/>
                    <a:gd name="connsiteY73" fmla="*/ 115973 h 2988527"/>
                    <a:gd name="connsiteX74" fmla="*/ 686915 w 985768"/>
                    <a:gd name="connsiteY74" fmla="*/ 102591 h 2988527"/>
                    <a:gd name="connsiteX75" fmla="*/ 718138 w 985768"/>
                    <a:gd name="connsiteY75" fmla="*/ 89210 h 2988527"/>
                    <a:gd name="connsiteX76" fmla="*/ 722599 w 985768"/>
                    <a:gd name="connsiteY76" fmla="*/ 75828 h 2988527"/>
                    <a:gd name="connsiteX77" fmla="*/ 628929 w 985768"/>
                    <a:gd name="connsiteY77" fmla="*/ 44605 h 2988527"/>
                    <a:gd name="connsiteX78" fmla="*/ 620008 w 985768"/>
                    <a:gd name="connsiteY78" fmla="*/ 31224 h 2988527"/>
                    <a:gd name="connsiteX79" fmla="*/ 606626 w 985768"/>
                    <a:gd name="connsiteY79" fmla="*/ 17842 h 2988527"/>
                    <a:gd name="connsiteX80" fmla="*/ 597705 w 985768"/>
                    <a:gd name="connsiteY80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56839 w 985768"/>
                    <a:gd name="connsiteY15" fmla="*/ 2680753 h 2988527"/>
                    <a:gd name="connsiteX16" fmla="*/ 374681 w 985768"/>
                    <a:gd name="connsiteY16" fmla="*/ 2640609 h 2988527"/>
                    <a:gd name="connsiteX17" fmla="*/ 370220 w 985768"/>
                    <a:gd name="connsiteY17" fmla="*/ 2591544 h 2988527"/>
                    <a:gd name="connsiteX18" fmla="*/ 365760 w 985768"/>
                    <a:gd name="connsiteY18" fmla="*/ 2573702 h 2988527"/>
                    <a:gd name="connsiteX19" fmla="*/ 338997 w 985768"/>
                    <a:gd name="connsiteY19" fmla="*/ 2542478 h 2988527"/>
                    <a:gd name="connsiteX20" fmla="*/ 343457 w 985768"/>
                    <a:gd name="connsiteY20" fmla="*/ 2497873 h 2988527"/>
                    <a:gd name="connsiteX21" fmla="*/ 347918 w 985768"/>
                    <a:gd name="connsiteY21" fmla="*/ 2480031 h 2988527"/>
                    <a:gd name="connsiteX22" fmla="*/ 374681 w 985768"/>
                    <a:gd name="connsiteY22" fmla="*/ 2448808 h 2988527"/>
                    <a:gd name="connsiteX23" fmla="*/ 383602 w 985768"/>
                    <a:gd name="connsiteY23" fmla="*/ 2435426 h 2988527"/>
                    <a:gd name="connsiteX24" fmla="*/ 392523 w 985768"/>
                    <a:gd name="connsiteY24" fmla="*/ 2404203 h 2988527"/>
                    <a:gd name="connsiteX25" fmla="*/ 401444 w 985768"/>
                    <a:gd name="connsiteY25" fmla="*/ 2377440 h 2988527"/>
                    <a:gd name="connsiteX26" fmla="*/ 405904 w 985768"/>
                    <a:gd name="connsiteY26" fmla="*/ 2364059 h 2988527"/>
                    <a:gd name="connsiteX27" fmla="*/ 419286 w 985768"/>
                    <a:gd name="connsiteY27" fmla="*/ 2212402 h 2988527"/>
                    <a:gd name="connsiteX28" fmla="*/ 468351 w 985768"/>
                    <a:gd name="connsiteY28" fmla="*/ 2127653 h 2988527"/>
                    <a:gd name="connsiteX29" fmla="*/ 499574 w 985768"/>
                    <a:gd name="connsiteY29" fmla="*/ 1984917 h 2988527"/>
                    <a:gd name="connsiteX30" fmla="*/ 562021 w 985768"/>
                    <a:gd name="connsiteY30" fmla="*/ 1855563 h 2988527"/>
                    <a:gd name="connsiteX31" fmla="*/ 566482 w 985768"/>
                    <a:gd name="connsiteY31" fmla="*/ 1730669 h 2988527"/>
                    <a:gd name="connsiteX32" fmla="*/ 562021 w 985768"/>
                    <a:gd name="connsiteY32" fmla="*/ 1717288 h 2988527"/>
                    <a:gd name="connsiteX33" fmla="*/ 566482 w 985768"/>
                    <a:gd name="connsiteY33" fmla="*/ 1641460 h 2988527"/>
                    <a:gd name="connsiteX34" fmla="*/ 575403 w 985768"/>
                    <a:gd name="connsiteY34" fmla="*/ 1623618 h 2988527"/>
                    <a:gd name="connsiteX35" fmla="*/ 633389 w 985768"/>
                    <a:gd name="connsiteY35" fmla="*/ 1565631 h 2988527"/>
                    <a:gd name="connsiteX36" fmla="*/ 677994 w 985768"/>
                    <a:gd name="connsiteY36" fmla="*/ 1534408 h 2988527"/>
                    <a:gd name="connsiteX37" fmla="*/ 704757 w 985768"/>
                    <a:gd name="connsiteY37" fmla="*/ 1516566 h 2988527"/>
                    <a:gd name="connsiteX38" fmla="*/ 722599 w 985768"/>
                    <a:gd name="connsiteY38" fmla="*/ 1507645 h 2988527"/>
                    <a:gd name="connsiteX39" fmla="*/ 735980 w 985768"/>
                    <a:gd name="connsiteY39" fmla="*/ 1503184 h 2988527"/>
                    <a:gd name="connsiteX40" fmla="*/ 802888 w 985768"/>
                    <a:gd name="connsiteY40" fmla="*/ 1507645 h 2988527"/>
                    <a:gd name="connsiteX41" fmla="*/ 820729 w 985768"/>
                    <a:gd name="connsiteY41" fmla="*/ 1494264 h 2988527"/>
                    <a:gd name="connsiteX42" fmla="*/ 816269 w 985768"/>
                    <a:gd name="connsiteY42" fmla="*/ 1471961 h 2988527"/>
                    <a:gd name="connsiteX43" fmla="*/ 820729 w 985768"/>
                    <a:gd name="connsiteY43" fmla="*/ 1436277 h 2988527"/>
                    <a:gd name="connsiteX44" fmla="*/ 834111 w 985768"/>
                    <a:gd name="connsiteY44" fmla="*/ 1440738 h 2988527"/>
                    <a:gd name="connsiteX45" fmla="*/ 847492 w 985768"/>
                    <a:gd name="connsiteY45" fmla="*/ 1454119 h 2988527"/>
                    <a:gd name="connsiteX46" fmla="*/ 865334 w 985768"/>
                    <a:gd name="connsiteY46" fmla="*/ 1467501 h 2988527"/>
                    <a:gd name="connsiteX47" fmla="*/ 896558 w 985768"/>
                    <a:gd name="connsiteY47" fmla="*/ 1463040 h 2988527"/>
                    <a:gd name="connsiteX48" fmla="*/ 950084 w 985768"/>
                    <a:gd name="connsiteY48" fmla="*/ 1422896 h 2988527"/>
                    <a:gd name="connsiteX49" fmla="*/ 976847 w 985768"/>
                    <a:gd name="connsiteY49" fmla="*/ 1387212 h 2988527"/>
                    <a:gd name="connsiteX50" fmla="*/ 985768 w 985768"/>
                    <a:gd name="connsiteY50" fmla="*/ 1338146 h 2988527"/>
                    <a:gd name="connsiteX51" fmla="*/ 981307 w 985768"/>
                    <a:gd name="connsiteY51" fmla="*/ 1253397 h 2988527"/>
                    <a:gd name="connsiteX52" fmla="*/ 959005 w 985768"/>
                    <a:gd name="connsiteY52" fmla="*/ 1190950 h 2988527"/>
                    <a:gd name="connsiteX53" fmla="*/ 936702 w 985768"/>
                    <a:gd name="connsiteY53" fmla="*/ 1173108 h 2988527"/>
                    <a:gd name="connsiteX54" fmla="*/ 923321 w 985768"/>
                    <a:gd name="connsiteY54" fmla="*/ 1155266 h 2988527"/>
                    <a:gd name="connsiteX55" fmla="*/ 909939 w 985768"/>
                    <a:gd name="connsiteY55" fmla="*/ 1128504 h 2988527"/>
                    <a:gd name="connsiteX56" fmla="*/ 896558 w 985768"/>
                    <a:gd name="connsiteY56" fmla="*/ 1101741 h 2988527"/>
                    <a:gd name="connsiteX57" fmla="*/ 883176 w 985768"/>
                    <a:gd name="connsiteY57" fmla="*/ 1092820 h 2988527"/>
                    <a:gd name="connsiteX58" fmla="*/ 865334 w 985768"/>
                    <a:gd name="connsiteY58" fmla="*/ 1066057 h 2988527"/>
                    <a:gd name="connsiteX59" fmla="*/ 851953 w 985768"/>
                    <a:gd name="connsiteY59" fmla="*/ 1048215 h 2988527"/>
                    <a:gd name="connsiteX60" fmla="*/ 811809 w 985768"/>
                    <a:gd name="connsiteY60" fmla="*/ 1008070 h 2988527"/>
                    <a:gd name="connsiteX61" fmla="*/ 798427 w 985768"/>
                    <a:gd name="connsiteY61" fmla="*/ 994689 h 2988527"/>
                    <a:gd name="connsiteX62" fmla="*/ 780585 w 985768"/>
                    <a:gd name="connsiteY62" fmla="*/ 981307 h 2988527"/>
                    <a:gd name="connsiteX63" fmla="*/ 749362 w 985768"/>
                    <a:gd name="connsiteY63" fmla="*/ 950084 h 2988527"/>
                    <a:gd name="connsiteX64" fmla="*/ 718138 w 985768"/>
                    <a:gd name="connsiteY64" fmla="*/ 932242 h 2988527"/>
                    <a:gd name="connsiteX65" fmla="*/ 709217 w 985768"/>
                    <a:gd name="connsiteY65" fmla="*/ 838572 h 2988527"/>
                    <a:gd name="connsiteX66" fmla="*/ 677994 w 985768"/>
                    <a:gd name="connsiteY66" fmla="*/ 695836 h 2988527"/>
                    <a:gd name="connsiteX67" fmla="*/ 673533 w 985768"/>
                    <a:gd name="connsiteY67" fmla="*/ 624468 h 2988527"/>
                    <a:gd name="connsiteX68" fmla="*/ 660152 w 985768"/>
                    <a:gd name="connsiteY68" fmla="*/ 539719 h 2988527"/>
                    <a:gd name="connsiteX69" fmla="*/ 642310 w 985768"/>
                    <a:gd name="connsiteY69" fmla="*/ 285471 h 2988527"/>
                    <a:gd name="connsiteX70" fmla="*/ 637849 w 985768"/>
                    <a:gd name="connsiteY70" fmla="*/ 156117 h 2988527"/>
                    <a:gd name="connsiteX71" fmla="*/ 651231 w 985768"/>
                    <a:gd name="connsiteY71" fmla="*/ 138275 h 2988527"/>
                    <a:gd name="connsiteX72" fmla="*/ 673533 w 985768"/>
                    <a:gd name="connsiteY72" fmla="*/ 115973 h 2988527"/>
                    <a:gd name="connsiteX73" fmla="*/ 686915 w 985768"/>
                    <a:gd name="connsiteY73" fmla="*/ 102591 h 2988527"/>
                    <a:gd name="connsiteX74" fmla="*/ 718138 w 985768"/>
                    <a:gd name="connsiteY74" fmla="*/ 89210 h 2988527"/>
                    <a:gd name="connsiteX75" fmla="*/ 722599 w 985768"/>
                    <a:gd name="connsiteY75" fmla="*/ 75828 h 2988527"/>
                    <a:gd name="connsiteX76" fmla="*/ 628929 w 985768"/>
                    <a:gd name="connsiteY76" fmla="*/ 44605 h 2988527"/>
                    <a:gd name="connsiteX77" fmla="*/ 620008 w 985768"/>
                    <a:gd name="connsiteY77" fmla="*/ 31224 h 2988527"/>
                    <a:gd name="connsiteX78" fmla="*/ 606626 w 985768"/>
                    <a:gd name="connsiteY78" fmla="*/ 17842 h 2988527"/>
                    <a:gd name="connsiteX79" fmla="*/ 597705 w 985768"/>
                    <a:gd name="connsiteY79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34536 w 985768"/>
                    <a:gd name="connsiteY14" fmla="*/ 2729819 h 2988527"/>
                    <a:gd name="connsiteX15" fmla="*/ 374681 w 985768"/>
                    <a:gd name="connsiteY15" fmla="*/ 2640609 h 2988527"/>
                    <a:gd name="connsiteX16" fmla="*/ 370220 w 985768"/>
                    <a:gd name="connsiteY16" fmla="*/ 2591544 h 2988527"/>
                    <a:gd name="connsiteX17" fmla="*/ 365760 w 985768"/>
                    <a:gd name="connsiteY17" fmla="*/ 2573702 h 2988527"/>
                    <a:gd name="connsiteX18" fmla="*/ 338997 w 985768"/>
                    <a:gd name="connsiteY18" fmla="*/ 2542478 h 2988527"/>
                    <a:gd name="connsiteX19" fmla="*/ 343457 w 985768"/>
                    <a:gd name="connsiteY19" fmla="*/ 2497873 h 2988527"/>
                    <a:gd name="connsiteX20" fmla="*/ 347918 w 985768"/>
                    <a:gd name="connsiteY20" fmla="*/ 2480031 h 2988527"/>
                    <a:gd name="connsiteX21" fmla="*/ 374681 w 985768"/>
                    <a:gd name="connsiteY21" fmla="*/ 2448808 h 2988527"/>
                    <a:gd name="connsiteX22" fmla="*/ 383602 w 985768"/>
                    <a:gd name="connsiteY22" fmla="*/ 2435426 h 2988527"/>
                    <a:gd name="connsiteX23" fmla="*/ 392523 w 985768"/>
                    <a:gd name="connsiteY23" fmla="*/ 2404203 h 2988527"/>
                    <a:gd name="connsiteX24" fmla="*/ 401444 w 985768"/>
                    <a:gd name="connsiteY24" fmla="*/ 2377440 h 2988527"/>
                    <a:gd name="connsiteX25" fmla="*/ 405904 w 985768"/>
                    <a:gd name="connsiteY25" fmla="*/ 2364059 h 2988527"/>
                    <a:gd name="connsiteX26" fmla="*/ 419286 w 985768"/>
                    <a:gd name="connsiteY26" fmla="*/ 2212402 h 2988527"/>
                    <a:gd name="connsiteX27" fmla="*/ 468351 w 985768"/>
                    <a:gd name="connsiteY27" fmla="*/ 2127653 h 2988527"/>
                    <a:gd name="connsiteX28" fmla="*/ 499574 w 985768"/>
                    <a:gd name="connsiteY28" fmla="*/ 1984917 h 2988527"/>
                    <a:gd name="connsiteX29" fmla="*/ 562021 w 985768"/>
                    <a:gd name="connsiteY29" fmla="*/ 1855563 h 2988527"/>
                    <a:gd name="connsiteX30" fmla="*/ 566482 w 985768"/>
                    <a:gd name="connsiteY30" fmla="*/ 1730669 h 2988527"/>
                    <a:gd name="connsiteX31" fmla="*/ 562021 w 985768"/>
                    <a:gd name="connsiteY31" fmla="*/ 1717288 h 2988527"/>
                    <a:gd name="connsiteX32" fmla="*/ 566482 w 985768"/>
                    <a:gd name="connsiteY32" fmla="*/ 1641460 h 2988527"/>
                    <a:gd name="connsiteX33" fmla="*/ 575403 w 985768"/>
                    <a:gd name="connsiteY33" fmla="*/ 1623618 h 2988527"/>
                    <a:gd name="connsiteX34" fmla="*/ 633389 w 985768"/>
                    <a:gd name="connsiteY34" fmla="*/ 1565631 h 2988527"/>
                    <a:gd name="connsiteX35" fmla="*/ 677994 w 985768"/>
                    <a:gd name="connsiteY35" fmla="*/ 1534408 h 2988527"/>
                    <a:gd name="connsiteX36" fmla="*/ 704757 w 985768"/>
                    <a:gd name="connsiteY36" fmla="*/ 1516566 h 2988527"/>
                    <a:gd name="connsiteX37" fmla="*/ 722599 w 985768"/>
                    <a:gd name="connsiteY37" fmla="*/ 1507645 h 2988527"/>
                    <a:gd name="connsiteX38" fmla="*/ 735980 w 985768"/>
                    <a:gd name="connsiteY38" fmla="*/ 1503184 h 2988527"/>
                    <a:gd name="connsiteX39" fmla="*/ 802888 w 985768"/>
                    <a:gd name="connsiteY39" fmla="*/ 1507645 h 2988527"/>
                    <a:gd name="connsiteX40" fmla="*/ 820729 w 985768"/>
                    <a:gd name="connsiteY40" fmla="*/ 1494264 h 2988527"/>
                    <a:gd name="connsiteX41" fmla="*/ 816269 w 985768"/>
                    <a:gd name="connsiteY41" fmla="*/ 1471961 h 2988527"/>
                    <a:gd name="connsiteX42" fmla="*/ 820729 w 985768"/>
                    <a:gd name="connsiteY42" fmla="*/ 1436277 h 2988527"/>
                    <a:gd name="connsiteX43" fmla="*/ 834111 w 985768"/>
                    <a:gd name="connsiteY43" fmla="*/ 1440738 h 2988527"/>
                    <a:gd name="connsiteX44" fmla="*/ 847492 w 985768"/>
                    <a:gd name="connsiteY44" fmla="*/ 1454119 h 2988527"/>
                    <a:gd name="connsiteX45" fmla="*/ 865334 w 985768"/>
                    <a:gd name="connsiteY45" fmla="*/ 1467501 h 2988527"/>
                    <a:gd name="connsiteX46" fmla="*/ 896558 w 985768"/>
                    <a:gd name="connsiteY46" fmla="*/ 1463040 h 2988527"/>
                    <a:gd name="connsiteX47" fmla="*/ 950084 w 985768"/>
                    <a:gd name="connsiteY47" fmla="*/ 1422896 h 2988527"/>
                    <a:gd name="connsiteX48" fmla="*/ 976847 w 985768"/>
                    <a:gd name="connsiteY48" fmla="*/ 1387212 h 2988527"/>
                    <a:gd name="connsiteX49" fmla="*/ 985768 w 985768"/>
                    <a:gd name="connsiteY49" fmla="*/ 1338146 h 2988527"/>
                    <a:gd name="connsiteX50" fmla="*/ 981307 w 985768"/>
                    <a:gd name="connsiteY50" fmla="*/ 1253397 h 2988527"/>
                    <a:gd name="connsiteX51" fmla="*/ 959005 w 985768"/>
                    <a:gd name="connsiteY51" fmla="*/ 1190950 h 2988527"/>
                    <a:gd name="connsiteX52" fmla="*/ 936702 w 985768"/>
                    <a:gd name="connsiteY52" fmla="*/ 1173108 h 2988527"/>
                    <a:gd name="connsiteX53" fmla="*/ 923321 w 985768"/>
                    <a:gd name="connsiteY53" fmla="*/ 1155266 h 2988527"/>
                    <a:gd name="connsiteX54" fmla="*/ 909939 w 985768"/>
                    <a:gd name="connsiteY54" fmla="*/ 1128504 h 2988527"/>
                    <a:gd name="connsiteX55" fmla="*/ 896558 w 985768"/>
                    <a:gd name="connsiteY55" fmla="*/ 1101741 h 2988527"/>
                    <a:gd name="connsiteX56" fmla="*/ 883176 w 985768"/>
                    <a:gd name="connsiteY56" fmla="*/ 1092820 h 2988527"/>
                    <a:gd name="connsiteX57" fmla="*/ 865334 w 985768"/>
                    <a:gd name="connsiteY57" fmla="*/ 1066057 h 2988527"/>
                    <a:gd name="connsiteX58" fmla="*/ 851953 w 985768"/>
                    <a:gd name="connsiteY58" fmla="*/ 1048215 h 2988527"/>
                    <a:gd name="connsiteX59" fmla="*/ 811809 w 985768"/>
                    <a:gd name="connsiteY59" fmla="*/ 1008070 h 2988527"/>
                    <a:gd name="connsiteX60" fmla="*/ 798427 w 985768"/>
                    <a:gd name="connsiteY60" fmla="*/ 994689 h 2988527"/>
                    <a:gd name="connsiteX61" fmla="*/ 780585 w 985768"/>
                    <a:gd name="connsiteY61" fmla="*/ 981307 h 2988527"/>
                    <a:gd name="connsiteX62" fmla="*/ 749362 w 985768"/>
                    <a:gd name="connsiteY62" fmla="*/ 950084 h 2988527"/>
                    <a:gd name="connsiteX63" fmla="*/ 718138 w 985768"/>
                    <a:gd name="connsiteY63" fmla="*/ 932242 h 2988527"/>
                    <a:gd name="connsiteX64" fmla="*/ 709217 w 985768"/>
                    <a:gd name="connsiteY64" fmla="*/ 838572 h 2988527"/>
                    <a:gd name="connsiteX65" fmla="*/ 677994 w 985768"/>
                    <a:gd name="connsiteY65" fmla="*/ 695836 h 2988527"/>
                    <a:gd name="connsiteX66" fmla="*/ 673533 w 985768"/>
                    <a:gd name="connsiteY66" fmla="*/ 624468 h 2988527"/>
                    <a:gd name="connsiteX67" fmla="*/ 660152 w 985768"/>
                    <a:gd name="connsiteY67" fmla="*/ 539719 h 2988527"/>
                    <a:gd name="connsiteX68" fmla="*/ 642310 w 985768"/>
                    <a:gd name="connsiteY68" fmla="*/ 285471 h 2988527"/>
                    <a:gd name="connsiteX69" fmla="*/ 637849 w 985768"/>
                    <a:gd name="connsiteY69" fmla="*/ 156117 h 2988527"/>
                    <a:gd name="connsiteX70" fmla="*/ 651231 w 985768"/>
                    <a:gd name="connsiteY70" fmla="*/ 138275 h 2988527"/>
                    <a:gd name="connsiteX71" fmla="*/ 673533 w 985768"/>
                    <a:gd name="connsiteY71" fmla="*/ 115973 h 2988527"/>
                    <a:gd name="connsiteX72" fmla="*/ 686915 w 985768"/>
                    <a:gd name="connsiteY72" fmla="*/ 102591 h 2988527"/>
                    <a:gd name="connsiteX73" fmla="*/ 718138 w 985768"/>
                    <a:gd name="connsiteY73" fmla="*/ 89210 h 2988527"/>
                    <a:gd name="connsiteX74" fmla="*/ 722599 w 985768"/>
                    <a:gd name="connsiteY74" fmla="*/ 75828 h 2988527"/>
                    <a:gd name="connsiteX75" fmla="*/ 628929 w 985768"/>
                    <a:gd name="connsiteY75" fmla="*/ 44605 h 2988527"/>
                    <a:gd name="connsiteX76" fmla="*/ 620008 w 985768"/>
                    <a:gd name="connsiteY76" fmla="*/ 31224 h 2988527"/>
                    <a:gd name="connsiteX77" fmla="*/ 606626 w 985768"/>
                    <a:gd name="connsiteY77" fmla="*/ 17842 h 2988527"/>
                    <a:gd name="connsiteX78" fmla="*/ 597705 w 985768"/>
                    <a:gd name="connsiteY78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66620 w 985768"/>
                    <a:gd name="connsiteY14" fmla="*/ 2749871 h 2988527"/>
                    <a:gd name="connsiteX15" fmla="*/ 374681 w 985768"/>
                    <a:gd name="connsiteY15" fmla="*/ 2640609 h 2988527"/>
                    <a:gd name="connsiteX16" fmla="*/ 370220 w 985768"/>
                    <a:gd name="connsiteY16" fmla="*/ 2591544 h 2988527"/>
                    <a:gd name="connsiteX17" fmla="*/ 365760 w 985768"/>
                    <a:gd name="connsiteY17" fmla="*/ 2573702 h 2988527"/>
                    <a:gd name="connsiteX18" fmla="*/ 338997 w 985768"/>
                    <a:gd name="connsiteY18" fmla="*/ 2542478 h 2988527"/>
                    <a:gd name="connsiteX19" fmla="*/ 343457 w 985768"/>
                    <a:gd name="connsiteY19" fmla="*/ 2497873 h 2988527"/>
                    <a:gd name="connsiteX20" fmla="*/ 347918 w 985768"/>
                    <a:gd name="connsiteY20" fmla="*/ 2480031 h 2988527"/>
                    <a:gd name="connsiteX21" fmla="*/ 374681 w 985768"/>
                    <a:gd name="connsiteY21" fmla="*/ 2448808 h 2988527"/>
                    <a:gd name="connsiteX22" fmla="*/ 383602 w 985768"/>
                    <a:gd name="connsiteY22" fmla="*/ 2435426 h 2988527"/>
                    <a:gd name="connsiteX23" fmla="*/ 392523 w 985768"/>
                    <a:gd name="connsiteY23" fmla="*/ 2404203 h 2988527"/>
                    <a:gd name="connsiteX24" fmla="*/ 401444 w 985768"/>
                    <a:gd name="connsiteY24" fmla="*/ 2377440 h 2988527"/>
                    <a:gd name="connsiteX25" fmla="*/ 405904 w 985768"/>
                    <a:gd name="connsiteY25" fmla="*/ 2364059 h 2988527"/>
                    <a:gd name="connsiteX26" fmla="*/ 419286 w 985768"/>
                    <a:gd name="connsiteY26" fmla="*/ 2212402 h 2988527"/>
                    <a:gd name="connsiteX27" fmla="*/ 468351 w 985768"/>
                    <a:gd name="connsiteY27" fmla="*/ 2127653 h 2988527"/>
                    <a:gd name="connsiteX28" fmla="*/ 499574 w 985768"/>
                    <a:gd name="connsiteY28" fmla="*/ 1984917 h 2988527"/>
                    <a:gd name="connsiteX29" fmla="*/ 562021 w 985768"/>
                    <a:gd name="connsiteY29" fmla="*/ 1855563 h 2988527"/>
                    <a:gd name="connsiteX30" fmla="*/ 566482 w 985768"/>
                    <a:gd name="connsiteY30" fmla="*/ 1730669 h 2988527"/>
                    <a:gd name="connsiteX31" fmla="*/ 562021 w 985768"/>
                    <a:gd name="connsiteY31" fmla="*/ 1717288 h 2988527"/>
                    <a:gd name="connsiteX32" fmla="*/ 566482 w 985768"/>
                    <a:gd name="connsiteY32" fmla="*/ 1641460 h 2988527"/>
                    <a:gd name="connsiteX33" fmla="*/ 575403 w 985768"/>
                    <a:gd name="connsiteY33" fmla="*/ 1623618 h 2988527"/>
                    <a:gd name="connsiteX34" fmla="*/ 633389 w 985768"/>
                    <a:gd name="connsiteY34" fmla="*/ 1565631 h 2988527"/>
                    <a:gd name="connsiteX35" fmla="*/ 677994 w 985768"/>
                    <a:gd name="connsiteY35" fmla="*/ 1534408 h 2988527"/>
                    <a:gd name="connsiteX36" fmla="*/ 704757 w 985768"/>
                    <a:gd name="connsiteY36" fmla="*/ 1516566 h 2988527"/>
                    <a:gd name="connsiteX37" fmla="*/ 722599 w 985768"/>
                    <a:gd name="connsiteY37" fmla="*/ 1507645 h 2988527"/>
                    <a:gd name="connsiteX38" fmla="*/ 735980 w 985768"/>
                    <a:gd name="connsiteY38" fmla="*/ 1503184 h 2988527"/>
                    <a:gd name="connsiteX39" fmla="*/ 802888 w 985768"/>
                    <a:gd name="connsiteY39" fmla="*/ 1507645 h 2988527"/>
                    <a:gd name="connsiteX40" fmla="*/ 820729 w 985768"/>
                    <a:gd name="connsiteY40" fmla="*/ 1494264 h 2988527"/>
                    <a:gd name="connsiteX41" fmla="*/ 816269 w 985768"/>
                    <a:gd name="connsiteY41" fmla="*/ 1471961 h 2988527"/>
                    <a:gd name="connsiteX42" fmla="*/ 820729 w 985768"/>
                    <a:gd name="connsiteY42" fmla="*/ 1436277 h 2988527"/>
                    <a:gd name="connsiteX43" fmla="*/ 834111 w 985768"/>
                    <a:gd name="connsiteY43" fmla="*/ 1440738 h 2988527"/>
                    <a:gd name="connsiteX44" fmla="*/ 847492 w 985768"/>
                    <a:gd name="connsiteY44" fmla="*/ 1454119 h 2988527"/>
                    <a:gd name="connsiteX45" fmla="*/ 865334 w 985768"/>
                    <a:gd name="connsiteY45" fmla="*/ 1467501 h 2988527"/>
                    <a:gd name="connsiteX46" fmla="*/ 896558 w 985768"/>
                    <a:gd name="connsiteY46" fmla="*/ 1463040 h 2988527"/>
                    <a:gd name="connsiteX47" fmla="*/ 950084 w 985768"/>
                    <a:gd name="connsiteY47" fmla="*/ 1422896 h 2988527"/>
                    <a:gd name="connsiteX48" fmla="*/ 976847 w 985768"/>
                    <a:gd name="connsiteY48" fmla="*/ 1387212 h 2988527"/>
                    <a:gd name="connsiteX49" fmla="*/ 985768 w 985768"/>
                    <a:gd name="connsiteY49" fmla="*/ 1338146 h 2988527"/>
                    <a:gd name="connsiteX50" fmla="*/ 981307 w 985768"/>
                    <a:gd name="connsiteY50" fmla="*/ 1253397 h 2988527"/>
                    <a:gd name="connsiteX51" fmla="*/ 959005 w 985768"/>
                    <a:gd name="connsiteY51" fmla="*/ 1190950 h 2988527"/>
                    <a:gd name="connsiteX52" fmla="*/ 936702 w 985768"/>
                    <a:gd name="connsiteY52" fmla="*/ 1173108 h 2988527"/>
                    <a:gd name="connsiteX53" fmla="*/ 923321 w 985768"/>
                    <a:gd name="connsiteY53" fmla="*/ 1155266 h 2988527"/>
                    <a:gd name="connsiteX54" fmla="*/ 909939 w 985768"/>
                    <a:gd name="connsiteY54" fmla="*/ 1128504 h 2988527"/>
                    <a:gd name="connsiteX55" fmla="*/ 896558 w 985768"/>
                    <a:gd name="connsiteY55" fmla="*/ 1101741 h 2988527"/>
                    <a:gd name="connsiteX56" fmla="*/ 883176 w 985768"/>
                    <a:gd name="connsiteY56" fmla="*/ 1092820 h 2988527"/>
                    <a:gd name="connsiteX57" fmla="*/ 865334 w 985768"/>
                    <a:gd name="connsiteY57" fmla="*/ 1066057 h 2988527"/>
                    <a:gd name="connsiteX58" fmla="*/ 851953 w 985768"/>
                    <a:gd name="connsiteY58" fmla="*/ 1048215 h 2988527"/>
                    <a:gd name="connsiteX59" fmla="*/ 811809 w 985768"/>
                    <a:gd name="connsiteY59" fmla="*/ 1008070 h 2988527"/>
                    <a:gd name="connsiteX60" fmla="*/ 798427 w 985768"/>
                    <a:gd name="connsiteY60" fmla="*/ 994689 h 2988527"/>
                    <a:gd name="connsiteX61" fmla="*/ 780585 w 985768"/>
                    <a:gd name="connsiteY61" fmla="*/ 981307 h 2988527"/>
                    <a:gd name="connsiteX62" fmla="*/ 749362 w 985768"/>
                    <a:gd name="connsiteY62" fmla="*/ 950084 h 2988527"/>
                    <a:gd name="connsiteX63" fmla="*/ 718138 w 985768"/>
                    <a:gd name="connsiteY63" fmla="*/ 932242 h 2988527"/>
                    <a:gd name="connsiteX64" fmla="*/ 709217 w 985768"/>
                    <a:gd name="connsiteY64" fmla="*/ 838572 h 2988527"/>
                    <a:gd name="connsiteX65" fmla="*/ 677994 w 985768"/>
                    <a:gd name="connsiteY65" fmla="*/ 695836 h 2988527"/>
                    <a:gd name="connsiteX66" fmla="*/ 673533 w 985768"/>
                    <a:gd name="connsiteY66" fmla="*/ 624468 h 2988527"/>
                    <a:gd name="connsiteX67" fmla="*/ 660152 w 985768"/>
                    <a:gd name="connsiteY67" fmla="*/ 539719 h 2988527"/>
                    <a:gd name="connsiteX68" fmla="*/ 642310 w 985768"/>
                    <a:gd name="connsiteY68" fmla="*/ 285471 h 2988527"/>
                    <a:gd name="connsiteX69" fmla="*/ 637849 w 985768"/>
                    <a:gd name="connsiteY69" fmla="*/ 156117 h 2988527"/>
                    <a:gd name="connsiteX70" fmla="*/ 651231 w 985768"/>
                    <a:gd name="connsiteY70" fmla="*/ 138275 h 2988527"/>
                    <a:gd name="connsiteX71" fmla="*/ 673533 w 985768"/>
                    <a:gd name="connsiteY71" fmla="*/ 115973 h 2988527"/>
                    <a:gd name="connsiteX72" fmla="*/ 686915 w 985768"/>
                    <a:gd name="connsiteY72" fmla="*/ 102591 h 2988527"/>
                    <a:gd name="connsiteX73" fmla="*/ 718138 w 985768"/>
                    <a:gd name="connsiteY73" fmla="*/ 89210 h 2988527"/>
                    <a:gd name="connsiteX74" fmla="*/ 722599 w 985768"/>
                    <a:gd name="connsiteY74" fmla="*/ 75828 h 2988527"/>
                    <a:gd name="connsiteX75" fmla="*/ 628929 w 985768"/>
                    <a:gd name="connsiteY75" fmla="*/ 44605 h 2988527"/>
                    <a:gd name="connsiteX76" fmla="*/ 620008 w 985768"/>
                    <a:gd name="connsiteY76" fmla="*/ 31224 h 2988527"/>
                    <a:gd name="connsiteX77" fmla="*/ 606626 w 985768"/>
                    <a:gd name="connsiteY77" fmla="*/ 17842 h 2988527"/>
                    <a:gd name="connsiteX78" fmla="*/ 597705 w 985768"/>
                    <a:gd name="connsiteY78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325615 w 985768"/>
                    <a:gd name="connsiteY13" fmla="*/ 2743200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19286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66482 w 985768"/>
                    <a:gd name="connsiteY31" fmla="*/ 1641460 h 2988527"/>
                    <a:gd name="connsiteX32" fmla="*/ 575403 w 985768"/>
                    <a:gd name="connsiteY32" fmla="*/ 1623618 h 2988527"/>
                    <a:gd name="connsiteX33" fmla="*/ 633389 w 985768"/>
                    <a:gd name="connsiteY33" fmla="*/ 1565631 h 2988527"/>
                    <a:gd name="connsiteX34" fmla="*/ 677994 w 985768"/>
                    <a:gd name="connsiteY34" fmla="*/ 1534408 h 2988527"/>
                    <a:gd name="connsiteX35" fmla="*/ 704757 w 985768"/>
                    <a:gd name="connsiteY35" fmla="*/ 1516566 h 2988527"/>
                    <a:gd name="connsiteX36" fmla="*/ 722599 w 985768"/>
                    <a:gd name="connsiteY36" fmla="*/ 1507645 h 2988527"/>
                    <a:gd name="connsiteX37" fmla="*/ 735980 w 985768"/>
                    <a:gd name="connsiteY37" fmla="*/ 1503184 h 2988527"/>
                    <a:gd name="connsiteX38" fmla="*/ 802888 w 985768"/>
                    <a:gd name="connsiteY38" fmla="*/ 1507645 h 2988527"/>
                    <a:gd name="connsiteX39" fmla="*/ 820729 w 985768"/>
                    <a:gd name="connsiteY39" fmla="*/ 1494264 h 2988527"/>
                    <a:gd name="connsiteX40" fmla="*/ 816269 w 985768"/>
                    <a:gd name="connsiteY40" fmla="*/ 1471961 h 2988527"/>
                    <a:gd name="connsiteX41" fmla="*/ 820729 w 985768"/>
                    <a:gd name="connsiteY41" fmla="*/ 1436277 h 2988527"/>
                    <a:gd name="connsiteX42" fmla="*/ 834111 w 985768"/>
                    <a:gd name="connsiteY42" fmla="*/ 1440738 h 2988527"/>
                    <a:gd name="connsiteX43" fmla="*/ 847492 w 985768"/>
                    <a:gd name="connsiteY43" fmla="*/ 1454119 h 2988527"/>
                    <a:gd name="connsiteX44" fmla="*/ 865334 w 985768"/>
                    <a:gd name="connsiteY44" fmla="*/ 1467501 h 2988527"/>
                    <a:gd name="connsiteX45" fmla="*/ 896558 w 985768"/>
                    <a:gd name="connsiteY45" fmla="*/ 1463040 h 2988527"/>
                    <a:gd name="connsiteX46" fmla="*/ 950084 w 985768"/>
                    <a:gd name="connsiteY46" fmla="*/ 1422896 h 2988527"/>
                    <a:gd name="connsiteX47" fmla="*/ 976847 w 985768"/>
                    <a:gd name="connsiteY47" fmla="*/ 1387212 h 2988527"/>
                    <a:gd name="connsiteX48" fmla="*/ 985768 w 985768"/>
                    <a:gd name="connsiteY48" fmla="*/ 1338146 h 2988527"/>
                    <a:gd name="connsiteX49" fmla="*/ 981307 w 985768"/>
                    <a:gd name="connsiteY49" fmla="*/ 1253397 h 2988527"/>
                    <a:gd name="connsiteX50" fmla="*/ 959005 w 985768"/>
                    <a:gd name="connsiteY50" fmla="*/ 1190950 h 2988527"/>
                    <a:gd name="connsiteX51" fmla="*/ 936702 w 985768"/>
                    <a:gd name="connsiteY51" fmla="*/ 1173108 h 2988527"/>
                    <a:gd name="connsiteX52" fmla="*/ 923321 w 985768"/>
                    <a:gd name="connsiteY52" fmla="*/ 1155266 h 2988527"/>
                    <a:gd name="connsiteX53" fmla="*/ 909939 w 985768"/>
                    <a:gd name="connsiteY53" fmla="*/ 1128504 h 2988527"/>
                    <a:gd name="connsiteX54" fmla="*/ 896558 w 985768"/>
                    <a:gd name="connsiteY54" fmla="*/ 1101741 h 2988527"/>
                    <a:gd name="connsiteX55" fmla="*/ 883176 w 985768"/>
                    <a:gd name="connsiteY55" fmla="*/ 1092820 h 2988527"/>
                    <a:gd name="connsiteX56" fmla="*/ 865334 w 985768"/>
                    <a:gd name="connsiteY56" fmla="*/ 1066057 h 2988527"/>
                    <a:gd name="connsiteX57" fmla="*/ 851953 w 985768"/>
                    <a:gd name="connsiteY57" fmla="*/ 1048215 h 2988527"/>
                    <a:gd name="connsiteX58" fmla="*/ 811809 w 985768"/>
                    <a:gd name="connsiteY58" fmla="*/ 1008070 h 2988527"/>
                    <a:gd name="connsiteX59" fmla="*/ 798427 w 985768"/>
                    <a:gd name="connsiteY59" fmla="*/ 994689 h 2988527"/>
                    <a:gd name="connsiteX60" fmla="*/ 780585 w 985768"/>
                    <a:gd name="connsiteY60" fmla="*/ 981307 h 2988527"/>
                    <a:gd name="connsiteX61" fmla="*/ 749362 w 985768"/>
                    <a:gd name="connsiteY61" fmla="*/ 950084 h 2988527"/>
                    <a:gd name="connsiteX62" fmla="*/ 718138 w 985768"/>
                    <a:gd name="connsiteY62" fmla="*/ 932242 h 2988527"/>
                    <a:gd name="connsiteX63" fmla="*/ 709217 w 985768"/>
                    <a:gd name="connsiteY63" fmla="*/ 838572 h 2988527"/>
                    <a:gd name="connsiteX64" fmla="*/ 677994 w 985768"/>
                    <a:gd name="connsiteY64" fmla="*/ 695836 h 2988527"/>
                    <a:gd name="connsiteX65" fmla="*/ 673533 w 985768"/>
                    <a:gd name="connsiteY65" fmla="*/ 624468 h 2988527"/>
                    <a:gd name="connsiteX66" fmla="*/ 660152 w 985768"/>
                    <a:gd name="connsiteY66" fmla="*/ 539719 h 2988527"/>
                    <a:gd name="connsiteX67" fmla="*/ 642310 w 985768"/>
                    <a:gd name="connsiteY67" fmla="*/ 285471 h 2988527"/>
                    <a:gd name="connsiteX68" fmla="*/ 637849 w 985768"/>
                    <a:gd name="connsiteY68" fmla="*/ 156117 h 2988527"/>
                    <a:gd name="connsiteX69" fmla="*/ 651231 w 985768"/>
                    <a:gd name="connsiteY69" fmla="*/ 138275 h 2988527"/>
                    <a:gd name="connsiteX70" fmla="*/ 673533 w 985768"/>
                    <a:gd name="connsiteY70" fmla="*/ 115973 h 2988527"/>
                    <a:gd name="connsiteX71" fmla="*/ 686915 w 985768"/>
                    <a:gd name="connsiteY71" fmla="*/ 102591 h 2988527"/>
                    <a:gd name="connsiteX72" fmla="*/ 718138 w 985768"/>
                    <a:gd name="connsiteY72" fmla="*/ 89210 h 2988527"/>
                    <a:gd name="connsiteX73" fmla="*/ 722599 w 985768"/>
                    <a:gd name="connsiteY73" fmla="*/ 75828 h 2988527"/>
                    <a:gd name="connsiteX74" fmla="*/ 628929 w 985768"/>
                    <a:gd name="connsiteY74" fmla="*/ 44605 h 2988527"/>
                    <a:gd name="connsiteX75" fmla="*/ 620008 w 985768"/>
                    <a:gd name="connsiteY75" fmla="*/ 31224 h 2988527"/>
                    <a:gd name="connsiteX76" fmla="*/ 606626 w 985768"/>
                    <a:gd name="connsiteY76" fmla="*/ 17842 h 2988527"/>
                    <a:gd name="connsiteX77" fmla="*/ 597705 w 985768"/>
                    <a:gd name="connsiteY77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19286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66482 w 985768"/>
                    <a:gd name="connsiteY31" fmla="*/ 1641460 h 2988527"/>
                    <a:gd name="connsiteX32" fmla="*/ 575403 w 985768"/>
                    <a:gd name="connsiteY32" fmla="*/ 1623618 h 2988527"/>
                    <a:gd name="connsiteX33" fmla="*/ 633389 w 985768"/>
                    <a:gd name="connsiteY33" fmla="*/ 1565631 h 2988527"/>
                    <a:gd name="connsiteX34" fmla="*/ 677994 w 985768"/>
                    <a:gd name="connsiteY34" fmla="*/ 1534408 h 2988527"/>
                    <a:gd name="connsiteX35" fmla="*/ 704757 w 985768"/>
                    <a:gd name="connsiteY35" fmla="*/ 1516566 h 2988527"/>
                    <a:gd name="connsiteX36" fmla="*/ 722599 w 985768"/>
                    <a:gd name="connsiteY36" fmla="*/ 1507645 h 2988527"/>
                    <a:gd name="connsiteX37" fmla="*/ 735980 w 985768"/>
                    <a:gd name="connsiteY37" fmla="*/ 1503184 h 2988527"/>
                    <a:gd name="connsiteX38" fmla="*/ 802888 w 985768"/>
                    <a:gd name="connsiteY38" fmla="*/ 1507645 h 2988527"/>
                    <a:gd name="connsiteX39" fmla="*/ 820729 w 985768"/>
                    <a:gd name="connsiteY39" fmla="*/ 1494264 h 2988527"/>
                    <a:gd name="connsiteX40" fmla="*/ 816269 w 985768"/>
                    <a:gd name="connsiteY40" fmla="*/ 1471961 h 2988527"/>
                    <a:gd name="connsiteX41" fmla="*/ 820729 w 985768"/>
                    <a:gd name="connsiteY41" fmla="*/ 1436277 h 2988527"/>
                    <a:gd name="connsiteX42" fmla="*/ 834111 w 985768"/>
                    <a:gd name="connsiteY42" fmla="*/ 1440738 h 2988527"/>
                    <a:gd name="connsiteX43" fmla="*/ 847492 w 985768"/>
                    <a:gd name="connsiteY43" fmla="*/ 1454119 h 2988527"/>
                    <a:gd name="connsiteX44" fmla="*/ 865334 w 985768"/>
                    <a:gd name="connsiteY44" fmla="*/ 1467501 h 2988527"/>
                    <a:gd name="connsiteX45" fmla="*/ 896558 w 985768"/>
                    <a:gd name="connsiteY45" fmla="*/ 1463040 h 2988527"/>
                    <a:gd name="connsiteX46" fmla="*/ 950084 w 985768"/>
                    <a:gd name="connsiteY46" fmla="*/ 1422896 h 2988527"/>
                    <a:gd name="connsiteX47" fmla="*/ 976847 w 985768"/>
                    <a:gd name="connsiteY47" fmla="*/ 1387212 h 2988527"/>
                    <a:gd name="connsiteX48" fmla="*/ 985768 w 985768"/>
                    <a:gd name="connsiteY48" fmla="*/ 1338146 h 2988527"/>
                    <a:gd name="connsiteX49" fmla="*/ 981307 w 985768"/>
                    <a:gd name="connsiteY49" fmla="*/ 1253397 h 2988527"/>
                    <a:gd name="connsiteX50" fmla="*/ 959005 w 985768"/>
                    <a:gd name="connsiteY50" fmla="*/ 1190950 h 2988527"/>
                    <a:gd name="connsiteX51" fmla="*/ 936702 w 985768"/>
                    <a:gd name="connsiteY51" fmla="*/ 1173108 h 2988527"/>
                    <a:gd name="connsiteX52" fmla="*/ 923321 w 985768"/>
                    <a:gd name="connsiteY52" fmla="*/ 1155266 h 2988527"/>
                    <a:gd name="connsiteX53" fmla="*/ 909939 w 985768"/>
                    <a:gd name="connsiteY53" fmla="*/ 1128504 h 2988527"/>
                    <a:gd name="connsiteX54" fmla="*/ 896558 w 985768"/>
                    <a:gd name="connsiteY54" fmla="*/ 1101741 h 2988527"/>
                    <a:gd name="connsiteX55" fmla="*/ 883176 w 985768"/>
                    <a:gd name="connsiteY55" fmla="*/ 1092820 h 2988527"/>
                    <a:gd name="connsiteX56" fmla="*/ 865334 w 985768"/>
                    <a:gd name="connsiteY56" fmla="*/ 1066057 h 2988527"/>
                    <a:gd name="connsiteX57" fmla="*/ 851953 w 985768"/>
                    <a:gd name="connsiteY57" fmla="*/ 1048215 h 2988527"/>
                    <a:gd name="connsiteX58" fmla="*/ 811809 w 985768"/>
                    <a:gd name="connsiteY58" fmla="*/ 1008070 h 2988527"/>
                    <a:gd name="connsiteX59" fmla="*/ 798427 w 985768"/>
                    <a:gd name="connsiteY59" fmla="*/ 994689 h 2988527"/>
                    <a:gd name="connsiteX60" fmla="*/ 780585 w 985768"/>
                    <a:gd name="connsiteY60" fmla="*/ 981307 h 2988527"/>
                    <a:gd name="connsiteX61" fmla="*/ 749362 w 985768"/>
                    <a:gd name="connsiteY61" fmla="*/ 950084 h 2988527"/>
                    <a:gd name="connsiteX62" fmla="*/ 718138 w 985768"/>
                    <a:gd name="connsiteY62" fmla="*/ 932242 h 2988527"/>
                    <a:gd name="connsiteX63" fmla="*/ 709217 w 985768"/>
                    <a:gd name="connsiteY63" fmla="*/ 838572 h 2988527"/>
                    <a:gd name="connsiteX64" fmla="*/ 677994 w 985768"/>
                    <a:gd name="connsiteY64" fmla="*/ 695836 h 2988527"/>
                    <a:gd name="connsiteX65" fmla="*/ 673533 w 985768"/>
                    <a:gd name="connsiteY65" fmla="*/ 624468 h 2988527"/>
                    <a:gd name="connsiteX66" fmla="*/ 660152 w 985768"/>
                    <a:gd name="connsiteY66" fmla="*/ 539719 h 2988527"/>
                    <a:gd name="connsiteX67" fmla="*/ 642310 w 985768"/>
                    <a:gd name="connsiteY67" fmla="*/ 285471 h 2988527"/>
                    <a:gd name="connsiteX68" fmla="*/ 637849 w 985768"/>
                    <a:gd name="connsiteY68" fmla="*/ 156117 h 2988527"/>
                    <a:gd name="connsiteX69" fmla="*/ 651231 w 985768"/>
                    <a:gd name="connsiteY69" fmla="*/ 138275 h 2988527"/>
                    <a:gd name="connsiteX70" fmla="*/ 673533 w 985768"/>
                    <a:gd name="connsiteY70" fmla="*/ 115973 h 2988527"/>
                    <a:gd name="connsiteX71" fmla="*/ 686915 w 985768"/>
                    <a:gd name="connsiteY71" fmla="*/ 102591 h 2988527"/>
                    <a:gd name="connsiteX72" fmla="*/ 718138 w 985768"/>
                    <a:gd name="connsiteY72" fmla="*/ 89210 h 2988527"/>
                    <a:gd name="connsiteX73" fmla="*/ 722599 w 985768"/>
                    <a:gd name="connsiteY73" fmla="*/ 75828 h 2988527"/>
                    <a:gd name="connsiteX74" fmla="*/ 628929 w 985768"/>
                    <a:gd name="connsiteY74" fmla="*/ 44605 h 2988527"/>
                    <a:gd name="connsiteX75" fmla="*/ 620008 w 985768"/>
                    <a:gd name="connsiteY75" fmla="*/ 31224 h 2988527"/>
                    <a:gd name="connsiteX76" fmla="*/ 606626 w 985768"/>
                    <a:gd name="connsiteY76" fmla="*/ 17842 h 2988527"/>
                    <a:gd name="connsiteX77" fmla="*/ 597705 w 985768"/>
                    <a:gd name="connsiteY77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19286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66482 w 985768"/>
                    <a:gd name="connsiteY31" fmla="*/ 1641460 h 2988527"/>
                    <a:gd name="connsiteX32" fmla="*/ 575403 w 985768"/>
                    <a:gd name="connsiteY32" fmla="*/ 1623618 h 2988527"/>
                    <a:gd name="connsiteX33" fmla="*/ 633389 w 985768"/>
                    <a:gd name="connsiteY33" fmla="*/ 1565631 h 2988527"/>
                    <a:gd name="connsiteX34" fmla="*/ 677994 w 985768"/>
                    <a:gd name="connsiteY34" fmla="*/ 1534408 h 2988527"/>
                    <a:gd name="connsiteX35" fmla="*/ 704757 w 985768"/>
                    <a:gd name="connsiteY35" fmla="*/ 1516566 h 2988527"/>
                    <a:gd name="connsiteX36" fmla="*/ 722599 w 985768"/>
                    <a:gd name="connsiteY36" fmla="*/ 1507645 h 2988527"/>
                    <a:gd name="connsiteX37" fmla="*/ 735980 w 985768"/>
                    <a:gd name="connsiteY37" fmla="*/ 1503184 h 2988527"/>
                    <a:gd name="connsiteX38" fmla="*/ 802888 w 985768"/>
                    <a:gd name="connsiteY38" fmla="*/ 1507645 h 2988527"/>
                    <a:gd name="connsiteX39" fmla="*/ 820729 w 985768"/>
                    <a:gd name="connsiteY39" fmla="*/ 1494264 h 2988527"/>
                    <a:gd name="connsiteX40" fmla="*/ 816269 w 985768"/>
                    <a:gd name="connsiteY40" fmla="*/ 1471961 h 2988527"/>
                    <a:gd name="connsiteX41" fmla="*/ 820729 w 985768"/>
                    <a:gd name="connsiteY41" fmla="*/ 1436277 h 2988527"/>
                    <a:gd name="connsiteX42" fmla="*/ 834111 w 985768"/>
                    <a:gd name="connsiteY42" fmla="*/ 1440738 h 2988527"/>
                    <a:gd name="connsiteX43" fmla="*/ 847492 w 985768"/>
                    <a:gd name="connsiteY43" fmla="*/ 1454119 h 2988527"/>
                    <a:gd name="connsiteX44" fmla="*/ 865334 w 985768"/>
                    <a:gd name="connsiteY44" fmla="*/ 1467501 h 2988527"/>
                    <a:gd name="connsiteX45" fmla="*/ 896558 w 985768"/>
                    <a:gd name="connsiteY45" fmla="*/ 1463040 h 2988527"/>
                    <a:gd name="connsiteX46" fmla="*/ 950084 w 985768"/>
                    <a:gd name="connsiteY46" fmla="*/ 1422896 h 2988527"/>
                    <a:gd name="connsiteX47" fmla="*/ 976847 w 985768"/>
                    <a:gd name="connsiteY47" fmla="*/ 1387212 h 2988527"/>
                    <a:gd name="connsiteX48" fmla="*/ 985768 w 985768"/>
                    <a:gd name="connsiteY48" fmla="*/ 1338146 h 2988527"/>
                    <a:gd name="connsiteX49" fmla="*/ 981307 w 985768"/>
                    <a:gd name="connsiteY49" fmla="*/ 1253397 h 2988527"/>
                    <a:gd name="connsiteX50" fmla="*/ 959005 w 985768"/>
                    <a:gd name="connsiteY50" fmla="*/ 1190950 h 2988527"/>
                    <a:gd name="connsiteX51" fmla="*/ 936702 w 985768"/>
                    <a:gd name="connsiteY51" fmla="*/ 1173108 h 2988527"/>
                    <a:gd name="connsiteX52" fmla="*/ 923321 w 985768"/>
                    <a:gd name="connsiteY52" fmla="*/ 1155266 h 2988527"/>
                    <a:gd name="connsiteX53" fmla="*/ 909939 w 985768"/>
                    <a:gd name="connsiteY53" fmla="*/ 1128504 h 2988527"/>
                    <a:gd name="connsiteX54" fmla="*/ 896558 w 985768"/>
                    <a:gd name="connsiteY54" fmla="*/ 1101741 h 2988527"/>
                    <a:gd name="connsiteX55" fmla="*/ 883176 w 985768"/>
                    <a:gd name="connsiteY55" fmla="*/ 1092820 h 2988527"/>
                    <a:gd name="connsiteX56" fmla="*/ 865334 w 985768"/>
                    <a:gd name="connsiteY56" fmla="*/ 1066057 h 2988527"/>
                    <a:gd name="connsiteX57" fmla="*/ 851953 w 985768"/>
                    <a:gd name="connsiteY57" fmla="*/ 1048215 h 2988527"/>
                    <a:gd name="connsiteX58" fmla="*/ 811809 w 985768"/>
                    <a:gd name="connsiteY58" fmla="*/ 1008070 h 2988527"/>
                    <a:gd name="connsiteX59" fmla="*/ 798427 w 985768"/>
                    <a:gd name="connsiteY59" fmla="*/ 994689 h 2988527"/>
                    <a:gd name="connsiteX60" fmla="*/ 780585 w 985768"/>
                    <a:gd name="connsiteY60" fmla="*/ 981307 h 2988527"/>
                    <a:gd name="connsiteX61" fmla="*/ 749362 w 985768"/>
                    <a:gd name="connsiteY61" fmla="*/ 950084 h 2988527"/>
                    <a:gd name="connsiteX62" fmla="*/ 718138 w 985768"/>
                    <a:gd name="connsiteY62" fmla="*/ 932242 h 2988527"/>
                    <a:gd name="connsiteX63" fmla="*/ 709217 w 985768"/>
                    <a:gd name="connsiteY63" fmla="*/ 838572 h 2988527"/>
                    <a:gd name="connsiteX64" fmla="*/ 677994 w 985768"/>
                    <a:gd name="connsiteY64" fmla="*/ 695836 h 2988527"/>
                    <a:gd name="connsiteX65" fmla="*/ 673533 w 985768"/>
                    <a:gd name="connsiteY65" fmla="*/ 624468 h 2988527"/>
                    <a:gd name="connsiteX66" fmla="*/ 660152 w 985768"/>
                    <a:gd name="connsiteY66" fmla="*/ 539719 h 2988527"/>
                    <a:gd name="connsiteX67" fmla="*/ 642310 w 985768"/>
                    <a:gd name="connsiteY67" fmla="*/ 285471 h 2988527"/>
                    <a:gd name="connsiteX68" fmla="*/ 637849 w 985768"/>
                    <a:gd name="connsiteY68" fmla="*/ 156117 h 2988527"/>
                    <a:gd name="connsiteX69" fmla="*/ 651231 w 985768"/>
                    <a:gd name="connsiteY69" fmla="*/ 138275 h 2988527"/>
                    <a:gd name="connsiteX70" fmla="*/ 673533 w 985768"/>
                    <a:gd name="connsiteY70" fmla="*/ 115973 h 2988527"/>
                    <a:gd name="connsiteX71" fmla="*/ 686915 w 985768"/>
                    <a:gd name="connsiteY71" fmla="*/ 102591 h 2988527"/>
                    <a:gd name="connsiteX72" fmla="*/ 718138 w 985768"/>
                    <a:gd name="connsiteY72" fmla="*/ 89210 h 2988527"/>
                    <a:gd name="connsiteX73" fmla="*/ 722599 w 985768"/>
                    <a:gd name="connsiteY73" fmla="*/ 75828 h 2988527"/>
                    <a:gd name="connsiteX74" fmla="*/ 628929 w 985768"/>
                    <a:gd name="connsiteY74" fmla="*/ 44605 h 2988527"/>
                    <a:gd name="connsiteX75" fmla="*/ 620008 w 985768"/>
                    <a:gd name="connsiteY75" fmla="*/ 31224 h 2988527"/>
                    <a:gd name="connsiteX76" fmla="*/ 606626 w 985768"/>
                    <a:gd name="connsiteY76" fmla="*/ 17842 h 2988527"/>
                    <a:gd name="connsiteX77" fmla="*/ 597705 w 985768"/>
                    <a:gd name="connsiteY77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66482 w 985768"/>
                    <a:gd name="connsiteY31" fmla="*/ 1641460 h 2988527"/>
                    <a:gd name="connsiteX32" fmla="*/ 575403 w 985768"/>
                    <a:gd name="connsiteY32" fmla="*/ 1623618 h 2988527"/>
                    <a:gd name="connsiteX33" fmla="*/ 633389 w 985768"/>
                    <a:gd name="connsiteY33" fmla="*/ 1565631 h 2988527"/>
                    <a:gd name="connsiteX34" fmla="*/ 677994 w 985768"/>
                    <a:gd name="connsiteY34" fmla="*/ 1534408 h 2988527"/>
                    <a:gd name="connsiteX35" fmla="*/ 704757 w 985768"/>
                    <a:gd name="connsiteY35" fmla="*/ 1516566 h 2988527"/>
                    <a:gd name="connsiteX36" fmla="*/ 722599 w 985768"/>
                    <a:gd name="connsiteY36" fmla="*/ 1507645 h 2988527"/>
                    <a:gd name="connsiteX37" fmla="*/ 735980 w 985768"/>
                    <a:gd name="connsiteY37" fmla="*/ 1503184 h 2988527"/>
                    <a:gd name="connsiteX38" fmla="*/ 802888 w 985768"/>
                    <a:gd name="connsiteY38" fmla="*/ 1507645 h 2988527"/>
                    <a:gd name="connsiteX39" fmla="*/ 820729 w 985768"/>
                    <a:gd name="connsiteY39" fmla="*/ 1494264 h 2988527"/>
                    <a:gd name="connsiteX40" fmla="*/ 816269 w 985768"/>
                    <a:gd name="connsiteY40" fmla="*/ 1471961 h 2988527"/>
                    <a:gd name="connsiteX41" fmla="*/ 820729 w 985768"/>
                    <a:gd name="connsiteY41" fmla="*/ 1436277 h 2988527"/>
                    <a:gd name="connsiteX42" fmla="*/ 834111 w 985768"/>
                    <a:gd name="connsiteY42" fmla="*/ 1440738 h 2988527"/>
                    <a:gd name="connsiteX43" fmla="*/ 847492 w 985768"/>
                    <a:gd name="connsiteY43" fmla="*/ 1454119 h 2988527"/>
                    <a:gd name="connsiteX44" fmla="*/ 865334 w 985768"/>
                    <a:gd name="connsiteY44" fmla="*/ 1467501 h 2988527"/>
                    <a:gd name="connsiteX45" fmla="*/ 896558 w 985768"/>
                    <a:gd name="connsiteY45" fmla="*/ 1463040 h 2988527"/>
                    <a:gd name="connsiteX46" fmla="*/ 950084 w 985768"/>
                    <a:gd name="connsiteY46" fmla="*/ 1422896 h 2988527"/>
                    <a:gd name="connsiteX47" fmla="*/ 976847 w 985768"/>
                    <a:gd name="connsiteY47" fmla="*/ 1387212 h 2988527"/>
                    <a:gd name="connsiteX48" fmla="*/ 985768 w 985768"/>
                    <a:gd name="connsiteY48" fmla="*/ 1338146 h 2988527"/>
                    <a:gd name="connsiteX49" fmla="*/ 981307 w 985768"/>
                    <a:gd name="connsiteY49" fmla="*/ 1253397 h 2988527"/>
                    <a:gd name="connsiteX50" fmla="*/ 959005 w 985768"/>
                    <a:gd name="connsiteY50" fmla="*/ 1190950 h 2988527"/>
                    <a:gd name="connsiteX51" fmla="*/ 936702 w 985768"/>
                    <a:gd name="connsiteY51" fmla="*/ 1173108 h 2988527"/>
                    <a:gd name="connsiteX52" fmla="*/ 923321 w 985768"/>
                    <a:gd name="connsiteY52" fmla="*/ 1155266 h 2988527"/>
                    <a:gd name="connsiteX53" fmla="*/ 909939 w 985768"/>
                    <a:gd name="connsiteY53" fmla="*/ 1128504 h 2988527"/>
                    <a:gd name="connsiteX54" fmla="*/ 896558 w 985768"/>
                    <a:gd name="connsiteY54" fmla="*/ 1101741 h 2988527"/>
                    <a:gd name="connsiteX55" fmla="*/ 883176 w 985768"/>
                    <a:gd name="connsiteY55" fmla="*/ 1092820 h 2988527"/>
                    <a:gd name="connsiteX56" fmla="*/ 865334 w 985768"/>
                    <a:gd name="connsiteY56" fmla="*/ 1066057 h 2988527"/>
                    <a:gd name="connsiteX57" fmla="*/ 851953 w 985768"/>
                    <a:gd name="connsiteY57" fmla="*/ 1048215 h 2988527"/>
                    <a:gd name="connsiteX58" fmla="*/ 811809 w 985768"/>
                    <a:gd name="connsiteY58" fmla="*/ 1008070 h 2988527"/>
                    <a:gd name="connsiteX59" fmla="*/ 798427 w 985768"/>
                    <a:gd name="connsiteY59" fmla="*/ 994689 h 2988527"/>
                    <a:gd name="connsiteX60" fmla="*/ 780585 w 985768"/>
                    <a:gd name="connsiteY60" fmla="*/ 981307 h 2988527"/>
                    <a:gd name="connsiteX61" fmla="*/ 749362 w 985768"/>
                    <a:gd name="connsiteY61" fmla="*/ 950084 h 2988527"/>
                    <a:gd name="connsiteX62" fmla="*/ 718138 w 985768"/>
                    <a:gd name="connsiteY62" fmla="*/ 932242 h 2988527"/>
                    <a:gd name="connsiteX63" fmla="*/ 709217 w 985768"/>
                    <a:gd name="connsiteY63" fmla="*/ 838572 h 2988527"/>
                    <a:gd name="connsiteX64" fmla="*/ 677994 w 985768"/>
                    <a:gd name="connsiteY64" fmla="*/ 695836 h 2988527"/>
                    <a:gd name="connsiteX65" fmla="*/ 673533 w 985768"/>
                    <a:gd name="connsiteY65" fmla="*/ 624468 h 2988527"/>
                    <a:gd name="connsiteX66" fmla="*/ 660152 w 985768"/>
                    <a:gd name="connsiteY66" fmla="*/ 539719 h 2988527"/>
                    <a:gd name="connsiteX67" fmla="*/ 642310 w 985768"/>
                    <a:gd name="connsiteY67" fmla="*/ 285471 h 2988527"/>
                    <a:gd name="connsiteX68" fmla="*/ 637849 w 985768"/>
                    <a:gd name="connsiteY68" fmla="*/ 156117 h 2988527"/>
                    <a:gd name="connsiteX69" fmla="*/ 651231 w 985768"/>
                    <a:gd name="connsiteY69" fmla="*/ 138275 h 2988527"/>
                    <a:gd name="connsiteX70" fmla="*/ 673533 w 985768"/>
                    <a:gd name="connsiteY70" fmla="*/ 115973 h 2988527"/>
                    <a:gd name="connsiteX71" fmla="*/ 686915 w 985768"/>
                    <a:gd name="connsiteY71" fmla="*/ 102591 h 2988527"/>
                    <a:gd name="connsiteX72" fmla="*/ 718138 w 985768"/>
                    <a:gd name="connsiteY72" fmla="*/ 89210 h 2988527"/>
                    <a:gd name="connsiteX73" fmla="*/ 722599 w 985768"/>
                    <a:gd name="connsiteY73" fmla="*/ 75828 h 2988527"/>
                    <a:gd name="connsiteX74" fmla="*/ 628929 w 985768"/>
                    <a:gd name="connsiteY74" fmla="*/ 44605 h 2988527"/>
                    <a:gd name="connsiteX75" fmla="*/ 620008 w 985768"/>
                    <a:gd name="connsiteY75" fmla="*/ 31224 h 2988527"/>
                    <a:gd name="connsiteX76" fmla="*/ 606626 w 985768"/>
                    <a:gd name="connsiteY76" fmla="*/ 17842 h 2988527"/>
                    <a:gd name="connsiteX77" fmla="*/ 597705 w 985768"/>
                    <a:gd name="connsiteY77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66482 w 985768"/>
                    <a:gd name="connsiteY31" fmla="*/ 1641460 h 2988527"/>
                    <a:gd name="connsiteX32" fmla="*/ 633389 w 985768"/>
                    <a:gd name="connsiteY32" fmla="*/ 1565631 h 2988527"/>
                    <a:gd name="connsiteX33" fmla="*/ 677994 w 985768"/>
                    <a:gd name="connsiteY33" fmla="*/ 1534408 h 2988527"/>
                    <a:gd name="connsiteX34" fmla="*/ 704757 w 985768"/>
                    <a:gd name="connsiteY34" fmla="*/ 1516566 h 2988527"/>
                    <a:gd name="connsiteX35" fmla="*/ 722599 w 985768"/>
                    <a:gd name="connsiteY35" fmla="*/ 1507645 h 2988527"/>
                    <a:gd name="connsiteX36" fmla="*/ 735980 w 985768"/>
                    <a:gd name="connsiteY36" fmla="*/ 1503184 h 2988527"/>
                    <a:gd name="connsiteX37" fmla="*/ 802888 w 985768"/>
                    <a:gd name="connsiteY37" fmla="*/ 1507645 h 2988527"/>
                    <a:gd name="connsiteX38" fmla="*/ 820729 w 985768"/>
                    <a:gd name="connsiteY38" fmla="*/ 1494264 h 2988527"/>
                    <a:gd name="connsiteX39" fmla="*/ 816269 w 985768"/>
                    <a:gd name="connsiteY39" fmla="*/ 1471961 h 2988527"/>
                    <a:gd name="connsiteX40" fmla="*/ 820729 w 985768"/>
                    <a:gd name="connsiteY40" fmla="*/ 1436277 h 2988527"/>
                    <a:gd name="connsiteX41" fmla="*/ 834111 w 985768"/>
                    <a:gd name="connsiteY41" fmla="*/ 1440738 h 2988527"/>
                    <a:gd name="connsiteX42" fmla="*/ 847492 w 985768"/>
                    <a:gd name="connsiteY42" fmla="*/ 1454119 h 2988527"/>
                    <a:gd name="connsiteX43" fmla="*/ 865334 w 985768"/>
                    <a:gd name="connsiteY43" fmla="*/ 1467501 h 2988527"/>
                    <a:gd name="connsiteX44" fmla="*/ 896558 w 985768"/>
                    <a:gd name="connsiteY44" fmla="*/ 1463040 h 2988527"/>
                    <a:gd name="connsiteX45" fmla="*/ 950084 w 985768"/>
                    <a:gd name="connsiteY45" fmla="*/ 1422896 h 2988527"/>
                    <a:gd name="connsiteX46" fmla="*/ 976847 w 985768"/>
                    <a:gd name="connsiteY46" fmla="*/ 1387212 h 2988527"/>
                    <a:gd name="connsiteX47" fmla="*/ 985768 w 985768"/>
                    <a:gd name="connsiteY47" fmla="*/ 1338146 h 2988527"/>
                    <a:gd name="connsiteX48" fmla="*/ 981307 w 985768"/>
                    <a:gd name="connsiteY48" fmla="*/ 1253397 h 2988527"/>
                    <a:gd name="connsiteX49" fmla="*/ 959005 w 985768"/>
                    <a:gd name="connsiteY49" fmla="*/ 1190950 h 2988527"/>
                    <a:gd name="connsiteX50" fmla="*/ 936702 w 985768"/>
                    <a:gd name="connsiteY50" fmla="*/ 1173108 h 2988527"/>
                    <a:gd name="connsiteX51" fmla="*/ 923321 w 985768"/>
                    <a:gd name="connsiteY51" fmla="*/ 1155266 h 2988527"/>
                    <a:gd name="connsiteX52" fmla="*/ 909939 w 985768"/>
                    <a:gd name="connsiteY52" fmla="*/ 1128504 h 2988527"/>
                    <a:gd name="connsiteX53" fmla="*/ 896558 w 985768"/>
                    <a:gd name="connsiteY53" fmla="*/ 1101741 h 2988527"/>
                    <a:gd name="connsiteX54" fmla="*/ 883176 w 985768"/>
                    <a:gd name="connsiteY54" fmla="*/ 1092820 h 2988527"/>
                    <a:gd name="connsiteX55" fmla="*/ 865334 w 985768"/>
                    <a:gd name="connsiteY55" fmla="*/ 1066057 h 2988527"/>
                    <a:gd name="connsiteX56" fmla="*/ 851953 w 985768"/>
                    <a:gd name="connsiteY56" fmla="*/ 1048215 h 2988527"/>
                    <a:gd name="connsiteX57" fmla="*/ 811809 w 985768"/>
                    <a:gd name="connsiteY57" fmla="*/ 1008070 h 2988527"/>
                    <a:gd name="connsiteX58" fmla="*/ 798427 w 985768"/>
                    <a:gd name="connsiteY58" fmla="*/ 994689 h 2988527"/>
                    <a:gd name="connsiteX59" fmla="*/ 780585 w 985768"/>
                    <a:gd name="connsiteY59" fmla="*/ 981307 h 2988527"/>
                    <a:gd name="connsiteX60" fmla="*/ 749362 w 985768"/>
                    <a:gd name="connsiteY60" fmla="*/ 950084 h 2988527"/>
                    <a:gd name="connsiteX61" fmla="*/ 718138 w 985768"/>
                    <a:gd name="connsiteY61" fmla="*/ 932242 h 2988527"/>
                    <a:gd name="connsiteX62" fmla="*/ 709217 w 985768"/>
                    <a:gd name="connsiteY62" fmla="*/ 838572 h 2988527"/>
                    <a:gd name="connsiteX63" fmla="*/ 677994 w 985768"/>
                    <a:gd name="connsiteY63" fmla="*/ 695836 h 2988527"/>
                    <a:gd name="connsiteX64" fmla="*/ 673533 w 985768"/>
                    <a:gd name="connsiteY64" fmla="*/ 624468 h 2988527"/>
                    <a:gd name="connsiteX65" fmla="*/ 660152 w 985768"/>
                    <a:gd name="connsiteY65" fmla="*/ 539719 h 2988527"/>
                    <a:gd name="connsiteX66" fmla="*/ 642310 w 985768"/>
                    <a:gd name="connsiteY66" fmla="*/ 285471 h 2988527"/>
                    <a:gd name="connsiteX67" fmla="*/ 637849 w 985768"/>
                    <a:gd name="connsiteY67" fmla="*/ 156117 h 2988527"/>
                    <a:gd name="connsiteX68" fmla="*/ 651231 w 985768"/>
                    <a:gd name="connsiteY68" fmla="*/ 138275 h 2988527"/>
                    <a:gd name="connsiteX69" fmla="*/ 673533 w 985768"/>
                    <a:gd name="connsiteY69" fmla="*/ 115973 h 2988527"/>
                    <a:gd name="connsiteX70" fmla="*/ 686915 w 985768"/>
                    <a:gd name="connsiteY70" fmla="*/ 102591 h 2988527"/>
                    <a:gd name="connsiteX71" fmla="*/ 718138 w 985768"/>
                    <a:gd name="connsiteY71" fmla="*/ 89210 h 2988527"/>
                    <a:gd name="connsiteX72" fmla="*/ 722599 w 985768"/>
                    <a:gd name="connsiteY72" fmla="*/ 75828 h 2988527"/>
                    <a:gd name="connsiteX73" fmla="*/ 628929 w 985768"/>
                    <a:gd name="connsiteY73" fmla="*/ 44605 h 2988527"/>
                    <a:gd name="connsiteX74" fmla="*/ 620008 w 985768"/>
                    <a:gd name="connsiteY74" fmla="*/ 31224 h 2988527"/>
                    <a:gd name="connsiteX75" fmla="*/ 606626 w 985768"/>
                    <a:gd name="connsiteY75" fmla="*/ 17842 h 2988527"/>
                    <a:gd name="connsiteX76" fmla="*/ 597705 w 985768"/>
                    <a:gd name="connsiteY76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78514 w 985768"/>
                    <a:gd name="connsiteY31" fmla="*/ 1641460 h 2988527"/>
                    <a:gd name="connsiteX32" fmla="*/ 633389 w 985768"/>
                    <a:gd name="connsiteY32" fmla="*/ 1565631 h 2988527"/>
                    <a:gd name="connsiteX33" fmla="*/ 677994 w 985768"/>
                    <a:gd name="connsiteY33" fmla="*/ 1534408 h 2988527"/>
                    <a:gd name="connsiteX34" fmla="*/ 704757 w 985768"/>
                    <a:gd name="connsiteY34" fmla="*/ 1516566 h 2988527"/>
                    <a:gd name="connsiteX35" fmla="*/ 722599 w 985768"/>
                    <a:gd name="connsiteY35" fmla="*/ 1507645 h 2988527"/>
                    <a:gd name="connsiteX36" fmla="*/ 735980 w 985768"/>
                    <a:gd name="connsiteY36" fmla="*/ 1503184 h 2988527"/>
                    <a:gd name="connsiteX37" fmla="*/ 802888 w 985768"/>
                    <a:gd name="connsiteY37" fmla="*/ 1507645 h 2988527"/>
                    <a:gd name="connsiteX38" fmla="*/ 820729 w 985768"/>
                    <a:gd name="connsiteY38" fmla="*/ 1494264 h 2988527"/>
                    <a:gd name="connsiteX39" fmla="*/ 816269 w 985768"/>
                    <a:gd name="connsiteY39" fmla="*/ 1471961 h 2988527"/>
                    <a:gd name="connsiteX40" fmla="*/ 820729 w 985768"/>
                    <a:gd name="connsiteY40" fmla="*/ 1436277 h 2988527"/>
                    <a:gd name="connsiteX41" fmla="*/ 834111 w 985768"/>
                    <a:gd name="connsiteY41" fmla="*/ 1440738 h 2988527"/>
                    <a:gd name="connsiteX42" fmla="*/ 847492 w 985768"/>
                    <a:gd name="connsiteY42" fmla="*/ 1454119 h 2988527"/>
                    <a:gd name="connsiteX43" fmla="*/ 865334 w 985768"/>
                    <a:gd name="connsiteY43" fmla="*/ 1467501 h 2988527"/>
                    <a:gd name="connsiteX44" fmla="*/ 896558 w 985768"/>
                    <a:gd name="connsiteY44" fmla="*/ 1463040 h 2988527"/>
                    <a:gd name="connsiteX45" fmla="*/ 950084 w 985768"/>
                    <a:gd name="connsiteY45" fmla="*/ 1422896 h 2988527"/>
                    <a:gd name="connsiteX46" fmla="*/ 976847 w 985768"/>
                    <a:gd name="connsiteY46" fmla="*/ 1387212 h 2988527"/>
                    <a:gd name="connsiteX47" fmla="*/ 985768 w 985768"/>
                    <a:gd name="connsiteY47" fmla="*/ 1338146 h 2988527"/>
                    <a:gd name="connsiteX48" fmla="*/ 981307 w 985768"/>
                    <a:gd name="connsiteY48" fmla="*/ 1253397 h 2988527"/>
                    <a:gd name="connsiteX49" fmla="*/ 959005 w 985768"/>
                    <a:gd name="connsiteY49" fmla="*/ 1190950 h 2988527"/>
                    <a:gd name="connsiteX50" fmla="*/ 936702 w 985768"/>
                    <a:gd name="connsiteY50" fmla="*/ 1173108 h 2988527"/>
                    <a:gd name="connsiteX51" fmla="*/ 923321 w 985768"/>
                    <a:gd name="connsiteY51" fmla="*/ 1155266 h 2988527"/>
                    <a:gd name="connsiteX52" fmla="*/ 909939 w 985768"/>
                    <a:gd name="connsiteY52" fmla="*/ 1128504 h 2988527"/>
                    <a:gd name="connsiteX53" fmla="*/ 896558 w 985768"/>
                    <a:gd name="connsiteY53" fmla="*/ 1101741 h 2988527"/>
                    <a:gd name="connsiteX54" fmla="*/ 883176 w 985768"/>
                    <a:gd name="connsiteY54" fmla="*/ 1092820 h 2988527"/>
                    <a:gd name="connsiteX55" fmla="*/ 865334 w 985768"/>
                    <a:gd name="connsiteY55" fmla="*/ 1066057 h 2988527"/>
                    <a:gd name="connsiteX56" fmla="*/ 851953 w 985768"/>
                    <a:gd name="connsiteY56" fmla="*/ 1048215 h 2988527"/>
                    <a:gd name="connsiteX57" fmla="*/ 811809 w 985768"/>
                    <a:gd name="connsiteY57" fmla="*/ 1008070 h 2988527"/>
                    <a:gd name="connsiteX58" fmla="*/ 798427 w 985768"/>
                    <a:gd name="connsiteY58" fmla="*/ 994689 h 2988527"/>
                    <a:gd name="connsiteX59" fmla="*/ 780585 w 985768"/>
                    <a:gd name="connsiteY59" fmla="*/ 981307 h 2988527"/>
                    <a:gd name="connsiteX60" fmla="*/ 749362 w 985768"/>
                    <a:gd name="connsiteY60" fmla="*/ 950084 h 2988527"/>
                    <a:gd name="connsiteX61" fmla="*/ 718138 w 985768"/>
                    <a:gd name="connsiteY61" fmla="*/ 932242 h 2988527"/>
                    <a:gd name="connsiteX62" fmla="*/ 709217 w 985768"/>
                    <a:gd name="connsiteY62" fmla="*/ 838572 h 2988527"/>
                    <a:gd name="connsiteX63" fmla="*/ 677994 w 985768"/>
                    <a:gd name="connsiteY63" fmla="*/ 695836 h 2988527"/>
                    <a:gd name="connsiteX64" fmla="*/ 673533 w 985768"/>
                    <a:gd name="connsiteY64" fmla="*/ 624468 h 2988527"/>
                    <a:gd name="connsiteX65" fmla="*/ 660152 w 985768"/>
                    <a:gd name="connsiteY65" fmla="*/ 539719 h 2988527"/>
                    <a:gd name="connsiteX66" fmla="*/ 642310 w 985768"/>
                    <a:gd name="connsiteY66" fmla="*/ 285471 h 2988527"/>
                    <a:gd name="connsiteX67" fmla="*/ 637849 w 985768"/>
                    <a:gd name="connsiteY67" fmla="*/ 156117 h 2988527"/>
                    <a:gd name="connsiteX68" fmla="*/ 651231 w 985768"/>
                    <a:gd name="connsiteY68" fmla="*/ 138275 h 2988527"/>
                    <a:gd name="connsiteX69" fmla="*/ 673533 w 985768"/>
                    <a:gd name="connsiteY69" fmla="*/ 115973 h 2988527"/>
                    <a:gd name="connsiteX70" fmla="*/ 686915 w 985768"/>
                    <a:gd name="connsiteY70" fmla="*/ 102591 h 2988527"/>
                    <a:gd name="connsiteX71" fmla="*/ 718138 w 985768"/>
                    <a:gd name="connsiteY71" fmla="*/ 89210 h 2988527"/>
                    <a:gd name="connsiteX72" fmla="*/ 722599 w 985768"/>
                    <a:gd name="connsiteY72" fmla="*/ 75828 h 2988527"/>
                    <a:gd name="connsiteX73" fmla="*/ 628929 w 985768"/>
                    <a:gd name="connsiteY73" fmla="*/ 44605 h 2988527"/>
                    <a:gd name="connsiteX74" fmla="*/ 620008 w 985768"/>
                    <a:gd name="connsiteY74" fmla="*/ 31224 h 2988527"/>
                    <a:gd name="connsiteX75" fmla="*/ 606626 w 985768"/>
                    <a:gd name="connsiteY75" fmla="*/ 17842 h 2988527"/>
                    <a:gd name="connsiteX76" fmla="*/ 597705 w 985768"/>
                    <a:gd name="connsiteY76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78514 w 985768"/>
                    <a:gd name="connsiteY31" fmla="*/ 1641460 h 2988527"/>
                    <a:gd name="connsiteX32" fmla="*/ 633389 w 985768"/>
                    <a:gd name="connsiteY32" fmla="*/ 1565631 h 2988527"/>
                    <a:gd name="connsiteX33" fmla="*/ 677994 w 985768"/>
                    <a:gd name="connsiteY33" fmla="*/ 1534408 h 2988527"/>
                    <a:gd name="connsiteX34" fmla="*/ 704757 w 985768"/>
                    <a:gd name="connsiteY34" fmla="*/ 1516566 h 2988527"/>
                    <a:gd name="connsiteX35" fmla="*/ 722599 w 985768"/>
                    <a:gd name="connsiteY35" fmla="*/ 1507645 h 2988527"/>
                    <a:gd name="connsiteX36" fmla="*/ 735980 w 985768"/>
                    <a:gd name="connsiteY36" fmla="*/ 1503184 h 2988527"/>
                    <a:gd name="connsiteX37" fmla="*/ 802888 w 985768"/>
                    <a:gd name="connsiteY37" fmla="*/ 1507645 h 2988527"/>
                    <a:gd name="connsiteX38" fmla="*/ 820729 w 985768"/>
                    <a:gd name="connsiteY38" fmla="*/ 1494264 h 2988527"/>
                    <a:gd name="connsiteX39" fmla="*/ 816269 w 985768"/>
                    <a:gd name="connsiteY39" fmla="*/ 1471961 h 2988527"/>
                    <a:gd name="connsiteX40" fmla="*/ 820729 w 985768"/>
                    <a:gd name="connsiteY40" fmla="*/ 1436277 h 2988527"/>
                    <a:gd name="connsiteX41" fmla="*/ 834111 w 985768"/>
                    <a:gd name="connsiteY41" fmla="*/ 1440738 h 2988527"/>
                    <a:gd name="connsiteX42" fmla="*/ 847492 w 985768"/>
                    <a:gd name="connsiteY42" fmla="*/ 1454119 h 2988527"/>
                    <a:gd name="connsiteX43" fmla="*/ 865334 w 985768"/>
                    <a:gd name="connsiteY43" fmla="*/ 1467501 h 2988527"/>
                    <a:gd name="connsiteX44" fmla="*/ 896558 w 985768"/>
                    <a:gd name="connsiteY44" fmla="*/ 1463040 h 2988527"/>
                    <a:gd name="connsiteX45" fmla="*/ 950084 w 985768"/>
                    <a:gd name="connsiteY45" fmla="*/ 1422896 h 2988527"/>
                    <a:gd name="connsiteX46" fmla="*/ 976847 w 985768"/>
                    <a:gd name="connsiteY46" fmla="*/ 1387212 h 2988527"/>
                    <a:gd name="connsiteX47" fmla="*/ 985768 w 985768"/>
                    <a:gd name="connsiteY47" fmla="*/ 1338146 h 2988527"/>
                    <a:gd name="connsiteX48" fmla="*/ 981307 w 985768"/>
                    <a:gd name="connsiteY48" fmla="*/ 1253397 h 2988527"/>
                    <a:gd name="connsiteX49" fmla="*/ 959005 w 985768"/>
                    <a:gd name="connsiteY49" fmla="*/ 1190950 h 2988527"/>
                    <a:gd name="connsiteX50" fmla="*/ 936702 w 985768"/>
                    <a:gd name="connsiteY50" fmla="*/ 1173108 h 2988527"/>
                    <a:gd name="connsiteX51" fmla="*/ 923321 w 985768"/>
                    <a:gd name="connsiteY51" fmla="*/ 1155266 h 2988527"/>
                    <a:gd name="connsiteX52" fmla="*/ 909939 w 985768"/>
                    <a:gd name="connsiteY52" fmla="*/ 1128504 h 2988527"/>
                    <a:gd name="connsiteX53" fmla="*/ 896558 w 985768"/>
                    <a:gd name="connsiteY53" fmla="*/ 1101741 h 2988527"/>
                    <a:gd name="connsiteX54" fmla="*/ 883176 w 985768"/>
                    <a:gd name="connsiteY54" fmla="*/ 1092820 h 2988527"/>
                    <a:gd name="connsiteX55" fmla="*/ 865334 w 985768"/>
                    <a:gd name="connsiteY55" fmla="*/ 1066057 h 2988527"/>
                    <a:gd name="connsiteX56" fmla="*/ 851953 w 985768"/>
                    <a:gd name="connsiteY56" fmla="*/ 1048215 h 2988527"/>
                    <a:gd name="connsiteX57" fmla="*/ 811809 w 985768"/>
                    <a:gd name="connsiteY57" fmla="*/ 1008070 h 2988527"/>
                    <a:gd name="connsiteX58" fmla="*/ 798427 w 985768"/>
                    <a:gd name="connsiteY58" fmla="*/ 994689 h 2988527"/>
                    <a:gd name="connsiteX59" fmla="*/ 780585 w 985768"/>
                    <a:gd name="connsiteY59" fmla="*/ 981307 h 2988527"/>
                    <a:gd name="connsiteX60" fmla="*/ 749362 w 985768"/>
                    <a:gd name="connsiteY60" fmla="*/ 950084 h 2988527"/>
                    <a:gd name="connsiteX61" fmla="*/ 709217 w 985768"/>
                    <a:gd name="connsiteY61" fmla="*/ 838572 h 2988527"/>
                    <a:gd name="connsiteX62" fmla="*/ 677994 w 985768"/>
                    <a:gd name="connsiteY62" fmla="*/ 695836 h 2988527"/>
                    <a:gd name="connsiteX63" fmla="*/ 673533 w 985768"/>
                    <a:gd name="connsiteY63" fmla="*/ 624468 h 2988527"/>
                    <a:gd name="connsiteX64" fmla="*/ 660152 w 985768"/>
                    <a:gd name="connsiteY64" fmla="*/ 539719 h 2988527"/>
                    <a:gd name="connsiteX65" fmla="*/ 642310 w 985768"/>
                    <a:gd name="connsiteY65" fmla="*/ 285471 h 2988527"/>
                    <a:gd name="connsiteX66" fmla="*/ 637849 w 985768"/>
                    <a:gd name="connsiteY66" fmla="*/ 156117 h 2988527"/>
                    <a:gd name="connsiteX67" fmla="*/ 651231 w 985768"/>
                    <a:gd name="connsiteY67" fmla="*/ 138275 h 2988527"/>
                    <a:gd name="connsiteX68" fmla="*/ 673533 w 985768"/>
                    <a:gd name="connsiteY68" fmla="*/ 115973 h 2988527"/>
                    <a:gd name="connsiteX69" fmla="*/ 686915 w 985768"/>
                    <a:gd name="connsiteY69" fmla="*/ 102591 h 2988527"/>
                    <a:gd name="connsiteX70" fmla="*/ 718138 w 985768"/>
                    <a:gd name="connsiteY70" fmla="*/ 89210 h 2988527"/>
                    <a:gd name="connsiteX71" fmla="*/ 722599 w 985768"/>
                    <a:gd name="connsiteY71" fmla="*/ 75828 h 2988527"/>
                    <a:gd name="connsiteX72" fmla="*/ 628929 w 985768"/>
                    <a:gd name="connsiteY72" fmla="*/ 44605 h 2988527"/>
                    <a:gd name="connsiteX73" fmla="*/ 620008 w 985768"/>
                    <a:gd name="connsiteY73" fmla="*/ 31224 h 2988527"/>
                    <a:gd name="connsiteX74" fmla="*/ 606626 w 985768"/>
                    <a:gd name="connsiteY74" fmla="*/ 17842 h 2988527"/>
                    <a:gd name="connsiteX75" fmla="*/ 597705 w 985768"/>
                    <a:gd name="connsiteY75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78514 w 985768"/>
                    <a:gd name="connsiteY31" fmla="*/ 1641460 h 2988527"/>
                    <a:gd name="connsiteX32" fmla="*/ 633389 w 985768"/>
                    <a:gd name="connsiteY32" fmla="*/ 1565631 h 2988527"/>
                    <a:gd name="connsiteX33" fmla="*/ 677994 w 985768"/>
                    <a:gd name="connsiteY33" fmla="*/ 1534408 h 2988527"/>
                    <a:gd name="connsiteX34" fmla="*/ 704757 w 985768"/>
                    <a:gd name="connsiteY34" fmla="*/ 1516566 h 2988527"/>
                    <a:gd name="connsiteX35" fmla="*/ 722599 w 985768"/>
                    <a:gd name="connsiteY35" fmla="*/ 1507645 h 2988527"/>
                    <a:gd name="connsiteX36" fmla="*/ 735980 w 985768"/>
                    <a:gd name="connsiteY36" fmla="*/ 1503184 h 2988527"/>
                    <a:gd name="connsiteX37" fmla="*/ 802888 w 985768"/>
                    <a:gd name="connsiteY37" fmla="*/ 1507645 h 2988527"/>
                    <a:gd name="connsiteX38" fmla="*/ 820729 w 985768"/>
                    <a:gd name="connsiteY38" fmla="*/ 1494264 h 2988527"/>
                    <a:gd name="connsiteX39" fmla="*/ 816269 w 985768"/>
                    <a:gd name="connsiteY39" fmla="*/ 1471961 h 2988527"/>
                    <a:gd name="connsiteX40" fmla="*/ 820729 w 985768"/>
                    <a:gd name="connsiteY40" fmla="*/ 1436277 h 2988527"/>
                    <a:gd name="connsiteX41" fmla="*/ 834111 w 985768"/>
                    <a:gd name="connsiteY41" fmla="*/ 1440738 h 2988527"/>
                    <a:gd name="connsiteX42" fmla="*/ 847492 w 985768"/>
                    <a:gd name="connsiteY42" fmla="*/ 1454119 h 2988527"/>
                    <a:gd name="connsiteX43" fmla="*/ 865334 w 985768"/>
                    <a:gd name="connsiteY43" fmla="*/ 1467501 h 2988527"/>
                    <a:gd name="connsiteX44" fmla="*/ 896558 w 985768"/>
                    <a:gd name="connsiteY44" fmla="*/ 1463040 h 2988527"/>
                    <a:gd name="connsiteX45" fmla="*/ 950084 w 985768"/>
                    <a:gd name="connsiteY45" fmla="*/ 1422896 h 2988527"/>
                    <a:gd name="connsiteX46" fmla="*/ 976847 w 985768"/>
                    <a:gd name="connsiteY46" fmla="*/ 1387212 h 2988527"/>
                    <a:gd name="connsiteX47" fmla="*/ 985768 w 985768"/>
                    <a:gd name="connsiteY47" fmla="*/ 1338146 h 2988527"/>
                    <a:gd name="connsiteX48" fmla="*/ 981307 w 985768"/>
                    <a:gd name="connsiteY48" fmla="*/ 1253397 h 2988527"/>
                    <a:gd name="connsiteX49" fmla="*/ 959005 w 985768"/>
                    <a:gd name="connsiteY49" fmla="*/ 1190950 h 2988527"/>
                    <a:gd name="connsiteX50" fmla="*/ 936702 w 985768"/>
                    <a:gd name="connsiteY50" fmla="*/ 1173108 h 2988527"/>
                    <a:gd name="connsiteX51" fmla="*/ 923321 w 985768"/>
                    <a:gd name="connsiteY51" fmla="*/ 1155266 h 2988527"/>
                    <a:gd name="connsiteX52" fmla="*/ 909939 w 985768"/>
                    <a:gd name="connsiteY52" fmla="*/ 1128504 h 2988527"/>
                    <a:gd name="connsiteX53" fmla="*/ 896558 w 985768"/>
                    <a:gd name="connsiteY53" fmla="*/ 1101741 h 2988527"/>
                    <a:gd name="connsiteX54" fmla="*/ 883176 w 985768"/>
                    <a:gd name="connsiteY54" fmla="*/ 1092820 h 2988527"/>
                    <a:gd name="connsiteX55" fmla="*/ 865334 w 985768"/>
                    <a:gd name="connsiteY55" fmla="*/ 1066057 h 2988527"/>
                    <a:gd name="connsiteX56" fmla="*/ 851953 w 985768"/>
                    <a:gd name="connsiteY56" fmla="*/ 1048215 h 2988527"/>
                    <a:gd name="connsiteX57" fmla="*/ 811809 w 985768"/>
                    <a:gd name="connsiteY57" fmla="*/ 1008070 h 2988527"/>
                    <a:gd name="connsiteX58" fmla="*/ 798427 w 985768"/>
                    <a:gd name="connsiteY58" fmla="*/ 994689 h 2988527"/>
                    <a:gd name="connsiteX59" fmla="*/ 780585 w 985768"/>
                    <a:gd name="connsiteY59" fmla="*/ 981307 h 2988527"/>
                    <a:gd name="connsiteX60" fmla="*/ 721288 w 985768"/>
                    <a:gd name="connsiteY60" fmla="*/ 926021 h 2988527"/>
                    <a:gd name="connsiteX61" fmla="*/ 709217 w 985768"/>
                    <a:gd name="connsiteY61" fmla="*/ 838572 h 2988527"/>
                    <a:gd name="connsiteX62" fmla="*/ 677994 w 985768"/>
                    <a:gd name="connsiteY62" fmla="*/ 695836 h 2988527"/>
                    <a:gd name="connsiteX63" fmla="*/ 673533 w 985768"/>
                    <a:gd name="connsiteY63" fmla="*/ 624468 h 2988527"/>
                    <a:gd name="connsiteX64" fmla="*/ 660152 w 985768"/>
                    <a:gd name="connsiteY64" fmla="*/ 539719 h 2988527"/>
                    <a:gd name="connsiteX65" fmla="*/ 642310 w 985768"/>
                    <a:gd name="connsiteY65" fmla="*/ 285471 h 2988527"/>
                    <a:gd name="connsiteX66" fmla="*/ 637849 w 985768"/>
                    <a:gd name="connsiteY66" fmla="*/ 156117 h 2988527"/>
                    <a:gd name="connsiteX67" fmla="*/ 651231 w 985768"/>
                    <a:gd name="connsiteY67" fmla="*/ 138275 h 2988527"/>
                    <a:gd name="connsiteX68" fmla="*/ 673533 w 985768"/>
                    <a:gd name="connsiteY68" fmla="*/ 115973 h 2988527"/>
                    <a:gd name="connsiteX69" fmla="*/ 686915 w 985768"/>
                    <a:gd name="connsiteY69" fmla="*/ 102591 h 2988527"/>
                    <a:gd name="connsiteX70" fmla="*/ 718138 w 985768"/>
                    <a:gd name="connsiteY70" fmla="*/ 89210 h 2988527"/>
                    <a:gd name="connsiteX71" fmla="*/ 722599 w 985768"/>
                    <a:gd name="connsiteY71" fmla="*/ 75828 h 2988527"/>
                    <a:gd name="connsiteX72" fmla="*/ 628929 w 985768"/>
                    <a:gd name="connsiteY72" fmla="*/ 44605 h 2988527"/>
                    <a:gd name="connsiteX73" fmla="*/ 620008 w 985768"/>
                    <a:gd name="connsiteY73" fmla="*/ 31224 h 2988527"/>
                    <a:gd name="connsiteX74" fmla="*/ 606626 w 985768"/>
                    <a:gd name="connsiteY74" fmla="*/ 17842 h 2988527"/>
                    <a:gd name="connsiteX75" fmla="*/ 597705 w 985768"/>
                    <a:gd name="connsiteY75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78514 w 985768"/>
                    <a:gd name="connsiteY31" fmla="*/ 1641460 h 2988527"/>
                    <a:gd name="connsiteX32" fmla="*/ 633389 w 985768"/>
                    <a:gd name="connsiteY32" fmla="*/ 1565631 h 2988527"/>
                    <a:gd name="connsiteX33" fmla="*/ 677994 w 985768"/>
                    <a:gd name="connsiteY33" fmla="*/ 1534408 h 2988527"/>
                    <a:gd name="connsiteX34" fmla="*/ 704757 w 985768"/>
                    <a:gd name="connsiteY34" fmla="*/ 1516566 h 2988527"/>
                    <a:gd name="connsiteX35" fmla="*/ 722599 w 985768"/>
                    <a:gd name="connsiteY35" fmla="*/ 1507645 h 2988527"/>
                    <a:gd name="connsiteX36" fmla="*/ 735980 w 985768"/>
                    <a:gd name="connsiteY36" fmla="*/ 1503184 h 2988527"/>
                    <a:gd name="connsiteX37" fmla="*/ 802888 w 985768"/>
                    <a:gd name="connsiteY37" fmla="*/ 1507645 h 2988527"/>
                    <a:gd name="connsiteX38" fmla="*/ 820729 w 985768"/>
                    <a:gd name="connsiteY38" fmla="*/ 1494264 h 2988527"/>
                    <a:gd name="connsiteX39" fmla="*/ 816269 w 985768"/>
                    <a:gd name="connsiteY39" fmla="*/ 1471961 h 2988527"/>
                    <a:gd name="connsiteX40" fmla="*/ 820729 w 985768"/>
                    <a:gd name="connsiteY40" fmla="*/ 1436277 h 2988527"/>
                    <a:gd name="connsiteX41" fmla="*/ 834111 w 985768"/>
                    <a:gd name="connsiteY41" fmla="*/ 1440738 h 2988527"/>
                    <a:gd name="connsiteX42" fmla="*/ 847492 w 985768"/>
                    <a:gd name="connsiteY42" fmla="*/ 1454119 h 2988527"/>
                    <a:gd name="connsiteX43" fmla="*/ 865334 w 985768"/>
                    <a:gd name="connsiteY43" fmla="*/ 1467501 h 2988527"/>
                    <a:gd name="connsiteX44" fmla="*/ 896558 w 985768"/>
                    <a:gd name="connsiteY44" fmla="*/ 1463040 h 2988527"/>
                    <a:gd name="connsiteX45" fmla="*/ 950084 w 985768"/>
                    <a:gd name="connsiteY45" fmla="*/ 1422896 h 2988527"/>
                    <a:gd name="connsiteX46" fmla="*/ 976847 w 985768"/>
                    <a:gd name="connsiteY46" fmla="*/ 1387212 h 2988527"/>
                    <a:gd name="connsiteX47" fmla="*/ 985768 w 985768"/>
                    <a:gd name="connsiteY47" fmla="*/ 1338146 h 2988527"/>
                    <a:gd name="connsiteX48" fmla="*/ 981307 w 985768"/>
                    <a:gd name="connsiteY48" fmla="*/ 1253397 h 2988527"/>
                    <a:gd name="connsiteX49" fmla="*/ 959005 w 985768"/>
                    <a:gd name="connsiteY49" fmla="*/ 1190950 h 2988527"/>
                    <a:gd name="connsiteX50" fmla="*/ 936702 w 985768"/>
                    <a:gd name="connsiteY50" fmla="*/ 1173108 h 2988527"/>
                    <a:gd name="connsiteX51" fmla="*/ 923321 w 985768"/>
                    <a:gd name="connsiteY51" fmla="*/ 1155266 h 2988527"/>
                    <a:gd name="connsiteX52" fmla="*/ 909939 w 985768"/>
                    <a:gd name="connsiteY52" fmla="*/ 1128504 h 2988527"/>
                    <a:gd name="connsiteX53" fmla="*/ 896558 w 985768"/>
                    <a:gd name="connsiteY53" fmla="*/ 1101741 h 2988527"/>
                    <a:gd name="connsiteX54" fmla="*/ 883176 w 985768"/>
                    <a:gd name="connsiteY54" fmla="*/ 1092820 h 2988527"/>
                    <a:gd name="connsiteX55" fmla="*/ 865334 w 985768"/>
                    <a:gd name="connsiteY55" fmla="*/ 1066057 h 2988527"/>
                    <a:gd name="connsiteX56" fmla="*/ 851953 w 985768"/>
                    <a:gd name="connsiteY56" fmla="*/ 1048215 h 2988527"/>
                    <a:gd name="connsiteX57" fmla="*/ 811809 w 985768"/>
                    <a:gd name="connsiteY57" fmla="*/ 1008070 h 2988527"/>
                    <a:gd name="connsiteX58" fmla="*/ 798427 w 985768"/>
                    <a:gd name="connsiteY58" fmla="*/ 994689 h 2988527"/>
                    <a:gd name="connsiteX59" fmla="*/ 780585 w 985768"/>
                    <a:gd name="connsiteY59" fmla="*/ 981307 h 2988527"/>
                    <a:gd name="connsiteX60" fmla="*/ 721288 w 985768"/>
                    <a:gd name="connsiteY60" fmla="*/ 926021 h 2988527"/>
                    <a:gd name="connsiteX61" fmla="*/ 693175 w 985768"/>
                    <a:gd name="connsiteY61" fmla="*/ 822529 h 2988527"/>
                    <a:gd name="connsiteX62" fmla="*/ 677994 w 985768"/>
                    <a:gd name="connsiteY62" fmla="*/ 695836 h 2988527"/>
                    <a:gd name="connsiteX63" fmla="*/ 673533 w 985768"/>
                    <a:gd name="connsiteY63" fmla="*/ 624468 h 2988527"/>
                    <a:gd name="connsiteX64" fmla="*/ 660152 w 985768"/>
                    <a:gd name="connsiteY64" fmla="*/ 539719 h 2988527"/>
                    <a:gd name="connsiteX65" fmla="*/ 642310 w 985768"/>
                    <a:gd name="connsiteY65" fmla="*/ 285471 h 2988527"/>
                    <a:gd name="connsiteX66" fmla="*/ 637849 w 985768"/>
                    <a:gd name="connsiteY66" fmla="*/ 156117 h 2988527"/>
                    <a:gd name="connsiteX67" fmla="*/ 651231 w 985768"/>
                    <a:gd name="connsiteY67" fmla="*/ 138275 h 2988527"/>
                    <a:gd name="connsiteX68" fmla="*/ 673533 w 985768"/>
                    <a:gd name="connsiteY68" fmla="*/ 115973 h 2988527"/>
                    <a:gd name="connsiteX69" fmla="*/ 686915 w 985768"/>
                    <a:gd name="connsiteY69" fmla="*/ 102591 h 2988527"/>
                    <a:gd name="connsiteX70" fmla="*/ 718138 w 985768"/>
                    <a:gd name="connsiteY70" fmla="*/ 89210 h 2988527"/>
                    <a:gd name="connsiteX71" fmla="*/ 722599 w 985768"/>
                    <a:gd name="connsiteY71" fmla="*/ 75828 h 2988527"/>
                    <a:gd name="connsiteX72" fmla="*/ 628929 w 985768"/>
                    <a:gd name="connsiteY72" fmla="*/ 44605 h 2988527"/>
                    <a:gd name="connsiteX73" fmla="*/ 620008 w 985768"/>
                    <a:gd name="connsiteY73" fmla="*/ 31224 h 2988527"/>
                    <a:gd name="connsiteX74" fmla="*/ 606626 w 985768"/>
                    <a:gd name="connsiteY74" fmla="*/ 17842 h 2988527"/>
                    <a:gd name="connsiteX75" fmla="*/ 597705 w 985768"/>
                    <a:gd name="connsiteY75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78514 w 985768"/>
                    <a:gd name="connsiteY31" fmla="*/ 1641460 h 2988527"/>
                    <a:gd name="connsiteX32" fmla="*/ 633389 w 985768"/>
                    <a:gd name="connsiteY32" fmla="*/ 1565631 h 2988527"/>
                    <a:gd name="connsiteX33" fmla="*/ 677994 w 985768"/>
                    <a:gd name="connsiteY33" fmla="*/ 1534408 h 2988527"/>
                    <a:gd name="connsiteX34" fmla="*/ 704757 w 985768"/>
                    <a:gd name="connsiteY34" fmla="*/ 1516566 h 2988527"/>
                    <a:gd name="connsiteX35" fmla="*/ 722599 w 985768"/>
                    <a:gd name="connsiteY35" fmla="*/ 1507645 h 2988527"/>
                    <a:gd name="connsiteX36" fmla="*/ 735980 w 985768"/>
                    <a:gd name="connsiteY36" fmla="*/ 1503184 h 2988527"/>
                    <a:gd name="connsiteX37" fmla="*/ 802888 w 985768"/>
                    <a:gd name="connsiteY37" fmla="*/ 1507645 h 2988527"/>
                    <a:gd name="connsiteX38" fmla="*/ 820729 w 985768"/>
                    <a:gd name="connsiteY38" fmla="*/ 1494264 h 2988527"/>
                    <a:gd name="connsiteX39" fmla="*/ 816269 w 985768"/>
                    <a:gd name="connsiteY39" fmla="*/ 1471961 h 2988527"/>
                    <a:gd name="connsiteX40" fmla="*/ 820729 w 985768"/>
                    <a:gd name="connsiteY40" fmla="*/ 1436277 h 2988527"/>
                    <a:gd name="connsiteX41" fmla="*/ 834111 w 985768"/>
                    <a:gd name="connsiteY41" fmla="*/ 1440738 h 2988527"/>
                    <a:gd name="connsiteX42" fmla="*/ 847492 w 985768"/>
                    <a:gd name="connsiteY42" fmla="*/ 1454119 h 2988527"/>
                    <a:gd name="connsiteX43" fmla="*/ 865334 w 985768"/>
                    <a:gd name="connsiteY43" fmla="*/ 1467501 h 2988527"/>
                    <a:gd name="connsiteX44" fmla="*/ 896558 w 985768"/>
                    <a:gd name="connsiteY44" fmla="*/ 1463040 h 2988527"/>
                    <a:gd name="connsiteX45" fmla="*/ 950084 w 985768"/>
                    <a:gd name="connsiteY45" fmla="*/ 1422896 h 2988527"/>
                    <a:gd name="connsiteX46" fmla="*/ 976847 w 985768"/>
                    <a:gd name="connsiteY46" fmla="*/ 1387212 h 2988527"/>
                    <a:gd name="connsiteX47" fmla="*/ 985768 w 985768"/>
                    <a:gd name="connsiteY47" fmla="*/ 1338146 h 2988527"/>
                    <a:gd name="connsiteX48" fmla="*/ 981307 w 985768"/>
                    <a:gd name="connsiteY48" fmla="*/ 1253397 h 2988527"/>
                    <a:gd name="connsiteX49" fmla="*/ 959005 w 985768"/>
                    <a:gd name="connsiteY49" fmla="*/ 1190950 h 2988527"/>
                    <a:gd name="connsiteX50" fmla="*/ 936702 w 985768"/>
                    <a:gd name="connsiteY50" fmla="*/ 1173108 h 2988527"/>
                    <a:gd name="connsiteX51" fmla="*/ 923321 w 985768"/>
                    <a:gd name="connsiteY51" fmla="*/ 1155266 h 2988527"/>
                    <a:gd name="connsiteX52" fmla="*/ 909939 w 985768"/>
                    <a:gd name="connsiteY52" fmla="*/ 1128504 h 2988527"/>
                    <a:gd name="connsiteX53" fmla="*/ 896558 w 985768"/>
                    <a:gd name="connsiteY53" fmla="*/ 1101741 h 2988527"/>
                    <a:gd name="connsiteX54" fmla="*/ 883176 w 985768"/>
                    <a:gd name="connsiteY54" fmla="*/ 1092820 h 2988527"/>
                    <a:gd name="connsiteX55" fmla="*/ 865334 w 985768"/>
                    <a:gd name="connsiteY55" fmla="*/ 1066057 h 2988527"/>
                    <a:gd name="connsiteX56" fmla="*/ 851953 w 985768"/>
                    <a:gd name="connsiteY56" fmla="*/ 1048215 h 2988527"/>
                    <a:gd name="connsiteX57" fmla="*/ 811809 w 985768"/>
                    <a:gd name="connsiteY57" fmla="*/ 1008070 h 2988527"/>
                    <a:gd name="connsiteX58" fmla="*/ 798427 w 985768"/>
                    <a:gd name="connsiteY58" fmla="*/ 994689 h 2988527"/>
                    <a:gd name="connsiteX59" fmla="*/ 768553 w 985768"/>
                    <a:gd name="connsiteY59" fmla="*/ 981307 h 2988527"/>
                    <a:gd name="connsiteX60" fmla="*/ 721288 w 985768"/>
                    <a:gd name="connsiteY60" fmla="*/ 926021 h 2988527"/>
                    <a:gd name="connsiteX61" fmla="*/ 693175 w 985768"/>
                    <a:gd name="connsiteY61" fmla="*/ 822529 h 2988527"/>
                    <a:gd name="connsiteX62" fmla="*/ 677994 w 985768"/>
                    <a:gd name="connsiteY62" fmla="*/ 695836 h 2988527"/>
                    <a:gd name="connsiteX63" fmla="*/ 673533 w 985768"/>
                    <a:gd name="connsiteY63" fmla="*/ 624468 h 2988527"/>
                    <a:gd name="connsiteX64" fmla="*/ 660152 w 985768"/>
                    <a:gd name="connsiteY64" fmla="*/ 539719 h 2988527"/>
                    <a:gd name="connsiteX65" fmla="*/ 642310 w 985768"/>
                    <a:gd name="connsiteY65" fmla="*/ 285471 h 2988527"/>
                    <a:gd name="connsiteX66" fmla="*/ 637849 w 985768"/>
                    <a:gd name="connsiteY66" fmla="*/ 156117 h 2988527"/>
                    <a:gd name="connsiteX67" fmla="*/ 651231 w 985768"/>
                    <a:gd name="connsiteY67" fmla="*/ 138275 h 2988527"/>
                    <a:gd name="connsiteX68" fmla="*/ 673533 w 985768"/>
                    <a:gd name="connsiteY68" fmla="*/ 115973 h 2988527"/>
                    <a:gd name="connsiteX69" fmla="*/ 686915 w 985768"/>
                    <a:gd name="connsiteY69" fmla="*/ 102591 h 2988527"/>
                    <a:gd name="connsiteX70" fmla="*/ 718138 w 985768"/>
                    <a:gd name="connsiteY70" fmla="*/ 89210 h 2988527"/>
                    <a:gd name="connsiteX71" fmla="*/ 722599 w 985768"/>
                    <a:gd name="connsiteY71" fmla="*/ 75828 h 2988527"/>
                    <a:gd name="connsiteX72" fmla="*/ 628929 w 985768"/>
                    <a:gd name="connsiteY72" fmla="*/ 44605 h 2988527"/>
                    <a:gd name="connsiteX73" fmla="*/ 620008 w 985768"/>
                    <a:gd name="connsiteY73" fmla="*/ 31224 h 2988527"/>
                    <a:gd name="connsiteX74" fmla="*/ 606626 w 985768"/>
                    <a:gd name="connsiteY74" fmla="*/ 17842 h 2988527"/>
                    <a:gd name="connsiteX75" fmla="*/ 597705 w 985768"/>
                    <a:gd name="connsiteY75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78514 w 985768"/>
                    <a:gd name="connsiteY31" fmla="*/ 1641460 h 2988527"/>
                    <a:gd name="connsiteX32" fmla="*/ 633389 w 985768"/>
                    <a:gd name="connsiteY32" fmla="*/ 1565631 h 2988527"/>
                    <a:gd name="connsiteX33" fmla="*/ 677994 w 985768"/>
                    <a:gd name="connsiteY33" fmla="*/ 1534408 h 2988527"/>
                    <a:gd name="connsiteX34" fmla="*/ 704757 w 985768"/>
                    <a:gd name="connsiteY34" fmla="*/ 1516566 h 2988527"/>
                    <a:gd name="connsiteX35" fmla="*/ 722599 w 985768"/>
                    <a:gd name="connsiteY35" fmla="*/ 1507645 h 2988527"/>
                    <a:gd name="connsiteX36" fmla="*/ 735980 w 985768"/>
                    <a:gd name="connsiteY36" fmla="*/ 1503184 h 2988527"/>
                    <a:gd name="connsiteX37" fmla="*/ 802888 w 985768"/>
                    <a:gd name="connsiteY37" fmla="*/ 1507645 h 2988527"/>
                    <a:gd name="connsiteX38" fmla="*/ 820729 w 985768"/>
                    <a:gd name="connsiteY38" fmla="*/ 1494264 h 2988527"/>
                    <a:gd name="connsiteX39" fmla="*/ 816269 w 985768"/>
                    <a:gd name="connsiteY39" fmla="*/ 1471961 h 2988527"/>
                    <a:gd name="connsiteX40" fmla="*/ 820729 w 985768"/>
                    <a:gd name="connsiteY40" fmla="*/ 1436277 h 2988527"/>
                    <a:gd name="connsiteX41" fmla="*/ 834111 w 985768"/>
                    <a:gd name="connsiteY41" fmla="*/ 1440738 h 2988527"/>
                    <a:gd name="connsiteX42" fmla="*/ 847492 w 985768"/>
                    <a:gd name="connsiteY42" fmla="*/ 1454119 h 2988527"/>
                    <a:gd name="connsiteX43" fmla="*/ 865334 w 985768"/>
                    <a:gd name="connsiteY43" fmla="*/ 1467501 h 2988527"/>
                    <a:gd name="connsiteX44" fmla="*/ 896558 w 985768"/>
                    <a:gd name="connsiteY44" fmla="*/ 1463040 h 2988527"/>
                    <a:gd name="connsiteX45" fmla="*/ 950084 w 985768"/>
                    <a:gd name="connsiteY45" fmla="*/ 1422896 h 2988527"/>
                    <a:gd name="connsiteX46" fmla="*/ 976847 w 985768"/>
                    <a:gd name="connsiteY46" fmla="*/ 1387212 h 2988527"/>
                    <a:gd name="connsiteX47" fmla="*/ 985768 w 985768"/>
                    <a:gd name="connsiteY47" fmla="*/ 1338146 h 2988527"/>
                    <a:gd name="connsiteX48" fmla="*/ 981307 w 985768"/>
                    <a:gd name="connsiteY48" fmla="*/ 1253397 h 2988527"/>
                    <a:gd name="connsiteX49" fmla="*/ 959005 w 985768"/>
                    <a:gd name="connsiteY49" fmla="*/ 1190950 h 2988527"/>
                    <a:gd name="connsiteX50" fmla="*/ 936702 w 985768"/>
                    <a:gd name="connsiteY50" fmla="*/ 1173108 h 2988527"/>
                    <a:gd name="connsiteX51" fmla="*/ 923321 w 985768"/>
                    <a:gd name="connsiteY51" fmla="*/ 1155266 h 2988527"/>
                    <a:gd name="connsiteX52" fmla="*/ 909939 w 985768"/>
                    <a:gd name="connsiteY52" fmla="*/ 1128504 h 2988527"/>
                    <a:gd name="connsiteX53" fmla="*/ 896558 w 985768"/>
                    <a:gd name="connsiteY53" fmla="*/ 1101741 h 2988527"/>
                    <a:gd name="connsiteX54" fmla="*/ 883176 w 985768"/>
                    <a:gd name="connsiteY54" fmla="*/ 1092820 h 2988527"/>
                    <a:gd name="connsiteX55" fmla="*/ 865334 w 985768"/>
                    <a:gd name="connsiteY55" fmla="*/ 1066057 h 2988527"/>
                    <a:gd name="connsiteX56" fmla="*/ 851953 w 985768"/>
                    <a:gd name="connsiteY56" fmla="*/ 1048215 h 2988527"/>
                    <a:gd name="connsiteX57" fmla="*/ 811809 w 985768"/>
                    <a:gd name="connsiteY57" fmla="*/ 1008070 h 2988527"/>
                    <a:gd name="connsiteX58" fmla="*/ 768553 w 985768"/>
                    <a:gd name="connsiteY58" fmla="*/ 981307 h 2988527"/>
                    <a:gd name="connsiteX59" fmla="*/ 721288 w 985768"/>
                    <a:gd name="connsiteY59" fmla="*/ 926021 h 2988527"/>
                    <a:gd name="connsiteX60" fmla="*/ 693175 w 985768"/>
                    <a:gd name="connsiteY60" fmla="*/ 822529 h 2988527"/>
                    <a:gd name="connsiteX61" fmla="*/ 677994 w 985768"/>
                    <a:gd name="connsiteY61" fmla="*/ 695836 h 2988527"/>
                    <a:gd name="connsiteX62" fmla="*/ 673533 w 985768"/>
                    <a:gd name="connsiteY62" fmla="*/ 624468 h 2988527"/>
                    <a:gd name="connsiteX63" fmla="*/ 660152 w 985768"/>
                    <a:gd name="connsiteY63" fmla="*/ 539719 h 2988527"/>
                    <a:gd name="connsiteX64" fmla="*/ 642310 w 985768"/>
                    <a:gd name="connsiteY64" fmla="*/ 285471 h 2988527"/>
                    <a:gd name="connsiteX65" fmla="*/ 637849 w 985768"/>
                    <a:gd name="connsiteY65" fmla="*/ 156117 h 2988527"/>
                    <a:gd name="connsiteX66" fmla="*/ 651231 w 985768"/>
                    <a:gd name="connsiteY66" fmla="*/ 138275 h 2988527"/>
                    <a:gd name="connsiteX67" fmla="*/ 673533 w 985768"/>
                    <a:gd name="connsiteY67" fmla="*/ 115973 h 2988527"/>
                    <a:gd name="connsiteX68" fmla="*/ 686915 w 985768"/>
                    <a:gd name="connsiteY68" fmla="*/ 102591 h 2988527"/>
                    <a:gd name="connsiteX69" fmla="*/ 718138 w 985768"/>
                    <a:gd name="connsiteY69" fmla="*/ 89210 h 2988527"/>
                    <a:gd name="connsiteX70" fmla="*/ 722599 w 985768"/>
                    <a:gd name="connsiteY70" fmla="*/ 75828 h 2988527"/>
                    <a:gd name="connsiteX71" fmla="*/ 628929 w 985768"/>
                    <a:gd name="connsiteY71" fmla="*/ 44605 h 2988527"/>
                    <a:gd name="connsiteX72" fmla="*/ 620008 w 985768"/>
                    <a:gd name="connsiteY72" fmla="*/ 31224 h 2988527"/>
                    <a:gd name="connsiteX73" fmla="*/ 606626 w 985768"/>
                    <a:gd name="connsiteY73" fmla="*/ 17842 h 2988527"/>
                    <a:gd name="connsiteX74" fmla="*/ 597705 w 985768"/>
                    <a:gd name="connsiteY74" fmla="*/ 0 h 2988527"/>
                    <a:gd name="connsiteX0" fmla="*/ 0 w 985768"/>
                    <a:gd name="connsiteY0" fmla="*/ 2988527 h 2988527"/>
                    <a:gd name="connsiteX1" fmla="*/ 22302 w 985768"/>
                    <a:gd name="connsiteY1" fmla="*/ 2984066 h 2988527"/>
                    <a:gd name="connsiteX2" fmla="*/ 49065 w 985768"/>
                    <a:gd name="connsiteY2" fmla="*/ 2966224 h 2988527"/>
                    <a:gd name="connsiteX3" fmla="*/ 57986 w 985768"/>
                    <a:gd name="connsiteY3" fmla="*/ 2952843 h 2988527"/>
                    <a:gd name="connsiteX4" fmla="*/ 71368 w 985768"/>
                    <a:gd name="connsiteY4" fmla="*/ 2948383 h 2988527"/>
                    <a:gd name="connsiteX5" fmla="*/ 98130 w 985768"/>
                    <a:gd name="connsiteY5" fmla="*/ 2926080 h 2988527"/>
                    <a:gd name="connsiteX6" fmla="*/ 102591 w 985768"/>
                    <a:gd name="connsiteY6" fmla="*/ 2912699 h 2988527"/>
                    <a:gd name="connsiteX7" fmla="*/ 111512 w 985768"/>
                    <a:gd name="connsiteY7" fmla="*/ 2894857 h 2988527"/>
                    <a:gd name="connsiteX8" fmla="*/ 115972 w 985768"/>
                    <a:gd name="connsiteY8" fmla="*/ 2872554 h 2988527"/>
                    <a:gd name="connsiteX9" fmla="*/ 120433 w 985768"/>
                    <a:gd name="connsiteY9" fmla="*/ 2854712 h 2988527"/>
                    <a:gd name="connsiteX10" fmla="*/ 124893 w 985768"/>
                    <a:gd name="connsiteY10" fmla="*/ 2801186 h 2988527"/>
                    <a:gd name="connsiteX11" fmla="*/ 129354 w 985768"/>
                    <a:gd name="connsiteY11" fmla="*/ 2774424 h 2988527"/>
                    <a:gd name="connsiteX12" fmla="*/ 169498 w 985768"/>
                    <a:gd name="connsiteY12" fmla="*/ 2747661 h 2988527"/>
                    <a:gd name="connsiteX13" fmla="*/ 297541 w 985768"/>
                    <a:gd name="connsiteY13" fmla="*/ 2767263 h 2988527"/>
                    <a:gd name="connsiteX14" fmla="*/ 374681 w 985768"/>
                    <a:gd name="connsiteY14" fmla="*/ 2640609 h 2988527"/>
                    <a:gd name="connsiteX15" fmla="*/ 370220 w 985768"/>
                    <a:gd name="connsiteY15" fmla="*/ 2591544 h 2988527"/>
                    <a:gd name="connsiteX16" fmla="*/ 365760 w 985768"/>
                    <a:gd name="connsiteY16" fmla="*/ 2573702 h 2988527"/>
                    <a:gd name="connsiteX17" fmla="*/ 338997 w 985768"/>
                    <a:gd name="connsiteY17" fmla="*/ 2542478 h 2988527"/>
                    <a:gd name="connsiteX18" fmla="*/ 343457 w 985768"/>
                    <a:gd name="connsiteY18" fmla="*/ 2497873 h 2988527"/>
                    <a:gd name="connsiteX19" fmla="*/ 347918 w 985768"/>
                    <a:gd name="connsiteY19" fmla="*/ 2480031 h 2988527"/>
                    <a:gd name="connsiteX20" fmla="*/ 374681 w 985768"/>
                    <a:gd name="connsiteY20" fmla="*/ 2448808 h 2988527"/>
                    <a:gd name="connsiteX21" fmla="*/ 383602 w 985768"/>
                    <a:gd name="connsiteY21" fmla="*/ 2435426 h 2988527"/>
                    <a:gd name="connsiteX22" fmla="*/ 392523 w 985768"/>
                    <a:gd name="connsiteY22" fmla="*/ 2404203 h 2988527"/>
                    <a:gd name="connsiteX23" fmla="*/ 401444 w 985768"/>
                    <a:gd name="connsiteY23" fmla="*/ 2377440 h 2988527"/>
                    <a:gd name="connsiteX24" fmla="*/ 405904 w 985768"/>
                    <a:gd name="connsiteY24" fmla="*/ 2364059 h 2988527"/>
                    <a:gd name="connsiteX25" fmla="*/ 435328 w 985768"/>
                    <a:gd name="connsiteY25" fmla="*/ 2212402 h 2988527"/>
                    <a:gd name="connsiteX26" fmla="*/ 468351 w 985768"/>
                    <a:gd name="connsiteY26" fmla="*/ 2127653 h 2988527"/>
                    <a:gd name="connsiteX27" fmla="*/ 499574 w 985768"/>
                    <a:gd name="connsiteY27" fmla="*/ 1984917 h 2988527"/>
                    <a:gd name="connsiteX28" fmla="*/ 562021 w 985768"/>
                    <a:gd name="connsiteY28" fmla="*/ 1855563 h 2988527"/>
                    <a:gd name="connsiteX29" fmla="*/ 566482 w 985768"/>
                    <a:gd name="connsiteY29" fmla="*/ 1730669 h 2988527"/>
                    <a:gd name="connsiteX30" fmla="*/ 562021 w 985768"/>
                    <a:gd name="connsiteY30" fmla="*/ 1717288 h 2988527"/>
                    <a:gd name="connsiteX31" fmla="*/ 578514 w 985768"/>
                    <a:gd name="connsiteY31" fmla="*/ 1641460 h 2988527"/>
                    <a:gd name="connsiteX32" fmla="*/ 633389 w 985768"/>
                    <a:gd name="connsiteY32" fmla="*/ 1565631 h 2988527"/>
                    <a:gd name="connsiteX33" fmla="*/ 677994 w 985768"/>
                    <a:gd name="connsiteY33" fmla="*/ 1534408 h 2988527"/>
                    <a:gd name="connsiteX34" fmla="*/ 704757 w 985768"/>
                    <a:gd name="connsiteY34" fmla="*/ 1516566 h 2988527"/>
                    <a:gd name="connsiteX35" fmla="*/ 722599 w 985768"/>
                    <a:gd name="connsiteY35" fmla="*/ 1507645 h 2988527"/>
                    <a:gd name="connsiteX36" fmla="*/ 735980 w 985768"/>
                    <a:gd name="connsiteY36" fmla="*/ 1503184 h 2988527"/>
                    <a:gd name="connsiteX37" fmla="*/ 802888 w 985768"/>
                    <a:gd name="connsiteY37" fmla="*/ 1507645 h 2988527"/>
                    <a:gd name="connsiteX38" fmla="*/ 820729 w 985768"/>
                    <a:gd name="connsiteY38" fmla="*/ 1494264 h 2988527"/>
                    <a:gd name="connsiteX39" fmla="*/ 816269 w 985768"/>
                    <a:gd name="connsiteY39" fmla="*/ 1471961 h 2988527"/>
                    <a:gd name="connsiteX40" fmla="*/ 820729 w 985768"/>
                    <a:gd name="connsiteY40" fmla="*/ 1436277 h 2988527"/>
                    <a:gd name="connsiteX41" fmla="*/ 834111 w 985768"/>
                    <a:gd name="connsiteY41" fmla="*/ 1440738 h 2988527"/>
                    <a:gd name="connsiteX42" fmla="*/ 847492 w 985768"/>
                    <a:gd name="connsiteY42" fmla="*/ 1454119 h 2988527"/>
                    <a:gd name="connsiteX43" fmla="*/ 865334 w 985768"/>
                    <a:gd name="connsiteY43" fmla="*/ 1467501 h 2988527"/>
                    <a:gd name="connsiteX44" fmla="*/ 896558 w 985768"/>
                    <a:gd name="connsiteY44" fmla="*/ 1463040 h 2988527"/>
                    <a:gd name="connsiteX45" fmla="*/ 950084 w 985768"/>
                    <a:gd name="connsiteY45" fmla="*/ 1422896 h 2988527"/>
                    <a:gd name="connsiteX46" fmla="*/ 976847 w 985768"/>
                    <a:gd name="connsiteY46" fmla="*/ 1387212 h 2988527"/>
                    <a:gd name="connsiteX47" fmla="*/ 985768 w 985768"/>
                    <a:gd name="connsiteY47" fmla="*/ 1338146 h 2988527"/>
                    <a:gd name="connsiteX48" fmla="*/ 981307 w 985768"/>
                    <a:gd name="connsiteY48" fmla="*/ 1253397 h 2988527"/>
                    <a:gd name="connsiteX49" fmla="*/ 959005 w 985768"/>
                    <a:gd name="connsiteY49" fmla="*/ 1190950 h 2988527"/>
                    <a:gd name="connsiteX50" fmla="*/ 936702 w 985768"/>
                    <a:gd name="connsiteY50" fmla="*/ 1173108 h 2988527"/>
                    <a:gd name="connsiteX51" fmla="*/ 923321 w 985768"/>
                    <a:gd name="connsiteY51" fmla="*/ 1155266 h 2988527"/>
                    <a:gd name="connsiteX52" fmla="*/ 909939 w 985768"/>
                    <a:gd name="connsiteY52" fmla="*/ 1128504 h 2988527"/>
                    <a:gd name="connsiteX53" fmla="*/ 896558 w 985768"/>
                    <a:gd name="connsiteY53" fmla="*/ 1101741 h 2988527"/>
                    <a:gd name="connsiteX54" fmla="*/ 883176 w 985768"/>
                    <a:gd name="connsiteY54" fmla="*/ 1092820 h 2988527"/>
                    <a:gd name="connsiteX55" fmla="*/ 865334 w 985768"/>
                    <a:gd name="connsiteY55" fmla="*/ 1066057 h 2988527"/>
                    <a:gd name="connsiteX56" fmla="*/ 851953 w 985768"/>
                    <a:gd name="connsiteY56" fmla="*/ 1048215 h 2988527"/>
                    <a:gd name="connsiteX57" fmla="*/ 768553 w 985768"/>
                    <a:gd name="connsiteY57" fmla="*/ 981307 h 2988527"/>
                    <a:gd name="connsiteX58" fmla="*/ 721288 w 985768"/>
                    <a:gd name="connsiteY58" fmla="*/ 926021 h 2988527"/>
                    <a:gd name="connsiteX59" fmla="*/ 693175 w 985768"/>
                    <a:gd name="connsiteY59" fmla="*/ 822529 h 2988527"/>
                    <a:gd name="connsiteX60" fmla="*/ 677994 w 985768"/>
                    <a:gd name="connsiteY60" fmla="*/ 695836 h 2988527"/>
                    <a:gd name="connsiteX61" fmla="*/ 673533 w 985768"/>
                    <a:gd name="connsiteY61" fmla="*/ 624468 h 2988527"/>
                    <a:gd name="connsiteX62" fmla="*/ 660152 w 985768"/>
                    <a:gd name="connsiteY62" fmla="*/ 539719 h 2988527"/>
                    <a:gd name="connsiteX63" fmla="*/ 642310 w 985768"/>
                    <a:gd name="connsiteY63" fmla="*/ 285471 h 2988527"/>
                    <a:gd name="connsiteX64" fmla="*/ 637849 w 985768"/>
                    <a:gd name="connsiteY64" fmla="*/ 156117 h 2988527"/>
                    <a:gd name="connsiteX65" fmla="*/ 651231 w 985768"/>
                    <a:gd name="connsiteY65" fmla="*/ 138275 h 2988527"/>
                    <a:gd name="connsiteX66" fmla="*/ 673533 w 985768"/>
                    <a:gd name="connsiteY66" fmla="*/ 115973 h 2988527"/>
                    <a:gd name="connsiteX67" fmla="*/ 686915 w 985768"/>
                    <a:gd name="connsiteY67" fmla="*/ 102591 h 2988527"/>
                    <a:gd name="connsiteX68" fmla="*/ 718138 w 985768"/>
                    <a:gd name="connsiteY68" fmla="*/ 89210 h 2988527"/>
                    <a:gd name="connsiteX69" fmla="*/ 722599 w 985768"/>
                    <a:gd name="connsiteY69" fmla="*/ 75828 h 2988527"/>
                    <a:gd name="connsiteX70" fmla="*/ 628929 w 985768"/>
                    <a:gd name="connsiteY70" fmla="*/ 44605 h 2988527"/>
                    <a:gd name="connsiteX71" fmla="*/ 620008 w 985768"/>
                    <a:gd name="connsiteY71" fmla="*/ 31224 h 2988527"/>
                    <a:gd name="connsiteX72" fmla="*/ 606626 w 985768"/>
                    <a:gd name="connsiteY72" fmla="*/ 17842 h 2988527"/>
                    <a:gd name="connsiteX73" fmla="*/ 597705 w 985768"/>
                    <a:gd name="connsiteY73" fmla="*/ 0 h 2988527"/>
                    <a:gd name="connsiteX0" fmla="*/ 0 w 986610"/>
                    <a:gd name="connsiteY0" fmla="*/ 2988527 h 2988527"/>
                    <a:gd name="connsiteX1" fmla="*/ 22302 w 986610"/>
                    <a:gd name="connsiteY1" fmla="*/ 2984066 h 2988527"/>
                    <a:gd name="connsiteX2" fmla="*/ 49065 w 986610"/>
                    <a:gd name="connsiteY2" fmla="*/ 2966224 h 2988527"/>
                    <a:gd name="connsiteX3" fmla="*/ 57986 w 986610"/>
                    <a:gd name="connsiteY3" fmla="*/ 2952843 h 2988527"/>
                    <a:gd name="connsiteX4" fmla="*/ 71368 w 986610"/>
                    <a:gd name="connsiteY4" fmla="*/ 2948383 h 2988527"/>
                    <a:gd name="connsiteX5" fmla="*/ 98130 w 986610"/>
                    <a:gd name="connsiteY5" fmla="*/ 2926080 h 2988527"/>
                    <a:gd name="connsiteX6" fmla="*/ 102591 w 986610"/>
                    <a:gd name="connsiteY6" fmla="*/ 2912699 h 2988527"/>
                    <a:gd name="connsiteX7" fmla="*/ 111512 w 986610"/>
                    <a:gd name="connsiteY7" fmla="*/ 2894857 h 2988527"/>
                    <a:gd name="connsiteX8" fmla="*/ 115972 w 986610"/>
                    <a:gd name="connsiteY8" fmla="*/ 2872554 h 2988527"/>
                    <a:gd name="connsiteX9" fmla="*/ 120433 w 986610"/>
                    <a:gd name="connsiteY9" fmla="*/ 2854712 h 2988527"/>
                    <a:gd name="connsiteX10" fmla="*/ 124893 w 986610"/>
                    <a:gd name="connsiteY10" fmla="*/ 2801186 h 2988527"/>
                    <a:gd name="connsiteX11" fmla="*/ 129354 w 986610"/>
                    <a:gd name="connsiteY11" fmla="*/ 2774424 h 2988527"/>
                    <a:gd name="connsiteX12" fmla="*/ 169498 w 986610"/>
                    <a:gd name="connsiteY12" fmla="*/ 2747661 h 2988527"/>
                    <a:gd name="connsiteX13" fmla="*/ 297541 w 986610"/>
                    <a:gd name="connsiteY13" fmla="*/ 2767263 h 2988527"/>
                    <a:gd name="connsiteX14" fmla="*/ 374681 w 986610"/>
                    <a:gd name="connsiteY14" fmla="*/ 2640609 h 2988527"/>
                    <a:gd name="connsiteX15" fmla="*/ 370220 w 986610"/>
                    <a:gd name="connsiteY15" fmla="*/ 2591544 h 2988527"/>
                    <a:gd name="connsiteX16" fmla="*/ 365760 w 986610"/>
                    <a:gd name="connsiteY16" fmla="*/ 2573702 h 2988527"/>
                    <a:gd name="connsiteX17" fmla="*/ 338997 w 986610"/>
                    <a:gd name="connsiteY17" fmla="*/ 2542478 h 2988527"/>
                    <a:gd name="connsiteX18" fmla="*/ 343457 w 986610"/>
                    <a:gd name="connsiteY18" fmla="*/ 2497873 h 2988527"/>
                    <a:gd name="connsiteX19" fmla="*/ 347918 w 986610"/>
                    <a:gd name="connsiteY19" fmla="*/ 2480031 h 2988527"/>
                    <a:gd name="connsiteX20" fmla="*/ 374681 w 986610"/>
                    <a:gd name="connsiteY20" fmla="*/ 2448808 h 2988527"/>
                    <a:gd name="connsiteX21" fmla="*/ 383602 w 986610"/>
                    <a:gd name="connsiteY21" fmla="*/ 2435426 h 2988527"/>
                    <a:gd name="connsiteX22" fmla="*/ 392523 w 986610"/>
                    <a:gd name="connsiteY22" fmla="*/ 2404203 h 2988527"/>
                    <a:gd name="connsiteX23" fmla="*/ 401444 w 986610"/>
                    <a:gd name="connsiteY23" fmla="*/ 2377440 h 2988527"/>
                    <a:gd name="connsiteX24" fmla="*/ 405904 w 986610"/>
                    <a:gd name="connsiteY24" fmla="*/ 2364059 h 2988527"/>
                    <a:gd name="connsiteX25" fmla="*/ 435328 w 986610"/>
                    <a:gd name="connsiteY25" fmla="*/ 2212402 h 2988527"/>
                    <a:gd name="connsiteX26" fmla="*/ 468351 w 986610"/>
                    <a:gd name="connsiteY26" fmla="*/ 2127653 h 2988527"/>
                    <a:gd name="connsiteX27" fmla="*/ 499574 w 986610"/>
                    <a:gd name="connsiteY27" fmla="*/ 1984917 h 2988527"/>
                    <a:gd name="connsiteX28" fmla="*/ 562021 w 986610"/>
                    <a:gd name="connsiteY28" fmla="*/ 1855563 h 2988527"/>
                    <a:gd name="connsiteX29" fmla="*/ 566482 w 986610"/>
                    <a:gd name="connsiteY29" fmla="*/ 1730669 h 2988527"/>
                    <a:gd name="connsiteX30" fmla="*/ 562021 w 986610"/>
                    <a:gd name="connsiteY30" fmla="*/ 1717288 h 2988527"/>
                    <a:gd name="connsiteX31" fmla="*/ 578514 w 986610"/>
                    <a:gd name="connsiteY31" fmla="*/ 1641460 h 2988527"/>
                    <a:gd name="connsiteX32" fmla="*/ 633389 w 986610"/>
                    <a:gd name="connsiteY32" fmla="*/ 1565631 h 2988527"/>
                    <a:gd name="connsiteX33" fmla="*/ 677994 w 986610"/>
                    <a:gd name="connsiteY33" fmla="*/ 1534408 h 2988527"/>
                    <a:gd name="connsiteX34" fmla="*/ 704757 w 986610"/>
                    <a:gd name="connsiteY34" fmla="*/ 1516566 h 2988527"/>
                    <a:gd name="connsiteX35" fmla="*/ 722599 w 986610"/>
                    <a:gd name="connsiteY35" fmla="*/ 1507645 h 2988527"/>
                    <a:gd name="connsiteX36" fmla="*/ 735980 w 986610"/>
                    <a:gd name="connsiteY36" fmla="*/ 1503184 h 2988527"/>
                    <a:gd name="connsiteX37" fmla="*/ 802888 w 986610"/>
                    <a:gd name="connsiteY37" fmla="*/ 1507645 h 2988527"/>
                    <a:gd name="connsiteX38" fmla="*/ 820729 w 986610"/>
                    <a:gd name="connsiteY38" fmla="*/ 1494264 h 2988527"/>
                    <a:gd name="connsiteX39" fmla="*/ 816269 w 986610"/>
                    <a:gd name="connsiteY39" fmla="*/ 1471961 h 2988527"/>
                    <a:gd name="connsiteX40" fmla="*/ 820729 w 986610"/>
                    <a:gd name="connsiteY40" fmla="*/ 1436277 h 2988527"/>
                    <a:gd name="connsiteX41" fmla="*/ 834111 w 986610"/>
                    <a:gd name="connsiteY41" fmla="*/ 1440738 h 2988527"/>
                    <a:gd name="connsiteX42" fmla="*/ 847492 w 986610"/>
                    <a:gd name="connsiteY42" fmla="*/ 1454119 h 2988527"/>
                    <a:gd name="connsiteX43" fmla="*/ 865334 w 986610"/>
                    <a:gd name="connsiteY43" fmla="*/ 1467501 h 2988527"/>
                    <a:gd name="connsiteX44" fmla="*/ 896558 w 986610"/>
                    <a:gd name="connsiteY44" fmla="*/ 1463040 h 2988527"/>
                    <a:gd name="connsiteX45" fmla="*/ 950084 w 986610"/>
                    <a:gd name="connsiteY45" fmla="*/ 1422896 h 2988527"/>
                    <a:gd name="connsiteX46" fmla="*/ 976847 w 986610"/>
                    <a:gd name="connsiteY46" fmla="*/ 1387212 h 2988527"/>
                    <a:gd name="connsiteX47" fmla="*/ 985768 w 986610"/>
                    <a:gd name="connsiteY47" fmla="*/ 1338146 h 2988527"/>
                    <a:gd name="connsiteX48" fmla="*/ 981307 w 986610"/>
                    <a:gd name="connsiteY48" fmla="*/ 1253397 h 2988527"/>
                    <a:gd name="connsiteX49" fmla="*/ 936702 w 986610"/>
                    <a:gd name="connsiteY49" fmla="*/ 1173108 h 2988527"/>
                    <a:gd name="connsiteX50" fmla="*/ 923321 w 986610"/>
                    <a:gd name="connsiteY50" fmla="*/ 1155266 h 2988527"/>
                    <a:gd name="connsiteX51" fmla="*/ 909939 w 986610"/>
                    <a:gd name="connsiteY51" fmla="*/ 1128504 h 2988527"/>
                    <a:gd name="connsiteX52" fmla="*/ 896558 w 986610"/>
                    <a:gd name="connsiteY52" fmla="*/ 1101741 h 2988527"/>
                    <a:gd name="connsiteX53" fmla="*/ 883176 w 986610"/>
                    <a:gd name="connsiteY53" fmla="*/ 1092820 h 2988527"/>
                    <a:gd name="connsiteX54" fmla="*/ 865334 w 986610"/>
                    <a:gd name="connsiteY54" fmla="*/ 1066057 h 2988527"/>
                    <a:gd name="connsiteX55" fmla="*/ 851953 w 986610"/>
                    <a:gd name="connsiteY55" fmla="*/ 1048215 h 2988527"/>
                    <a:gd name="connsiteX56" fmla="*/ 768553 w 986610"/>
                    <a:gd name="connsiteY56" fmla="*/ 981307 h 2988527"/>
                    <a:gd name="connsiteX57" fmla="*/ 721288 w 986610"/>
                    <a:gd name="connsiteY57" fmla="*/ 926021 h 2988527"/>
                    <a:gd name="connsiteX58" fmla="*/ 693175 w 986610"/>
                    <a:gd name="connsiteY58" fmla="*/ 822529 h 2988527"/>
                    <a:gd name="connsiteX59" fmla="*/ 677994 w 986610"/>
                    <a:gd name="connsiteY59" fmla="*/ 695836 h 2988527"/>
                    <a:gd name="connsiteX60" fmla="*/ 673533 w 986610"/>
                    <a:gd name="connsiteY60" fmla="*/ 624468 h 2988527"/>
                    <a:gd name="connsiteX61" fmla="*/ 660152 w 986610"/>
                    <a:gd name="connsiteY61" fmla="*/ 539719 h 2988527"/>
                    <a:gd name="connsiteX62" fmla="*/ 642310 w 986610"/>
                    <a:gd name="connsiteY62" fmla="*/ 285471 h 2988527"/>
                    <a:gd name="connsiteX63" fmla="*/ 637849 w 986610"/>
                    <a:gd name="connsiteY63" fmla="*/ 156117 h 2988527"/>
                    <a:gd name="connsiteX64" fmla="*/ 651231 w 986610"/>
                    <a:gd name="connsiteY64" fmla="*/ 138275 h 2988527"/>
                    <a:gd name="connsiteX65" fmla="*/ 673533 w 986610"/>
                    <a:gd name="connsiteY65" fmla="*/ 115973 h 2988527"/>
                    <a:gd name="connsiteX66" fmla="*/ 686915 w 986610"/>
                    <a:gd name="connsiteY66" fmla="*/ 102591 h 2988527"/>
                    <a:gd name="connsiteX67" fmla="*/ 718138 w 986610"/>
                    <a:gd name="connsiteY67" fmla="*/ 89210 h 2988527"/>
                    <a:gd name="connsiteX68" fmla="*/ 722599 w 986610"/>
                    <a:gd name="connsiteY68" fmla="*/ 75828 h 2988527"/>
                    <a:gd name="connsiteX69" fmla="*/ 628929 w 986610"/>
                    <a:gd name="connsiteY69" fmla="*/ 44605 h 2988527"/>
                    <a:gd name="connsiteX70" fmla="*/ 620008 w 986610"/>
                    <a:gd name="connsiteY70" fmla="*/ 31224 h 2988527"/>
                    <a:gd name="connsiteX71" fmla="*/ 606626 w 986610"/>
                    <a:gd name="connsiteY71" fmla="*/ 17842 h 2988527"/>
                    <a:gd name="connsiteX72" fmla="*/ 597705 w 986610"/>
                    <a:gd name="connsiteY72" fmla="*/ 0 h 2988527"/>
                    <a:gd name="connsiteX0" fmla="*/ 0 w 986610"/>
                    <a:gd name="connsiteY0" fmla="*/ 2988527 h 2988527"/>
                    <a:gd name="connsiteX1" fmla="*/ 22302 w 986610"/>
                    <a:gd name="connsiteY1" fmla="*/ 2984066 h 2988527"/>
                    <a:gd name="connsiteX2" fmla="*/ 49065 w 986610"/>
                    <a:gd name="connsiteY2" fmla="*/ 2966224 h 2988527"/>
                    <a:gd name="connsiteX3" fmla="*/ 57986 w 986610"/>
                    <a:gd name="connsiteY3" fmla="*/ 2952843 h 2988527"/>
                    <a:gd name="connsiteX4" fmla="*/ 71368 w 986610"/>
                    <a:gd name="connsiteY4" fmla="*/ 2948383 h 2988527"/>
                    <a:gd name="connsiteX5" fmla="*/ 98130 w 986610"/>
                    <a:gd name="connsiteY5" fmla="*/ 2926080 h 2988527"/>
                    <a:gd name="connsiteX6" fmla="*/ 102591 w 986610"/>
                    <a:gd name="connsiteY6" fmla="*/ 2912699 h 2988527"/>
                    <a:gd name="connsiteX7" fmla="*/ 111512 w 986610"/>
                    <a:gd name="connsiteY7" fmla="*/ 2894857 h 2988527"/>
                    <a:gd name="connsiteX8" fmla="*/ 115972 w 986610"/>
                    <a:gd name="connsiteY8" fmla="*/ 2872554 h 2988527"/>
                    <a:gd name="connsiteX9" fmla="*/ 120433 w 986610"/>
                    <a:gd name="connsiteY9" fmla="*/ 2854712 h 2988527"/>
                    <a:gd name="connsiteX10" fmla="*/ 124893 w 986610"/>
                    <a:gd name="connsiteY10" fmla="*/ 2801186 h 2988527"/>
                    <a:gd name="connsiteX11" fmla="*/ 129354 w 986610"/>
                    <a:gd name="connsiteY11" fmla="*/ 2774424 h 2988527"/>
                    <a:gd name="connsiteX12" fmla="*/ 169498 w 986610"/>
                    <a:gd name="connsiteY12" fmla="*/ 2747661 h 2988527"/>
                    <a:gd name="connsiteX13" fmla="*/ 297541 w 986610"/>
                    <a:gd name="connsiteY13" fmla="*/ 2767263 h 2988527"/>
                    <a:gd name="connsiteX14" fmla="*/ 374681 w 986610"/>
                    <a:gd name="connsiteY14" fmla="*/ 2640609 h 2988527"/>
                    <a:gd name="connsiteX15" fmla="*/ 370220 w 986610"/>
                    <a:gd name="connsiteY15" fmla="*/ 2591544 h 2988527"/>
                    <a:gd name="connsiteX16" fmla="*/ 365760 w 986610"/>
                    <a:gd name="connsiteY16" fmla="*/ 2573702 h 2988527"/>
                    <a:gd name="connsiteX17" fmla="*/ 338997 w 986610"/>
                    <a:gd name="connsiteY17" fmla="*/ 2542478 h 2988527"/>
                    <a:gd name="connsiteX18" fmla="*/ 343457 w 986610"/>
                    <a:gd name="connsiteY18" fmla="*/ 2497873 h 2988527"/>
                    <a:gd name="connsiteX19" fmla="*/ 347918 w 986610"/>
                    <a:gd name="connsiteY19" fmla="*/ 2480031 h 2988527"/>
                    <a:gd name="connsiteX20" fmla="*/ 374681 w 986610"/>
                    <a:gd name="connsiteY20" fmla="*/ 2448808 h 2988527"/>
                    <a:gd name="connsiteX21" fmla="*/ 383602 w 986610"/>
                    <a:gd name="connsiteY21" fmla="*/ 2435426 h 2988527"/>
                    <a:gd name="connsiteX22" fmla="*/ 392523 w 986610"/>
                    <a:gd name="connsiteY22" fmla="*/ 2404203 h 2988527"/>
                    <a:gd name="connsiteX23" fmla="*/ 401444 w 986610"/>
                    <a:gd name="connsiteY23" fmla="*/ 2377440 h 2988527"/>
                    <a:gd name="connsiteX24" fmla="*/ 405904 w 986610"/>
                    <a:gd name="connsiteY24" fmla="*/ 2364059 h 2988527"/>
                    <a:gd name="connsiteX25" fmla="*/ 435328 w 986610"/>
                    <a:gd name="connsiteY25" fmla="*/ 2212402 h 2988527"/>
                    <a:gd name="connsiteX26" fmla="*/ 468351 w 986610"/>
                    <a:gd name="connsiteY26" fmla="*/ 2127653 h 2988527"/>
                    <a:gd name="connsiteX27" fmla="*/ 499574 w 986610"/>
                    <a:gd name="connsiteY27" fmla="*/ 1984917 h 2988527"/>
                    <a:gd name="connsiteX28" fmla="*/ 562021 w 986610"/>
                    <a:gd name="connsiteY28" fmla="*/ 1855563 h 2988527"/>
                    <a:gd name="connsiteX29" fmla="*/ 566482 w 986610"/>
                    <a:gd name="connsiteY29" fmla="*/ 1730669 h 2988527"/>
                    <a:gd name="connsiteX30" fmla="*/ 562021 w 986610"/>
                    <a:gd name="connsiteY30" fmla="*/ 1717288 h 2988527"/>
                    <a:gd name="connsiteX31" fmla="*/ 578514 w 986610"/>
                    <a:gd name="connsiteY31" fmla="*/ 1641460 h 2988527"/>
                    <a:gd name="connsiteX32" fmla="*/ 633389 w 986610"/>
                    <a:gd name="connsiteY32" fmla="*/ 1565631 h 2988527"/>
                    <a:gd name="connsiteX33" fmla="*/ 677994 w 986610"/>
                    <a:gd name="connsiteY33" fmla="*/ 1534408 h 2988527"/>
                    <a:gd name="connsiteX34" fmla="*/ 704757 w 986610"/>
                    <a:gd name="connsiteY34" fmla="*/ 1516566 h 2988527"/>
                    <a:gd name="connsiteX35" fmla="*/ 722599 w 986610"/>
                    <a:gd name="connsiteY35" fmla="*/ 1507645 h 2988527"/>
                    <a:gd name="connsiteX36" fmla="*/ 735980 w 986610"/>
                    <a:gd name="connsiteY36" fmla="*/ 1503184 h 2988527"/>
                    <a:gd name="connsiteX37" fmla="*/ 802888 w 986610"/>
                    <a:gd name="connsiteY37" fmla="*/ 1507645 h 2988527"/>
                    <a:gd name="connsiteX38" fmla="*/ 820729 w 986610"/>
                    <a:gd name="connsiteY38" fmla="*/ 1494264 h 2988527"/>
                    <a:gd name="connsiteX39" fmla="*/ 816269 w 986610"/>
                    <a:gd name="connsiteY39" fmla="*/ 1471961 h 2988527"/>
                    <a:gd name="connsiteX40" fmla="*/ 820729 w 986610"/>
                    <a:gd name="connsiteY40" fmla="*/ 1436277 h 2988527"/>
                    <a:gd name="connsiteX41" fmla="*/ 834111 w 986610"/>
                    <a:gd name="connsiteY41" fmla="*/ 1440738 h 2988527"/>
                    <a:gd name="connsiteX42" fmla="*/ 847492 w 986610"/>
                    <a:gd name="connsiteY42" fmla="*/ 1454119 h 2988527"/>
                    <a:gd name="connsiteX43" fmla="*/ 865334 w 986610"/>
                    <a:gd name="connsiteY43" fmla="*/ 1467501 h 2988527"/>
                    <a:gd name="connsiteX44" fmla="*/ 896558 w 986610"/>
                    <a:gd name="connsiteY44" fmla="*/ 1463040 h 2988527"/>
                    <a:gd name="connsiteX45" fmla="*/ 950084 w 986610"/>
                    <a:gd name="connsiteY45" fmla="*/ 1422896 h 2988527"/>
                    <a:gd name="connsiteX46" fmla="*/ 976847 w 986610"/>
                    <a:gd name="connsiteY46" fmla="*/ 1387212 h 2988527"/>
                    <a:gd name="connsiteX47" fmla="*/ 985768 w 986610"/>
                    <a:gd name="connsiteY47" fmla="*/ 1338146 h 2988527"/>
                    <a:gd name="connsiteX48" fmla="*/ 981307 w 986610"/>
                    <a:gd name="connsiteY48" fmla="*/ 1253397 h 2988527"/>
                    <a:gd name="connsiteX49" fmla="*/ 936702 w 986610"/>
                    <a:gd name="connsiteY49" fmla="*/ 1173108 h 2988527"/>
                    <a:gd name="connsiteX50" fmla="*/ 923321 w 986610"/>
                    <a:gd name="connsiteY50" fmla="*/ 1155266 h 2988527"/>
                    <a:gd name="connsiteX51" fmla="*/ 909939 w 986610"/>
                    <a:gd name="connsiteY51" fmla="*/ 1128504 h 2988527"/>
                    <a:gd name="connsiteX52" fmla="*/ 896558 w 986610"/>
                    <a:gd name="connsiteY52" fmla="*/ 1101741 h 2988527"/>
                    <a:gd name="connsiteX53" fmla="*/ 883176 w 986610"/>
                    <a:gd name="connsiteY53" fmla="*/ 1092820 h 2988527"/>
                    <a:gd name="connsiteX54" fmla="*/ 865334 w 986610"/>
                    <a:gd name="connsiteY54" fmla="*/ 1066057 h 2988527"/>
                    <a:gd name="connsiteX55" fmla="*/ 768553 w 986610"/>
                    <a:gd name="connsiteY55" fmla="*/ 981307 h 2988527"/>
                    <a:gd name="connsiteX56" fmla="*/ 721288 w 986610"/>
                    <a:gd name="connsiteY56" fmla="*/ 926021 h 2988527"/>
                    <a:gd name="connsiteX57" fmla="*/ 693175 w 986610"/>
                    <a:gd name="connsiteY57" fmla="*/ 822529 h 2988527"/>
                    <a:gd name="connsiteX58" fmla="*/ 677994 w 986610"/>
                    <a:gd name="connsiteY58" fmla="*/ 695836 h 2988527"/>
                    <a:gd name="connsiteX59" fmla="*/ 673533 w 986610"/>
                    <a:gd name="connsiteY59" fmla="*/ 624468 h 2988527"/>
                    <a:gd name="connsiteX60" fmla="*/ 660152 w 986610"/>
                    <a:gd name="connsiteY60" fmla="*/ 539719 h 2988527"/>
                    <a:gd name="connsiteX61" fmla="*/ 642310 w 986610"/>
                    <a:gd name="connsiteY61" fmla="*/ 285471 h 2988527"/>
                    <a:gd name="connsiteX62" fmla="*/ 637849 w 986610"/>
                    <a:gd name="connsiteY62" fmla="*/ 156117 h 2988527"/>
                    <a:gd name="connsiteX63" fmla="*/ 651231 w 986610"/>
                    <a:gd name="connsiteY63" fmla="*/ 138275 h 2988527"/>
                    <a:gd name="connsiteX64" fmla="*/ 673533 w 986610"/>
                    <a:gd name="connsiteY64" fmla="*/ 115973 h 2988527"/>
                    <a:gd name="connsiteX65" fmla="*/ 686915 w 986610"/>
                    <a:gd name="connsiteY65" fmla="*/ 102591 h 2988527"/>
                    <a:gd name="connsiteX66" fmla="*/ 718138 w 986610"/>
                    <a:gd name="connsiteY66" fmla="*/ 89210 h 2988527"/>
                    <a:gd name="connsiteX67" fmla="*/ 722599 w 986610"/>
                    <a:gd name="connsiteY67" fmla="*/ 75828 h 2988527"/>
                    <a:gd name="connsiteX68" fmla="*/ 628929 w 986610"/>
                    <a:gd name="connsiteY68" fmla="*/ 44605 h 2988527"/>
                    <a:gd name="connsiteX69" fmla="*/ 620008 w 986610"/>
                    <a:gd name="connsiteY69" fmla="*/ 31224 h 2988527"/>
                    <a:gd name="connsiteX70" fmla="*/ 606626 w 986610"/>
                    <a:gd name="connsiteY70" fmla="*/ 17842 h 2988527"/>
                    <a:gd name="connsiteX71" fmla="*/ 597705 w 986610"/>
                    <a:gd name="connsiteY71" fmla="*/ 0 h 2988527"/>
                    <a:gd name="connsiteX0" fmla="*/ 0 w 986610"/>
                    <a:gd name="connsiteY0" fmla="*/ 2988527 h 2988527"/>
                    <a:gd name="connsiteX1" fmla="*/ 22302 w 986610"/>
                    <a:gd name="connsiteY1" fmla="*/ 2984066 h 2988527"/>
                    <a:gd name="connsiteX2" fmla="*/ 49065 w 986610"/>
                    <a:gd name="connsiteY2" fmla="*/ 2966224 h 2988527"/>
                    <a:gd name="connsiteX3" fmla="*/ 57986 w 986610"/>
                    <a:gd name="connsiteY3" fmla="*/ 2952843 h 2988527"/>
                    <a:gd name="connsiteX4" fmla="*/ 71368 w 986610"/>
                    <a:gd name="connsiteY4" fmla="*/ 2948383 h 2988527"/>
                    <a:gd name="connsiteX5" fmla="*/ 98130 w 986610"/>
                    <a:gd name="connsiteY5" fmla="*/ 2926080 h 2988527"/>
                    <a:gd name="connsiteX6" fmla="*/ 102591 w 986610"/>
                    <a:gd name="connsiteY6" fmla="*/ 2912699 h 2988527"/>
                    <a:gd name="connsiteX7" fmla="*/ 111512 w 986610"/>
                    <a:gd name="connsiteY7" fmla="*/ 2894857 h 2988527"/>
                    <a:gd name="connsiteX8" fmla="*/ 115972 w 986610"/>
                    <a:gd name="connsiteY8" fmla="*/ 2872554 h 2988527"/>
                    <a:gd name="connsiteX9" fmla="*/ 120433 w 986610"/>
                    <a:gd name="connsiteY9" fmla="*/ 2854712 h 2988527"/>
                    <a:gd name="connsiteX10" fmla="*/ 124893 w 986610"/>
                    <a:gd name="connsiteY10" fmla="*/ 2801186 h 2988527"/>
                    <a:gd name="connsiteX11" fmla="*/ 129354 w 986610"/>
                    <a:gd name="connsiteY11" fmla="*/ 2774424 h 2988527"/>
                    <a:gd name="connsiteX12" fmla="*/ 169498 w 986610"/>
                    <a:gd name="connsiteY12" fmla="*/ 2747661 h 2988527"/>
                    <a:gd name="connsiteX13" fmla="*/ 297541 w 986610"/>
                    <a:gd name="connsiteY13" fmla="*/ 2767263 h 2988527"/>
                    <a:gd name="connsiteX14" fmla="*/ 374681 w 986610"/>
                    <a:gd name="connsiteY14" fmla="*/ 2640609 h 2988527"/>
                    <a:gd name="connsiteX15" fmla="*/ 370220 w 986610"/>
                    <a:gd name="connsiteY15" fmla="*/ 2591544 h 2988527"/>
                    <a:gd name="connsiteX16" fmla="*/ 365760 w 986610"/>
                    <a:gd name="connsiteY16" fmla="*/ 2573702 h 2988527"/>
                    <a:gd name="connsiteX17" fmla="*/ 338997 w 986610"/>
                    <a:gd name="connsiteY17" fmla="*/ 2542478 h 2988527"/>
                    <a:gd name="connsiteX18" fmla="*/ 343457 w 986610"/>
                    <a:gd name="connsiteY18" fmla="*/ 2497873 h 2988527"/>
                    <a:gd name="connsiteX19" fmla="*/ 347918 w 986610"/>
                    <a:gd name="connsiteY19" fmla="*/ 2480031 h 2988527"/>
                    <a:gd name="connsiteX20" fmla="*/ 374681 w 986610"/>
                    <a:gd name="connsiteY20" fmla="*/ 2448808 h 2988527"/>
                    <a:gd name="connsiteX21" fmla="*/ 383602 w 986610"/>
                    <a:gd name="connsiteY21" fmla="*/ 2435426 h 2988527"/>
                    <a:gd name="connsiteX22" fmla="*/ 392523 w 986610"/>
                    <a:gd name="connsiteY22" fmla="*/ 2404203 h 2988527"/>
                    <a:gd name="connsiteX23" fmla="*/ 401444 w 986610"/>
                    <a:gd name="connsiteY23" fmla="*/ 2377440 h 2988527"/>
                    <a:gd name="connsiteX24" fmla="*/ 405904 w 986610"/>
                    <a:gd name="connsiteY24" fmla="*/ 2364059 h 2988527"/>
                    <a:gd name="connsiteX25" fmla="*/ 435328 w 986610"/>
                    <a:gd name="connsiteY25" fmla="*/ 2212402 h 2988527"/>
                    <a:gd name="connsiteX26" fmla="*/ 468351 w 986610"/>
                    <a:gd name="connsiteY26" fmla="*/ 2127653 h 2988527"/>
                    <a:gd name="connsiteX27" fmla="*/ 499574 w 986610"/>
                    <a:gd name="connsiteY27" fmla="*/ 1984917 h 2988527"/>
                    <a:gd name="connsiteX28" fmla="*/ 562021 w 986610"/>
                    <a:gd name="connsiteY28" fmla="*/ 1855563 h 2988527"/>
                    <a:gd name="connsiteX29" fmla="*/ 566482 w 986610"/>
                    <a:gd name="connsiteY29" fmla="*/ 1730669 h 2988527"/>
                    <a:gd name="connsiteX30" fmla="*/ 562021 w 986610"/>
                    <a:gd name="connsiteY30" fmla="*/ 1717288 h 2988527"/>
                    <a:gd name="connsiteX31" fmla="*/ 578514 w 986610"/>
                    <a:gd name="connsiteY31" fmla="*/ 1641460 h 2988527"/>
                    <a:gd name="connsiteX32" fmla="*/ 633389 w 986610"/>
                    <a:gd name="connsiteY32" fmla="*/ 1565631 h 2988527"/>
                    <a:gd name="connsiteX33" fmla="*/ 677994 w 986610"/>
                    <a:gd name="connsiteY33" fmla="*/ 1534408 h 2988527"/>
                    <a:gd name="connsiteX34" fmla="*/ 704757 w 986610"/>
                    <a:gd name="connsiteY34" fmla="*/ 1516566 h 2988527"/>
                    <a:gd name="connsiteX35" fmla="*/ 722599 w 986610"/>
                    <a:gd name="connsiteY35" fmla="*/ 1507645 h 2988527"/>
                    <a:gd name="connsiteX36" fmla="*/ 735980 w 986610"/>
                    <a:gd name="connsiteY36" fmla="*/ 1503184 h 2988527"/>
                    <a:gd name="connsiteX37" fmla="*/ 802888 w 986610"/>
                    <a:gd name="connsiteY37" fmla="*/ 1507645 h 2988527"/>
                    <a:gd name="connsiteX38" fmla="*/ 820729 w 986610"/>
                    <a:gd name="connsiteY38" fmla="*/ 1494264 h 2988527"/>
                    <a:gd name="connsiteX39" fmla="*/ 816269 w 986610"/>
                    <a:gd name="connsiteY39" fmla="*/ 1471961 h 2988527"/>
                    <a:gd name="connsiteX40" fmla="*/ 820729 w 986610"/>
                    <a:gd name="connsiteY40" fmla="*/ 1436277 h 2988527"/>
                    <a:gd name="connsiteX41" fmla="*/ 834111 w 986610"/>
                    <a:gd name="connsiteY41" fmla="*/ 1440738 h 2988527"/>
                    <a:gd name="connsiteX42" fmla="*/ 847492 w 986610"/>
                    <a:gd name="connsiteY42" fmla="*/ 1454119 h 2988527"/>
                    <a:gd name="connsiteX43" fmla="*/ 865334 w 986610"/>
                    <a:gd name="connsiteY43" fmla="*/ 1467501 h 2988527"/>
                    <a:gd name="connsiteX44" fmla="*/ 896558 w 986610"/>
                    <a:gd name="connsiteY44" fmla="*/ 1463040 h 2988527"/>
                    <a:gd name="connsiteX45" fmla="*/ 950084 w 986610"/>
                    <a:gd name="connsiteY45" fmla="*/ 1422896 h 2988527"/>
                    <a:gd name="connsiteX46" fmla="*/ 976847 w 986610"/>
                    <a:gd name="connsiteY46" fmla="*/ 1387212 h 2988527"/>
                    <a:gd name="connsiteX47" fmla="*/ 985768 w 986610"/>
                    <a:gd name="connsiteY47" fmla="*/ 1338146 h 2988527"/>
                    <a:gd name="connsiteX48" fmla="*/ 981307 w 986610"/>
                    <a:gd name="connsiteY48" fmla="*/ 1253397 h 2988527"/>
                    <a:gd name="connsiteX49" fmla="*/ 936702 w 986610"/>
                    <a:gd name="connsiteY49" fmla="*/ 1173108 h 2988527"/>
                    <a:gd name="connsiteX50" fmla="*/ 923321 w 986610"/>
                    <a:gd name="connsiteY50" fmla="*/ 1155266 h 2988527"/>
                    <a:gd name="connsiteX51" fmla="*/ 909939 w 986610"/>
                    <a:gd name="connsiteY51" fmla="*/ 1128504 h 2988527"/>
                    <a:gd name="connsiteX52" fmla="*/ 896558 w 986610"/>
                    <a:gd name="connsiteY52" fmla="*/ 1101741 h 2988527"/>
                    <a:gd name="connsiteX53" fmla="*/ 883176 w 986610"/>
                    <a:gd name="connsiteY53" fmla="*/ 1092820 h 2988527"/>
                    <a:gd name="connsiteX54" fmla="*/ 768553 w 986610"/>
                    <a:gd name="connsiteY54" fmla="*/ 981307 h 2988527"/>
                    <a:gd name="connsiteX55" fmla="*/ 721288 w 986610"/>
                    <a:gd name="connsiteY55" fmla="*/ 926021 h 2988527"/>
                    <a:gd name="connsiteX56" fmla="*/ 693175 w 986610"/>
                    <a:gd name="connsiteY56" fmla="*/ 822529 h 2988527"/>
                    <a:gd name="connsiteX57" fmla="*/ 677994 w 986610"/>
                    <a:gd name="connsiteY57" fmla="*/ 695836 h 2988527"/>
                    <a:gd name="connsiteX58" fmla="*/ 673533 w 986610"/>
                    <a:gd name="connsiteY58" fmla="*/ 624468 h 2988527"/>
                    <a:gd name="connsiteX59" fmla="*/ 660152 w 986610"/>
                    <a:gd name="connsiteY59" fmla="*/ 539719 h 2988527"/>
                    <a:gd name="connsiteX60" fmla="*/ 642310 w 986610"/>
                    <a:gd name="connsiteY60" fmla="*/ 285471 h 2988527"/>
                    <a:gd name="connsiteX61" fmla="*/ 637849 w 986610"/>
                    <a:gd name="connsiteY61" fmla="*/ 156117 h 2988527"/>
                    <a:gd name="connsiteX62" fmla="*/ 651231 w 986610"/>
                    <a:gd name="connsiteY62" fmla="*/ 138275 h 2988527"/>
                    <a:gd name="connsiteX63" fmla="*/ 673533 w 986610"/>
                    <a:gd name="connsiteY63" fmla="*/ 115973 h 2988527"/>
                    <a:gd name="connsiteX64" fmla="*/ 686915 w 986610"/>
                    <a:gd name="connsiteY64" fmla="*/ 102591 h 2988527"/>
                    <a:gd name="connsiteX65" fmla="*/ 718138 w 986610"/>
                    <a:gd name="connsiteY65" fmla="*/ 89210 h 2988527"/>
                    <a:gd name="connsiteX66" fmla="*/ 722599 w 986610"/>
                    <a:gd name="connsiteY66" fmla="*/ 75828 h 2988527"/>
                    <a:gd name="connsiteX67" fmla="*/ 628929 w 986610"/>
                    <a:gd name="connsiteY67" fmla="*/ 44605 h 2988527"/>
                    <a:gd name="connsiteX68" fmla="*/ 620008 w 986610"/>
                    <a:gd name="connsiteY68" fmla="*/ 31224 h 2988527"/>
                    <a:gd name="connsiteX69" fmla="*/ 606626 w 986610"/>
                    <a:gd name="connsiteY69" fmla="*/ 17842 h 2988527"/>
                    <a:gd name="connsiteX70" fmla="*/ 597705 w 986610"/>
                    <a:gd name="connsiteY70" fmla="*/ 0 h 2988527"/>
                    <a:gd name="connsiteX0" fmla="*/ 0 w 986610"/>
                    <a:gd name="connsiteY0" fmla="*/ 2988527 h 2988527"/>
                    <a:gd name="connsiteX1" fmla="*/ 22302 w 986610"/>
                    <a:gd name="connsiteY1" fmla="*/ 2984066 h 2988527"/>
                    <a:gd name="connsiteX2" fmla="*/ 49065 w 986610"/>
                    <a:gd name="connsiteY2" fmla="*/ 2966224 h 2988527"/>
                    <a:gd name="connsiteX3" fmla="*/ 57986 w 986610"/>
                    <a:gd name="connsiteY3" fmla="*/ 2952843 h 2988527"/>
                    <a:gd name="connsiteX4" fmla="*/ 71368 w 986610"/>
                    <a:gd name="connsiteY4" fmla="*/ 2948383 h 2988527"/>
                    <a:gd name="connsiteX5" fmla="*/ 98130 w 986610"/>
                    <a:gd name="connsiteY5" fmla="*/ 2926080 h 2988527"/>
                    <a:gd name="connsiteX6" fmla="*/ 102591 w 986610"/>
                    <a:gd name="connsiteY6" fmla="*/ 2912699 h 2988527"/>
                    <a:gd name="connsiteX7" fmla="*/ 111512 w 986610"/>
                    <a:gd name="connsiteY7" fmla="*/ 2894857 h 2988527"/>
                    <a:gd name="connsiteX8" fmla="*/ 115972 w 986610"/>
                    <a:gd name="connsiteY8" fmla="*/ 2872554 h 2988527"/>
                    <a:gd name="connsiteX9" fmla="*/ 120433 w 986610"/>
                    <a:gd name="connsiteY9" fmla="*/ 2854712 h 2988527"/>
                    <a:gd name="connsiteX10" fmla="*/ 124893 w 986610"/>
                    <a:gd name="connsiteY10" fmla="*/ 2801186 h 2988527"/>
                    <a:gd name="connsiteX11" fmla="*/ 129354 w 986610"/>
                    <a:gd name="connsiteY11" fmla="*/ 2774424 h 2988527"/>
                    <a:gd name="connsiteX12" fmla="*/ 169498 w 986610"/>
                    <a:gd name="connsiteY12" fmla="*/ 2747661 h 2988527"/>
                    <a:gd name="connsiteX13" fmla="*/ 297541 w 986610"/>
                    <a:gd name="connsiteY13" fmla="*/ 2767263 h 2988527"/>
                    <a:gd name="connsiteX14" fmla="*/ 374681 w 986610"/>
                    <a:gd name="connsiteY14" fmla="*/ 2640609 h 2988527"/>
                    <a:gd name="connsiteX15" fmla="*/ 370220 w 986610"/>
                    <a:gd name="connsiteY15" fmla="*/ 2591544 h 2988527"/>
                    <a:gd name="connsiteX16" fmla="*/ 365760 w 986610"/>
                    <a:gd name="connsiteY16" fmla="*/ 2573702 h 2988527"/>
                    <a:gd name="connsiteX17" fmla="*/ 338997 w 986610"/>
                    <a:gd name="connsiteY17" fmla="*/ 2542478 h 2988527"/>
                    <a:gd name="connsiteX18" fmla="*/ 343457 w 986610"/>
                    <a:gd name="connsiteY18" fmla="*/ 2497873 h 2988527"/>
                    <a:gd name="connsiteX19" fmla="*/ 347918 w 986610"/>
                    <a:gd name="connsiteY19" fmla="*/ 2480031 h 2988527"/>
                    <a:gd name="connsiteX20" fmla="*/ 374681 w 986610"/>
                    <a:gd name="connsiteY20" fmla="*/ 2448808 h 2988527"/>
                    <a:gd name="connsiteX21" fmla="*/ 383602 w 986610"/>
                    <a:gd name="connsiteY21" fmla="*/ 2435426 h 2988527"/>
                    <a:gd name="connsiteX22" fmla="*/ 392523 w 986610"/>
                    <a:gd name="connsiteY22" fmla="*/ 2404203 h 2988527"/>
                    <a:gd name="connsiteX23" fmla="*/ 401444 w 986610"/>
                    <a:gd name="connsiteY23" fmla="*/ 2377440 h 2988527"/>
                    <a:gd name="connsiteX24" fmla="*/ 405904 w 986610"/>
                    <a:gd name="connsiteY24" fmla="*/ 2364059 h 2988527"/>
                    <a:gd name="connsiteX25" fmla="*/ 435328 w 986610"/>
                    <a:gd name="connsiteY25" fmla="*/ 2212402 h 2988527"/>
                    <a:gd name="connsiteX26" fmla="*/ 468351 w 986610"/>
                    <a:gd name="connsiteY26" fmla="*/ 2127653 h 2988527"/>
                    <a:gd name="connsiteX27" fmla="*/ 499574 w 986610"/>
                    <a:gd name="connsiteY27" fmla="*/ 1984917 h 2988527"/>
                    <a:gd name="connsiteX28" fmla="*/ 562021 w 986610"/>
                    <a:gd name="connsiteY28" fmla="*/ 1855563 h 2988527"/>
                    <a:gd name="connsiteX29" fmla="*/ 566482 w 986610"/>
                    <a:gd name="connsiteY29" fmla="*/ 1730669 h 2988527"/>
                    <a:gd name="connsiteX30" fmla="*/ 562021 w 986610"/>
                    <a:gd name="connsiteY30" fmla="*/ 1717288 h 2988527"/>
                    <a:gd name="connsiteX31" fmla="*/ 578514 w 986610"/>
                    <a:gd name="connsiteY31" fmla="*/ 1641460 h 2988527"/>
                    <a:gd name="connsiteX32" fmla="*/ 633389 w 986610"/>
                    <a:gd name="connsiteY32" fmla="*/ 1565631 h 2988527"/>
                    <a:gd name="connsiteX33" fmla="*/ 677994 w 986610"/>
                    <a:gd name="connsiteY33" fmla="*/ 1534408 h 2988527"/>
                    <a:gd name="connsiteX34" fmla="*/ 704757 w 986610"/>
                    <a:gd name="connsiteY34" fmla="*/ 1516566 h 2988527"/>
                    <a:gd name="connsiteX35" fmla="*/ 722599 w 986610"/>
                    <a:gd name="connsiteY35" fmla="*/ 1507645 h 2988527"/>
                    <a:gd name="connsiteX36" fmla="*/ 735980 w 986610"/>
                    <a:gd name="connsiteY36" fmla="*/ 1503184 h 2988527"/>
                    <a:gd name="connsiteX37" fmla="*/ 802888 w 986610"/>
                    <a:gd name="connsiteY37" fmla="*/ 1507645 h 2988527"/>
                    <a:gd name="connsiteX38" fmla="*/ 820729 w 986610"/>
                    <a:gd name="connsiteY38" fmla="*/ 1494264 h 2988527"/>
                    <a:gd name="connsiteX39" fmla="*/ 816269 w 986610"/>
                    <a:gd name="connsiteY39" fmla="*/ 1471961 h 2988527"/>
                    <a:gd name="connsiteX40" fmla="*/ 820729 w 986610"/>
                    <a:gd name="connsiteY40" fmla="*/ 1436277 h 2988527"/>
                    <a:gd name="connsiteX41" fmla="*/ 834111 w 986610"/>
                    <a:gd name="connsiteY41" fmla="*/ 1440738 h 2988527"/>
                    <a:gd name="connsiteX42" fmla="*/ 847492 w 986610"/>
                    <a:gd name="connsiteY42" fmla="*/ 1454119 h 2988527"/>
                    <a:gd name="connsiteX43" fmla="*/ 865334 w 986610"/>
                    <a:gd name="connsiteY43" fmla="*/ 1467501 h 2988527"/>
                    <a:gd name="connsiteX44" fmla="*/ 896558 w 986610"/>
                    <a:gd name="connsiteY44" fmla="*/ 1463040 h 2988527"/>
                    <a:gd name="connsiteX45" fmla="*/ 950084 w 986610"/>
                    <a:gd name="connsiteY45" fmla="*/ 1422896 h 2988527"/>
                    <a:gd name="connsiteX46" fmla="*/ 976847 w 986610"/>
                    <a:gd name="connsiteY46" fmla="*/ 1387212 h 2988527"/>
                    <a:gd name="connsiteX47" fmla="*/ 985768 w 986610"/>
                    <a:gd name="connsiteY47" fmla="*/ 1338146 h 2988527"/>
                    <a:gd name="connsiteX48" fmla="*/ 981307 w 986610"/>
                    <a:gd name="connsiteY48" fmla="*/ 1253397 h 2988527"/>
                    <a:gd name="connsiteX49" fmla="*/ 936702 w 986610"/>
                    <a:gd name="connsiteY49" fmla="*/ 1173108 h 2988527"/>
                    <a:gd name="connsiteX50" fmla="*/ 923321 w 986610"/>
                    <a:gd name="connsiteY50" fmla="*/ 1155266 h 2988527"/>
                    <a:gd name="connsiteX51" fmla="*/ 909939 w 986610"/>
                    <a:gd name="connsiteY51" fmla="*/ 1128504 h 2988527"/>
                    <a:gd name="connsiteX52" fmla="*/ 896558 w 986610"/>
                    <a:gd name="connsiteY52" fmla="*/ 1101741 h 2988527"/>
                    <a:gd name="connsiteX53" fmla="*/ 861745 w 986610"/>
                    <a:gd name="connsiteY53" fmla="*/ 1083295 h 2988527"/>
                    <a:gd name="connsiteX54" fmla="*/ 768553 w 986610"/>
                    <a:gd name="connsiteY54" fmla="*/ 981307 h 2988527"/>
                    <a:gd name="connsiteX55" fmla="*/ 721288 w 986610"/>
                    <a:gd name="connsiteY55" fmla="*/ 926021 h 2988527"/>
                    <a:gd name="connsiteX56" fmla="*/ 693175 w 986610"/>
                    <a:gd name="connsiteY56" fmla="*/ 822529 h 2988527"/>
                    <a:gd name="connsiteX57" fmla="*/ 677994 w 986610"/>
                    <a:gd name="connsiteY57" fmla="*/ 695836 h 2988527"/>
                    <a:gd name="connsiteX58" fmla="*/ 673533 w 986610"/>
                    <a:gd name="connsiteY58" fmla="*/ 624468 h 2988527"/>
                    <a:gd name="connsiteX59" fmla="*/ 660152 w 986610"/>
                    <a:gd name="connsiteY59" fmla="*/ 539719 h 2988527"/>
                    <a:gd name="connsiteX60" fmla="*/ 642310 w 986610"/>
                    <a:gd name="connsiteY60" fmla="*/ 285471 h 2988527"/>
                    <a:gd name="connsiteX61" fmla="*/ 637849 w 986610"/>
                    <a:gd name="connsiteY61" fmla="*/ 156117 h 2988527"/>
                    <a:gd name="connsiteX62" fmla="*/ 651231 w 986610"/>
                    <a:gd name="connsiteY62" fmla="*/ 138275 h 2988527"/>
                    <a:gd name="connsiteX63" fmla="*/ 673533 w 986610"/>
                    <a:gd name="connsiteY63" fmla="*/ 115973 h 2988527"/>
                    <a:gd name="connsiteX64" fmla="*/ 686915 w 986610"/>
                    <a:gd name="connsiteY64" fmla="*/ 102591 h 2988527"/>
                    <a:gd name="connsiteX65" fmla="*/ 718138 w 986610"/>
                    <a:gd name="connsiteY65" fmla="*/ 89210 h 2988527"/>
                    <a:gd name="connsiteX66" fmla="*/ 722599 w 986610"/>
                    <a:gd name="connsiteY66" fmla="*/ 75828 h 2988527"/>
                    <a:gd name="connsiteX67" fmla="*/ 628929 w 986610"/>
                    <a:gd name="connsiteY67" fmla="*/ 44605 h 2988527"/>
                    <a:gd name="connsiteX68" fmla="*/ 620008 w 986610"/>
                    <a:gd name="connsiteY68" fmla="*/ 31224 h 2988527"/>
                    <a:gd name="connsiteX69" fmla="*/ 606626 w 986610"/>
                    <a:gd name="connsiteY69" fmla="*/ 17842 h 2988527"/>
                    <a:gd name="connsiteX70" fmla="*/ 597705 w 986610"/>
                    <a:gd name="connsiteY70" fmla="*/ 0 h 2988527"/>
                    <a:gd name="connsiteX0" fmla="*/ 0 w 986610"/>
                    <a:gd name="connsiteY0" fmla="*/ 2988527 h 2988527"/>
                    <a:gd name="connsiteX1" fmla="*/ 22302 w 986610"/>
                    <a:gd name="connsiteY1" fmla="*/ 2984066 h 2988527"/>
                    <a:gd name="connsiteX2" fmla="*/ 49065 w 986610"/>
                    <a:gd name="connsiteY2" fmla="*/ 2966224 h 2988527"/>
                    <a:gd name="connsiteX3" fmla="*/ 57986 w 986610"/>
                    <a:gd name="connsiteY3" fmla="*/ 2952843 h 2988527"/>
                    <a:gd name="connsiteX4" fmla="*/ 71368 w 986610"/>
                    <a:gd name="connsiteY4" fmla="*/ 2948383 h 2988527"/>
                    <a:gd name="connsiteX5" fmla="*/ 98130 w 986610"/>
                    <a:gd name="connsiteY5" fmla="*/ 2926080 h 2988527"/>
                    <a:gd name="connsiteX6" fmla="*/ 102591 w 986610"/>
                    <a:gd name="connsiteY6" fmla="*/ 2912699 h 2988527"/>
                    <a:gd name="connsiteX7" fmla="*/ 111512 w 986610"/>
                    <a:gd name="connsiteY7" fmla="*/ 2894857 h 2988527"/>
                    <a:gd name="connsiteX8" fmla="*/ 115972 w 986610"/>
                    <a:gd name="connsiteY8" fmla="*/ 2872554 h 2988527"/>
                    <a:gd name="connsiteX9" fmla="*/ 120433 w 986610"/>
                    <a:gd name="connsiteY9" fmla="*/ 2854712 h 2988527"/>
                    <a:gd name="connsiteX10" fmla="*/ 124893 w 986610"/>
                    <a:gd name="connsiteY10" fmla="*/ 2801186 h 2988527"/>
                    <a:gd name="connsiteX11" fmla="*/ 129354 w 986610"/>
                    <a:gd name="connsiteY11" fmla="*/ 2774424 h 2988527"/>
                    <a:gd name="connsiteX12" fmla="*/ 169498 w 986610"/>
                    <a:gd name="connsiteY12" fmla="*/ 2747661 h 2988527"/>
                    <a:gd name="connsiteX13" fmla="*/ 297541 w 986610"/>
                    <a:gd name="connsiteY13" fmla="*/ 2767263 h 2988527"/>
                    <a:gd name="connsiteX14" fmla="*/ 374681 w 986610"/>
                    <a:gd name="connsiteY14" fmla="*/ 2640609 h 2988527"/>
                    <a:gd name="connsiteX15" fmla="*/ 370220 w 986610"/>
                    <a:gd name="connsiteY15" fmla="*/ 2591544 h 2988527"/>
                    <a:gd name="connsiteX16" fmla="*/ 365760 w 986610"/>
                    <a:gd name="connsiteY16" fmla="*/ 2573702 h 2988527"/>
                    <a:gd name="connsiteX17" fmla="*/ 338997 w 986610"/>
                    <a:gd name="connsiteY17" fmla="*/ 2542478 h 2988527"/>
                    <a:gd name="connsiteX18" fmla="*/ 343457 w 986610"/>
                    <a:gd name="connsiteY18" fmla="*/ 2497873 h 2988527"/>
                    <a:gd name="connsiteX19" fmla="*/ 347918 w 986610"/>
                    <a:gd name="connsiteY19" fmla="*/ 2480031 h 2988527"/>
                    <a:gd name="connsiteX20" fmla="*/ 374681 w 986610"/>
                    <a:gd name="connsiteY20" fmla="*/ 2448808 h 2988527"/>
                    <a:gd name="connsiteX21" fmla="*/ 383602 w 986610"/>
                    <a:gd name="connsiteY21" fmla="*/ 2435426 h 2988527"/>
                    <a:gd name="connsiteX22" fmla="*/ 392523 w 986610"/>
                    <a:gd name="connsiteY22" fmla="*/ 2404203 h 2988527"/>
                    <a:gd name="connsiteX23" fmla="*/ 401444 w 986610"/>
                    <a:gd name="connsiteY23" fmla="*/ 2377440 h 2988527"/>
                    <a:gd name="connsiteX24" fmla="*/ 405904 w 986610"/>
                    <a:gd name="connsiteY24" fmla="*/ 2364059 h 2988527"/>
                    <a:gd name="connsiteX25" fmla="*/ 435328 w 986610"/>
                    <a:gd name="connsiteY25" fmla="*/ 2212402 h 2988527"/>
                    <a:gd name="connsiteX26" fmla="*/ 468351 w 986610"/>
                    <a:gd name="connsiteY26" fmla="*/ 2127653 h 2988527"/>
                    <a:gd name="connsiteX27" fmla="*/ 499574 w 986610"/>
                    <a:gd name="connsiteY27" fmla="*/ 1984917 h 2988527"/>
                    <a:gd name="connsiteX28" fmla="*/ 562021 w 986610"/>
                    <a:gd name="connsiteY28" fmla="*/ 1855563 h 2988527"/>
                    <a:gd name="connsiteX29" fmla="*/ 566482 w 986610"/>
                    <a:gd name="connsiteY29" fmla="*/ 1730669 h 2988527"/>
                    <a:gd name="connsiteX30" fmla="*/ 562021 w 986610"/>
                    <a:gd name="connsiteY30" fmla="*/ 1717288 h 2988527"/>
                    <a:gd name="connsiteX31" fmla="*/ 578514 w 986610"/>
                    <a:gd name="connsiteY31" fmla="*/ 1641460 h 2988527"/>
                    <a:gd name="connsiteX32" fmla="*/ 633389 w 986610"/>
                    <a:gd name="connsiteY32" fmla="*/ 1565631 h 2988527"/>
                    <a:gd name="connsiteX33" fmla="*/ 677994 w 986610"/>
                    <a:gd name="connsiteY33" fmla="*/ 1534408 h 2988527"/>
                    <a:gd name="connsiteX34" fmla="*/ 704757 w 986610"/>
                    <a:gd name="connsiteY34" fmla="*/ 1516566 h 2988527"/>
                    <a:gd name="connsiteX35" fmla="*/ 722599 w 986610"/>
                    <a:gd name="connsiteY35" fmla="*/ 1507645 h 2988527"/>
                    <a:gd name="connsiteX36" fmla="*/ 735980 w 986610"/>
                    <a:gd name="connsiteY36" fmla="*/ 1503184 h 2988527"/>
                    <a:gd name="connsiteX37" fmla="*/ 802888 w 986610"/>
                    <a:gd name="connsiteY37" fmla="*/ 1507645 h 2988527"/>
                    <a:gd name="connsiteX38" fmla="*/ 820729 w 986610"/>
                    <a:gd name="connsiteY38" fmla="*/ 1494264 h 2988527"/>
                    <a:gd name="connsiteX39" fmla="*/ 816269 w 986610"/>
                    <a:gd name="connsiteY39" fmla="*/ 1471961 h 2988527"/>
                    <a:gd name="connsiteX40" fmla="*/ 820729 w 986610"/>
                    <a:gd name="connsiteY40" fmla="*/ 1436277 h 2988527"/>
                    <a:gd name="connsiteX41" fmla="*/ 834111 w 986610"/>
                    <a:gd name="connsiteY41" fmla="*/ 1440738 h 2988527"/>
                    <a:gd name="connsiteX42" fmla="*/ 847492 w 986610"/>
                    <a:gd name="connsiteY42" fmla="*/ 1454119 h 2988527"/>
                    <a:gd name="connsiteX43" fmla="*/ 865334 w 986610"/>
                    <a:gd name="connsiteY43" fmla="*/ 1467501 h 2988527"/>
                    <a:gd name="connsiteX44" fmla="*/ 896558 w 986610"/>
                    <a:gd name="connsiteY44" fmla="*/ 1463040 h 2988527"/>
                    <a:gd name="connsiteX45" fmla="*/ 950084 w 986610"/>
                    <a:gd name="connsiteY45" fmla="*/ 1422896 h 2988527"/>
                    <a:gd name="connsiteX46" fmla="*/ 976847 w 986610"/>
                    <a:gd name="connsiteY46" fmla="*/ 1387212 h 2988527"/>
                    <a:gd name="connsiteX47" fmla="*/ 985768 w 986610"/>
                    <a:gd name="connsiteY47" fmla="*/ 1338146 h 2988527"/>
                    <a:gd name="connsiteX48" fmla="*/ 981307 w 986610"/>
                    <a:gd name="connsiteY48" fmla="*/ 1253397 h 2988527"/>
                    <a:gd name="connsiteX49" fmla="*/ 936702 w 986610"/>
                    <a:gd name="connsiteY49" fmla="*/ 1173108 h 2988527"/>
                    <a:gd name="connsiteX50" fmla="*/ 923321 w 986610"/>
                    <a:gd name="connsiteY50" fmla="*/ 1155266 h 2988527"/>
                    <a:gd name="connsiteX51" fmla="*/ 909939 w 986610"/>
                    <a:gd name="connsiteY51" fmla="*/ 1128504 h 2988527"/>
                    <a:gd name="connsiteX52" fmla="*/ 861745 w 986610"/>
                    <a:gd name="connsiteY52" fmla="*/ 1083295 h 2988527"/>
                    <a:gd name="connsiteX53" fmla="*/ 768553 w 986610"/>
                    <a:gd name="connsiteY53" fmla="*/ 981307 h 2988527"/>
                    <a:gd name="connsiteX54" fmla="*/ 721288 w 986610"/>
                    <a:gd name="connsiteY54" fmla="*/ 926021 h 2988527"/>
                    <a:gd name="connsiteX55" fmla="*/ 693175 w 986610"/>
                    <a:gd name="connsiteY55" fmla="*/ 822529 h 2988527"/>
                    <a:gd name="connsiteX56" fmla="*/ 677994 w 986610"/>
                    <a:gd name="connsiteY56" fmla="*/ 695836 h 2988527"/>
                    <a:gd name="connsiteX57" fmla="*/ 673533 w 986610"/>
                    <a:gd name="connsiteY57" fmla="*/ 624468 h 2988527"/>
                    <a:gd name="connsiteX58" fmla="*/ 660152 w 986610"/>
                    <a:gd name="connsiteY58" fmla="*/ 539719 h 2988527"/>
                    <a:gd name="connsiteX59" fmla="*/ 642310 w 986610"/>
                    <a:gd name="connsiteY59" fmla="*/ 285471 h 2988527"/>
                    <a:gd name="connsiteX60" fmla="*/ 637849 w 986610"/>
                    <a:gd name="connsiteY60" fmla="*/ 156117 h 2988527"/>
                    <a:gd name="connsiteX61" fmla="*/ 651231 w 986610"/>
                    <a:gd name="connsiteY61" fmla="*/ 138275 h 2988527"/>
                    <a:gd name="connsiteX62" fmla="*/ 673533 w 986610"/>
                    <a:gd name="connsiteY62" fmla="*/ 115973 h 2988527"/>
                    <a:gd name="connsiteX63" fmla="*/ 686915 w 986610"/>
                    <a:gd name="connsiteY63" fmla="*/ 102591 h 2988527"/>
                    <a:gd name="connsiteX64" fmla="*/ 718138 w 986610"/>
                    <a:gd name="connsiteY64" fmla="*/ 89210 h 2988527"/>
                    <a:gd name="connsiteX65" fmla="*/ 722599 w 986610"/>
                    <a:gd name="connsiteY65" fmla="*/ 75828 h 2988527"/>
                    <a:gd name="connsiteX66" fmla="*/ 628929 w 986610"/>
                    <a:gd name="connsiteY66" fmla="*/ 44605 h 2988527"/>
                    <a:gd name="connsiteX67" fmla="*/ 620008 w 986610"/>
                    <a:gd name="connsiteY67" fmla="*/ 31224 h 2988527"/>
                    <a:gd name="connsiteX68" fmla="*/ 606626 w 986610"/>
                    <a:gd name="connsiteY68" fmla="*/ 17842 h 2988527"/>
                    <a:gd name="connsiteX69" fmla="*/ 597705 w 986610"/>
                    <a:gd name="connsiteY69" fmla="*/ 0 h 2988527"/>
                    <a:gd name="connsiteX0" fmla="*/ 0 w 986610"/>
                    <a:gd name="connsiteY0" fmla="*/ 2988527 h 2988527"/>
                    <a:gd name="connsiteX1" fmla="*/ 22302 w 986610"/>
                    <a:gd name="connsiteY1" fmla="*/ 2984066 h 2988527"/>
                    <a:gd name="connsiteX2" fmla="*/ 49065 w 986610"/>
                    <a:gd name="connsiteY2" fmla="*/ 2966224 h 2988527"/>
                    <a:gd name="connsiteX3" fmla="*/ 57986 w 986610"/>
                    <a:gd name="connsiteY3" fmla="*/ 2952843 h 2988527"/>
                    <a:gd name="connsiteX4" fmla="*/ 71368 w 986610"/>
                    <a:gd name="connsiteY4" fmla="*/ 2948383 h 2988527"/>
                    <a:gd name="connsiteX5" fmla="*/ 98130 w 986610"/>
                    <a:gd name="connsiteY5" fmla="*/ 2926080 h 2988527"/>
                    <a:gd name="connsiteX6" fmla="*/ 102591 w 986610"/>
                    <a:gd name="connsiteY6" fmla="*/ 2912699 h 2988527"/>
                    <a:gd name="connsiteX7" fmla="*/ 111512 w 986610"/>
                    <a:gd name="connsiteY7" fmla="*/ 2894857 h 2988527"/>
                    <a:gd name="connsiteX8" fmla="*/ 115972 w 986610"/>
                    <a:gd name="connsiteY8" fmla="*/ 2872554 h 2988527"/>
                    <a:gd name="connsiteX9" fmla="*/ 120433 w 986610"/>
                    <a:gd name="connsiteY9" fmla="*/ 2854712 h 2988527"/>
                    <a:gd name="connsiteX10" fmla="*/ 124893 w 986610"/>
                    <a:gd name="connsiteY10" fmla="*/ 2801186 h 2988527"/>
                    <a:gd name="connsiteX11" fmla="*/ 129354 w 986610"/>
                    <a:gd name="connsiteY11" fmla="*/ 2774424 h 2988527"/>
                    <a:gd name="connsiteX12" fmla="*/ 169498 w 986610"/>
                    <a:gd name="connsiteY12" fmla="*/ 2747661 h 2988527"/>
                    <a:gd name="connsiteX13" fmla="*/ 297541 w 986610"/>
                    <a:gd name="connsiteY13" fmla="*/ 2767263 h 2988527"/>
                    <a:gd name="connsiteX14" fmla="*/ 374681 w 986610"/>
                    <a:gd name="connsiteY14" fmla="*/ 2640609 h 2988527"/>
                    <a:gd name="connsiteX15" fmla="*/ 370220 w 986610"/>
                    <a:gd name="connsiteY15" fmla="*/ 2591544 h 2988527"/>
                    <a:gd name="connsiteX16" fmla="*/ 365760 w 986610"/>
                    <a:gd name="connsiteY16" fmla="*/ 2573702 h 2988527"/>
                    <a:gd name="connsiteX17" fmla="*/ 338997 w 986610"/>
                    <a:gd name="connsiteY17" fmla="*/ 2542478 h 2988527"/>
                    <a:gd name="connsiteX18" fmla="*/ 343457 w 986610"/>
                    <a:gd name="connsiteY18" fmla="*/ 2497873 h 2988527"/>
                    <a:gd name="connsiteX19" fmla="*/ 347918 w 986610"/>
                    <a:gd name="connsiteY19" fmla="*/ 2480031 h 2988527"/>
                    <a:gd name="connsiteX20" fmla="*/ 374681 w 986610"/>
                    <a:gd name="connsiteY20" fmla="*/ 2448808 h 2988527"/>
                    <a:gd name="connsiteX21" fmla="*/ 383602 w 986610"/>
                    <a:gd name="connsiteY21" fmla="*/ 2435426 h 2988527"/>
                    <a:gd name="connsiteX22" fmla="*/ 392523 w 986610"/>
                    <a:gd name="connsiteY22" fmla="*/ 2404203 h 2988527"/>
                    <a:gd name="connsiteX23" fmla="*/ 401444 w 986610"/>
                    <a:gd name="connsiteY23" fmla="*/ 2377440 h 2988527"/>
                    <a:gd name="connsiteX24" fmla="*/ 405904 w 986610"/>
                    <a:gd name="connsiteY24" fmla="*/ 2364059 h 2988527"/>
                    <a:gd name="connsiteX25" fmla="*/ 435328 w 986610"/>
                    <a:gd name="connsiteY25" fmla="*/ 2212402 h 2988527"/>
                    <a:gd name="connsiteX26" fmla="*/ 468351 w 986610"/>
                    <a:gd name="connsiteY26" fmla="*/ 2127653 h 2988527"/>
                    <a:gd name="connsiteX27" fmla="*/ 499574 w 986610"/>
                    <a:gd name="connsiteY27" fmla="*/ 1984917 h 2988527"/>
                    <a:gd name="connsiteX28" fmla="*/ 562021 w 986610"/>
                    <a:gd name="connsiteY28" fmla="*/ 1855563 h 2988527"/>
                    <a:gd name="connsiteX29" fmla="*/ 566482 w 986610"/>
                    <a:gd name="connsiteY29" fmla="*/ 1730669 h 2988527"/>
                    <a:gd name="connsiteX30" fmla="*/ 562021 w 986610"/>
                    <a:gd name="connsiteY30" fmla="*/ 1717288 h 2988527"/>
                    <a:gd name="connsiteX31" fmla="*/ 578514 w 986610"/>
                    <a:gd name="connsiteY31" fmla="*/ 1641460 h 2988527"/>
                    <a:gd name="connsiteX32" fmla="*/ 633389 w 986610"/>
                    <a:gd name="connsiteY32" fmla="*/ 1565631 h 2988527"/>
                    <a:gd name="connsiteX33" fmla="*/ 677994 w 986610"/>
                    <a:gd name="connsiteY33" fmla="*/ 1534408 h 2988527"/>
                    <a:gd name="connsiteX34" fmla="*/ 704757 w 986610"/>
                    <a:gd name="connsiteY34" fmla="*/ 1516566 h 2988527"/>
                    <a:gd name="connsiteX35" fmla="*/ 722599 w 986610"/>
                    <a:gd name="connsiteY35" fmla="*/ 1507645 h 2988527"/>
                    <a:gd name="connsiteX36" fmla="*/ 735980 w 986610"/>
                    <a:gd name="connsiteY36" fmla="*/ 1503184 h 2988527"/>
                    <a:gd name="connsiteX37" fmla="*/ 802888 w 986610"/>
                    <a:gd name="connsiteY37" fmla="*/ 1507645 h 2988527"/>
                    <a:gd name="connsiteX38" fmla="*/ 820729 w 986610"/>
                    <a:gd name="connsiteY38" fmla="*/ 1494264 h 2988527"/>
                    <a:gd name="connsiteX39" fmla="*/ 816269 w 986610"/>
                    <a:gd name="connsiteY39" fmla="*/ 1471961 h 2988527"/>
                    <a:gd name="connsiteX40" fmla="*/ 820729 w 986610"/>
                    <a:gd name="connsiteY40" fmla="*/ 1436277 h 2988527"/>
                    <a:gd name="connsiteX41" fmla="*/ 834111 w 986610"/>
                    <a:gd name="connsiteY41" fmla="*/ 1440738 h 2988527"/>
                    <a:gd name="connsiteX42" fmla="*/ 847492 w 986610"/>
                    <a:gd name="connsiteY42" fmla="*/ 1454119 h 2988527"/>
                    <a:gd name="connsiteX43" fmla="*/ 865334 w 986610"/>
                    <a:gd name="connsiteY43" fmla="*/ 1467501 h 2988527"/>
                    <a:gd name="connsiteX44" fmla="*/ 896558 w 986610"/>
                    <a:gd name="connsiteY44" fmla="*/ 1463040 h 2988527"/>
                    <a:gd name="connsiteX45" fmla="*/ 950084 w 986610"/>
                    <a:gd name="connsiteY45" fmla="*/ 1422896 h 2988527"/>
                    <a:gd name="connsiteX46" fmla="*/ 976847 w 986610"/>
                    <a:gd name="connsiteY46" fmla="*/ 1387212 h 2988527"/>
                    <a:gd name="connsiteX47" fmla="*/ 985768 w 986610"/>
                    <a:gd name="connsiteY47" fmla="*/ 1338146 h 2988527"/>
                    <a:gd name="connsiteX48" fmla="*/ 981307 w 986610"/>
                    <a:gd name="connsiteY48" fmla="*/ 1253397 h 2988527"/>
                    <a:gd name="connsiteX49" fmla="*/ 936702 w 986610"/>
                    <a:gd name="connsiteY49" fmla="*/ 1173108 h 2988527"/>
                    <a:gd name="connsiteX50" fmla="*/ 923321 w 986610"/>
                    <a:gd name="connsiteY50" fmla="*/ 1155266 h 2988527"/>
                    <a:gd name="connsiteX51" fmla="*/ 895652 w 986610"/>
                    <a:gd name="connsiteY51" fmla="*/ 1126122 h 2988527"/>
                    <a:gd name="connsiteX52" fmla="*/ 861745 w 986610"/>
                    <a:gd name="connsiteY52" fmla="*/ 1083295 h 2988527"/>
                    <a:gd name="connsiteX53" fmla="*/ 768553 w 986610"/>
                    <a:gd name="connsiteY53" fmla="*/ 981307 h 2988527"/>
                    <a:gd name="connsiteX54" fmla="*/ 721288 w 986610"/>
                    <a:gd name="connsiteY54" fmla="*/ 926021 h 2988527"/>
                    <a:gd name="connsiteX55" fmla="*/ 693175 w 986610"/>
                    <a:gd name="connsiteY55" fmla="*/ 822529 h 2988527"/>
                    <a:gd name="connsiteX56" fmla="*/ 677994 w 986610"/>
                    <a:gd name="connsiteY56" fmla="*/ 695836 h 2988527"/>
                    <a:gd name="connsiteX57" fmla="*/ 673533 w 986610"/>
                    <a:gd name="connsiteY57" fmla="*/ 624468 h 2988527"/>
                    <a:gd name="connsiteX58" fmla="*/ 660152 w 986610"/>
                    <a:gd name="connsiteY58" fmla="*/ 539719 h 2988527"/>
                    <a:gd name="connsiteX59" fmla="*/ 642310 w 986610"/>
                    <a:gd name="connsiteY59" fmla="*/ 285471 h 2988527"/>
                    <a:gd name="connsiteX60" fmla="*/ 637849 w 986610"/>
                    <a:gd name="connsiteY60" fmla="*/ 156117 h 2988527"/>
                    <a:gd name="connsiteX61" fmla="*/ 651231 w 986610"/>
                    <a:gd name="connsiteY61" fmla="*/ 138275 h 2988527"/>
                    <a:gd name="connsiteX62" fmla="*/ 673533 w 986610"/>
                    <a:gd name="connsiteY62" fmla="*/ 115973 h 2988527"/>
                    <a:gd name="connsiteX63" fmla="*/ 686915 w 986610"/>
                    <a:gd name="connsiteY63" fmla="*/ 102591 h 2988527"/>
                    <a:gd name="connsiteX64" fmla="*/ 718138 w 986610"/>
                    <a:gd name="connsiteY64" fmla="*/ 89210 h 2988527"/>
                    <a:gd name="connsiteX65" fmla="*/ 722599 w 986610"/>
                    <a:gd name="connsiteY65" fmla="*/ 75828 h 2988527"/>
                    <a:gd name="connsiteX66" fmla="*/ 628929 w 986610"/>
                    <a:gd name="connsiteY66" fmla="*/ 44605 h 2988527"/>
                    <a:gd name="connsiteX67" fmla="*/ 620008 w 986610"/>
                    <a:gd name="connsiteY67" fmla="*/ 31224 h 2988527"/>
                    <a:gd name="connsiteX68" fmla="*/ 606626 w 986610"/>
                    <a:gd name="connsiteY68" fmla="*/ 17842 h 2988527"/>
                    <a:gd name="connsiteX69" fmla="*/ 597705 w 986610"/>
                    <a:gd name="connsiteY69" fmla="*/ 0 h 2988527"/>
                    <a:gd name="connsiteX0" fmla="*/ 0 w 986610"/>
                    <a:gd name="connsiteY0" fmla="*/ 2988527 h 2988527"/>
                    <a:gd name="connsiteX1" fmla="*/ 22302 w 986610"/>
                    <a:gd name="connsiteY1" fmla="*/ 2984066 h 2988527"/>
                    <a:gd name="connsiteX2" fmla="*/ 49065 w 986610"/>
                    <a:gd name="connsiteY2" fmla="*/ 2966224 h 2988527"/>
                    <a:gd name="connsiteX3" fmla="*/ 57986 w 986610"/>
                    <a:gd name="connsiteY3" fmla="*/ 2952843 h 2988527"/>
                    <a:gd name="connsiteX4" fmla="*/ 71368 w 986610"/>
                    <a:gd name="connsiteY4" fmla="*/ 2948383 h 2988527"/>
                    <a:gd name="connsiteX5" fmla="*/ 98130 w 986610"/>
                    <a:gd name="connsiteY5" fmla="*/ 2926080 h 2988527"/>
                    <a:gd name="connsiteX6" fmla="*/ 102591 w 986610"/>
                    <a:gd name="connsiteY6" fmla="*/ 2912699 h 2988527"/>
                    <a:gd name="connsiteX7" fmla="*/ 111512 w 986610"/>
                    <a:gd name="connsiteY7" fmla="*/ 2894857 h 2988527"/>
                    <a:gd name="connsiteX8" fmla="*/ 115972 w 986610"/>
                    <a:gd name="connsiteY8" fmla="*/ 2872554 h 2988527"/>
                    <a:gd name="connsiteX9" fmla="*/ 120433 w 986610"/>
                    <a:gd name="connsiteY9" fmla="*/ 2854712 h 2988527"/>
                    <a:gd name="connsiteX10" fmla="*/ 124893 w 986610"/>
                    <a:gd name="connsiteY10" fmla="*/ 2801186 h 2988527"/>
                    <a:gd name="connsiteX11" fmla="*/ 129354 w 986610"/>
                    <a:gd name="connsiteY11" fmla="*/ 2774424 h 2988527"/>
                    <a:gd name="connsiteX12" fmla="*/ 169498 w 986610"/>
                    <a:gd name="connsiteY12" fmla="*/ 2747661 h 2988527"/>
                    <a:gd name="connsiteX13" fmla="*/ 297541 w 986610"/>
                    <a:gd name="connsiteY13" fmla="*/ 2767263 h 2988527"/>
                    <a:gd name="connsiteX14" fmla="*/ 374681 w 986610"/>
                    <a:gd name="connsiteY14" fmla="*/ 2640609 h 2988527"/>
                    <a:gd name="connsiteX15" fmla="*/ 370220 w 986610"/>
                    <a:gd name="connsiteY15" fmla="*/ 2591544 h 2988527"/>
                    <a:gd name="connsiteX16" fmla="*/ 365760 w 986610"/>
                    <a:gd name="connsiteY16" fmla="*/ 2573702 h 2988527"/>
                    <a:gd name="connsiteX17" fmla="*/ 338997 w 986610"/>
                    <a:gd name="connsiteY17" fmla="*/ 2542478 h 2988527"/>
                    <a:gd name="connsiteX18" fmla="*/ 343457 w 986610"/>
                    <a:gd name="connsiteY18" fmla="*/ 2497873 h 2988527"/>
                    <a:gd name="connsiteX19" fmla="*/ 347918 w 986610"/>
                    <a:gd name="connsiteY19" fmla="*/ 2480031 h 2988527"/>
                    <a:gd name="connsiteX20" fmla="*/ 374681 w 986610"/>
                    <a:gd name="connsiteY20" fmla="*/ 2448808 h 2988527"/>
                    <a:gd name="connsiteX21" fmla="*/ 383602 w 986610"/>
                    <a:gd name="connsiteY21" fmla="*/ 2435426 h 2988527"/>
                    <a:gd name="connsiteX22" fmla="*/ 392523 w 986610"/>
                    <a:gd name="connsiteY22" fmla="*/ 2404203 h 2988527"/>
                    <a:gd name="connsiteX23" fmla="*/ 401444 w 986610"/>
                    <a:gd name="connsiteY23" fmla="*/ 2377440 h 2988527"/>
                    <a:gd name="connsiteX24" fmla="*/ 405904 w 986610"/>
                    <a:gd name="connsiteY24" fmla="*/ 2364059 h 2988527"/>
                    <a:gd name="connsiteX25" fmla="*/ 435328 w 986610"/>
                    <a:gd name="connsiteY25" fmla="*/ 2212402 h 2988527"/>
                    <a:gd name="connsiteX26" fmla="*/ 468351 w 986610"/>
                    <a:gd name="connsiteY26" fmla="*/ 2127653 h 2988527"/>
                    <a:gd name="connsiteX27" fmla="*/ 499574 w 986610"/>
                    <a:gd name="connsiteY27" fmla="*/ 1984917 h 2988527"/>
                    <a:gd name="connsiteX28" fmla="*/ 562021 w 986610"/>
                    <a:gd name="connsiteY28" fmla="*/ 1855563 h 2988527"/>
                    <a:gd name="connsiteX29" fmla="*/ 566482 w 986610"/>
                    <a:gd name="connsiteY29" fmla="*/ 1730669 h 2988527"/>
                    <a:gd name="connsiteX30" fmla="*/ 562021 w 986610"/>
                    <a:gd name="connsiteY30" fmla="*/ 1717288 h 2988527"/>
                    <a:gd name="connsiteX31" fmla="*/ 578514 w 986610"/>
                    <a:gd name="connsiteY31" fmla="*/ 1641460 h 2988527"/>
                    <a:gd name="connsiteX32" fmla="*/ 633389 w 986610"/>
                    <a:gd name="connsiteY32" fmla="*/ 1565631 h 2988527"/>
                    <a:gd name="connsiteX33" fmla="*/ 677994 w 986610"/>
                    <a:gd name="connsiteY33" fmla="*/ 1534408 h 2988527"/>
                    <a:gd name="connsiteX34" fmla="*/ 704757 w 986610"/>
                    <a:gd name="connsiteY34" fmla="*/ 1516566 h 2988527"/>
                    <a:gd name="connsiteX35" fmla="*/ 722599 w 986610"/>
                    <a:gd name="connsiteY35" fmla="*/ 1507645 h 2988527"/>
                    <a:gd name="connsiteX36" fmla="*/ 735980 w 986610"/>
                    <a:gd name="connsiteY36" fmla="*/ 1503184 h 2988527"/>
                    <a:gd name="connsiteX37" fmla="*/ 802888 w 986610"/>
                    <a:gd name="connsiteY37" fmla="*/ 1507645 h 2988527"/>
                    <a:gd name="connsiteX38" fmla="*/ 820729 w 986610"/>
                    <a:gd name="connsiteY38" fmla="*/ 1494264 h 2988527"/>
                    <a:gd name="connsiteX39" fmla="*/ 816269 w 986610"/>
                    <a:gd name="connsiteY39" fmla="*/ 1471961 h 2988527"/>
                    <a:gd name="connsiteX40" fmla="*/ 820729 w 986610"/>
                    <a:gd name="connsiteY40" fmla="*/ 1436277 h 2988527"/>
                    <a:gd name="connsiteX41" fmla="*/ 834111 w 986610"/>
                    <a:gd name="connsiteY41" fmla="*/ 1440738 h 2988527"/>
                    <a:gd name="connsiteX42" fmla="*/ 847492 w 986610"/>
                    <a:gd name="connsiteY42" fmla="*/ 1454119 h 2988527"/>
                    <a:gd name="connsiteX43" fmla="*/ 865334 w 986610"/>
                    <a:gd name="connsiteY43" fmla="*/ 1467501 h 2988527"/>
                    <a:gd name="connsiteX44" fmla="*/ 896558 w 986610"/>
                    <a:gd name="connsiteY44" fmla="*/ 1463040 h 2988527"/>
                    <a:gd name="connsiteX45" fmla="*/ 950084 w 986610"/>
                    <a:gd name="connsiteY45" fmla="*/ 1422896 h 2988527"/>
                    <a:gd name="connsiteX46" fmla="*/ 976847 w 986610"/>
                    <a:gd name="connsiteY46" fmla="*/ 1387212 h 2988527"/>
                    <a:gd name="connsiteX47" fmla="*/ 985768 w 986610"/>
                    <a:gd name="connsiteY47" fmla="*/ 1338146 h 2988527"/>
                    <a:gd name="connsiteX48" fmla="*/ 981307 w 986610"/>
                    <a:gd name="connsiteY48" fmla="*/ 1253397 h 2988527"/>
                    <a:gd name="connsiteX49" fmla="*/ 936702 w 986610"/>
                    <a:gd name="connsiteY49" fmla="*/ 1173108 h 2988527"/>
                    <a:gd name="connsiteX50" fmla="*/ 895652 w 986610"/>
                    <a:gd name="connsiteY50" fmla="*/ 1126122 h 2988527"/>
                    <a:gd name="connsiteX51" fmla="*/ 861745 w 986610"/>
                    <a:gd name="connsiteY51" fmla="*/ 1083295 h 2988527"/>
                    <a:gd name="connsiteX52" fmla="*/ 768553 w 986610"/>
                    <a:gd name="connsiteY52" fmla="*/ 981307 h 2988527"/>
                    <a:gd name="connsiteX53" fmla="*/ 721288 w 986610"/>
                    <a:gd name="connsiteY53" fmla="*/ 926021 h 2988527"/>
                    <a:gd name="connsiteX54" fmla="*/ 693175 w 986610"/>
                    <a:gd name="connsiteY54" fmla="*/ 822529 h 2988527"/>
                    <a:gd name="connsiteX55" fmla="*/ 677994 w 986610"/>
                    <a:gd name="connsiteY55" fmla="*/ 695836 h 2988527"/>
                    <a:gd name="connsiteX56" fmla="*/ 673533 w 986610"/>
                    <a:gd name="connsiteY56" fmla="*/ 624468 h 2988527"/>
                    <a:gd name="connsiteX57" fmla="*/ 660152 w 986610"/>
                    <a:gd name="connsiteY57" fmla="*/ 539719 h 2988527"/>
                    <a:gd name="connsiteX58" fmla="*/ 642310 w 986610"/>
                    <a:gd name="connsiteY58" fmla="*/ 285471 h 2988527"/>
                    <a:gd name="connsiteX59" fmla="*/ 637849 w 986610"/>
                    <a:gd name="connsiteY59" fmla="*/ 156117 h 2988527"/>
                    <a:gd name="connsiteX60" fmla="*/ 651231 w 986610"/>
                    <a:gd name="connsiteY60" fmla="*/ 138275 h 2988527"/>
                    <a:gd name="connsiteX61" fmla="*/ 673533 w 986610"/>
                    <a:gd name="connsiteY61" fmla="*/ 115973 h 2988527"/>
                    <a:gd name="connsiteX62" fmla="*/ 686915 w 986610"/>
                    <a:gd name="connsiteY62" fmla="*/ 102591 h 2988527"/>
                    <a:gd name="connsiteX63" fmla="*/ 718138 w 986610"/>
                    <a:gd name="connsiteY63" fmla="*/ 89210 h 2988527"/>
                    <a:gd name="connsiteX64" fmla="*/ 722599 w 986610"/>
                    <a:gd name="connsiteY64" fmla="*/ 75828 h 2988527"/>
                    <a:gd name="connsiteX65" fmla="*/ 628929 w 986610"/>
                    <a:gd name="connsiteY65" fmla="*/ 44605 h 2988527"/>
                    <a:gd name="connsiteX66" fmla="*/ 620008 w 986610"/>
                    <a:gd name="connsiteY66" fmla="*/ 31224 h 2988527"/>
                    <a:gd name="connsiteX67" fmla="*/ 606626 w 986610"/>
                    <a:gd name="connsiteY67" fmla="*/ 17842 h 2988527"/>
                    <a:gd name="connsiteX68" fmla="*/ 597705 w 986610"/>
                    <a:gd name="connsiteY68" fmla="*/ 0 h 2988527"/>
                    <a:gd name="connsiteX0" fmla="*/ 0 w 987052"/>
                    <a:gd name="connsiteY0" fmla="*/ 2988527 h 2988527"/>
                    <a:gd name="connsiteX1" fmla="*/ 22302 w 987052"/>
                    <a:gd name="connsiteY1" fmla="*/ 2984066 h 2988527"/>
                    <a:gd name="connsiteX2" fmla="*/ 49065 w 987052"/>
                    <a:gd name="connsiteY2" fmla="*/ 2966224 h 2988527"/>
                    <a:gd name="connsiteX3" fmla="*/ 57986 w 987052"/>
                    <a:gd name="connsiteY3" fmla="*/ 2952843 h 2988527"/>
                    <a:gd name="connsiteX4" fmla="*/ 71368 w 987052"/>
                    <a:gd name="connsiteY4" fmla="*/ 2948383 h 2988527"/>
                    <a:gd name="connsiteX5" fmla="*/ 98130 w 987052"/>
                    <a:gd name="connsiteY5" fmla="*/ 2926080 h 2988527"/>
                    <a:gd name="connsiteX6" fmla="*/ 102591 w 987052"/>
                    <a:gd name="connsiteY6" fmla="*/ 2912699 h 2988527"/>
                    <a:gd name="connsiteX7" fmla="*/ 111512 w 987052"/>
                    <a:gd name="connsiteY7" fmla="*/ 2894857 h 2988527"/>
                    <a:gd name="connsiteX8" fmla="*/ 115972 w 987052"/>
                    <a:gd name="connsiteY8" fmla="*/ 2872554 h 2988527"/>
                    <a:gd name="connsiteX9" fmla="*/ 120433 w 987052"/>
                    <a:gd name="connsiteY9" fmla="*/ 2854712 h 2988527"/>
                    <a:gd name="connsiteX10" fmla="*/ 124893 w 987052"/>
                    <a:gd name="connsiteY10" fmla="*/ 2801186 h 2988527"/>
                    <a:gd name="connsiteX11" fmla="*/ 129354 w 987052"/>
                    <a:gd name="connsiteY11" fmla="*/ 2774424 h 2988527"/>
                    <a:gd name="connsiteX12" fmla="*/ 169498 w 987052"/>
                    <a:gd name="connsiteY12" fmla="*/ 2747661 h 2988527"/>
                    <a:gd name="connsiteX13" fmla="*/ 297541 w 987052"/>
                    <a:gd name="connsiteY13" fmla="*/ 2767263 h 2988527"/>
                    <a:gd name="connsiteX14" fmla="*/ 374681 w 987052"/>
                    <a:gd name="connsiteY14" fmla="*/ 2640609 h 2988527"/>
                    <a:gd name="connsiteX15" fmla="*/ 370220 w 987052"/>
                    <a:gd name="connsiteY15" fmla="*/ 2591544 h 2988527"/>
                    <a:gd name="connsiteX16" fmla="*/ 365760 w 987052"/>
                    <a:gd name="connsiteY16" fmla="*/ 2573702 h 2988527"/>
                    <a:gd name="connsiteX17" fmla="*/ 338997 w 987052"/>
                    <a:gd name="connsiteY17" fmla="*/ 2542478 h 2988527"/>
                    <a:gd name="connsiteX18" fmla="*/ 343457 w 987052"/>
                    <a:gd name="connsiteY18" fmla="*/ 2497873 h 2988527"/>
                    <a:gd name="connsiteX19" fmla="*/ 347918 w 987052"/>
                    <a:gd name="connsiteY19" fmla="*/ 2480031 h 2988527"/>
                    <a:gd name="connsiteX20" fmla="*/ 374681 w 987052"/>
                    <a:gd name="connsiteY20" fmla="*/ 2448808 h 2988527"/>
                    <a:gd name="connsiteX21" fmla="*/ 383602 w 987052"/>
                    <a:gd name="connsiteY21" fmla="*/ 2435426 h 2988527"/>
                    <a:gd name="connsiteX22" fmla="*/ 392523 w 987052"/>
                    <a:gd name="connsiteY22" fmla="*/ 2404203 h 2988527"/>
                    <a:gd name="connsiteX23" fmla="*/ 401444 w 987052"/>
                    <a:gd name="connsiteY23" fmla="*/ 2377440 h 2988527"/>
                    <a:gd name="connsiteX24" fmla="*/ 405904 w 987052"/>
                    <a:gd name="connsiteY24" fmla="*/ 2364059 h 2988527"/>
                    <a:gd name="connsiteX25" fmla="*/ 435328 w 987052"/>
                    <a:gd name="connsiteY25" fmla="*/ 2212402 h 2988527"/>
                    <a:gd name="connsiteX26" fmla="*/ 468351 w 987052"/>
                    <a:gd name="connsiteY26" fmla="*/ 2127653 h 2988527"/>
                    <a:gd name="connsiteX27" fmla="*/ 499574 w 987052"/>
                    <a:gd name="connsiteY27" fmla="*/ 1984917 h 2988527"/>
                    <a:gd name="connsiteX28" fmla="*/ 562021 w 987052"/>
                    <a:gd name="connsiteY28" fmla="*/ 1855563 h 2988527"/>
                    <a:gd name="connsiteX29" fmla="*/ 566482 w 987052"/>
                    <a:gd name="connsiteY29" fmla="*/ 1730669 h 2988527"/>
                    <a:gd name="connsiteX30" fmla="*/ 562021 w 987052"/>
                    <a:gd name="connsiteY30" fmla="*/ 1717288 h 2988527"/>
                    <a:gd name="connsiteX31" fmla="*/ 578514 w 987052"/>
                    <a:gd name="connsiteY31" fmla="*/ 1641460 h 2988527"/>
                    <a:gd name="connsiteX32" fmla="*/ 633389 w 987052"/>
                    <a:gd name="connsiteY32" fmla="*/ 1565631 h 2988527"/>
                    <a:gd name="connsiteX33" fmla="*/ 677994 w 987052"/>
                    <a:gd name="connsiteY33" fmla="*/ 1534408 h 2988527"/>
                    <a:gd name="connsiteX34" fmla="*/ 704757 w 987052"/>
                    <a:gd name="connsiteY34" fmla="*/ 1516566 h 2988527"/>
                    <a:gd name="connsiteX35" fmla="*/ 722599 w 987052"/>
                    <a:gd name="connsiteY35" fmla="*/ 1507645 h 2988527"/>
                    <a:gd name="connsiteX36" fmla="*/ 735980 w 987052"/>
                    <a:gd name="connsiteY36" fmla="*/ 1503184 h 2988527"/>
                    <a:gd name="connsiteX37" fmla="*/ 802888 w 987052"/>
                    <a:gd name="connsiteY37" fmla="*/ 1507645 h 2988527"/>
                    <a:gd name="connsiteX38" fmla="*/ 820729 w 987052"/>
                    <a:gd name="connsiteY38" fmla="*/ 1494264 h 2988527"/>
                    <a:gd name="connsiteX39" fmla="*/ 816269 w 987052"/>
                    <a:gd name="connsiteY39" fmla="*/ 1471961 h 2988527"/>
                    <a:gd name="connsiteX40" fmla="*/ 820729 w 987052"/>
                    <a:gd name="connsiteY40" fmla="*/ 1436277 h 2988527"/>
                    <a:gd name="connsiteX41" fmla="*/ 834111 w 987052"/>
                    <a:gd name="connsiteY41" fmla="*/ 1440738 h 2988527"/>
                    <a:gd name="connsiteX42" fmla="*/ 847492 w 987052"/>
                    <a:gd name="connsiteY42" fmla="*/ 1454119 h 2988527"/>
                    <a:gd name="connsiteX43" fmla="*/ 865334 w 987052"/>
                    <a:gd name="connsiteY43" fmla="*/ 1467501 h 2988527"/>
                    <a:gd name="connsiteX44" fmla="*/ 896558 w 987052"/>
                    <a:gd name="connsiteY44" fmla="*/ 1463040 h 2988527"/>
                    <a:gd name="connsiteX45" fmla="*/ 950084 w 987052"/>
                    <a:gd name="connsiteY45" fmla="*/ 1422896 h 2988527"/>
                    <a:gd name="connsiteX46" fmla="*/ 976847 w 987052"/>
                    <a:gd name="connsiteY46" fmla="*/ 1387212 h 2988527"/>
                    <a:gd name="connsiteX47" fmla="*/ 985768 w 987052"/>
                    <a:gd name="connsiteY47" fmla="*/ 1338146 h 2988527"/>
                    <a:gd name="connsiteX48" fmla="*/ 981307 w 987052"/>
                    <a:gd name="connsiteY48" fmla="*/ 1253397 h 2988527"/>
                    <a:gd name="connsiteX49" fmla="*/ 929558 w 987052"/>
                    <a:gd name="connsiteY49" fmla="*/ 1165965 h 2988527"/>
                    <a:gd name="connsiteX50" fmla="*/ 895652 w 987052"/>
                    <a:gd name="connsiteY50" fmla="*/ 1126122 h 2988527"/>
                    <a:gd name="connsiteX51" fmla="*/ 861745 w 987052"/>
                    <a:gd name="connsiteY51" fmla="*/ 1083295 h 2988527"/>
                    <a:gd name="connsiteX52" fmla="*/ 768553 w 987052"/>
                    <a:gd name="connsiteY52" fmla="*/ 981307 h 2988527"/>
                    <a:gd name="connsiteX53" fmla="*/ 721288 w 987052"/>
                    <a:gd name="connsiteY53" fmla="*/ 926021 h 2988527"/>
                    <a:gd name="connsiteX54" fmla="*/ 693175 w 987052"/>
                    <a:gd name="connsiteY54" fmla="*/ 822529 h 2988527"/>
                    <a:gd name="connsiteX55" fmla="*/ 677994 w 987052"/>
                    <a:gd name="connsiteY55" fmla="*/ 695836 h 2988527"/>
                    <a:gd name="connsiteX56" fmla="*/ 673533 w 987052"/>
                    <a:gd name="connsiteY56" fmla="*/ 624468 h 2988527"/>
                    <a:gd name="connsiteX57" fmla="*/ 660152 w 987052"/>
                    <a:gd name="connsiteY57" fmla="*/ 539719 h 2988527"/>
                    <a:gd name="connsiteX58" fmla="*/ 642310 w 987052"/>
                    <a:gd name="connsiteY58" fmla="*/ 285471 h 2988527"/>
                    <a:gd name="connsiteX59" fmla="*/ 637849 w 987052"/>
                    <a:gd name="connsiteY59" fmla="*/ 156117 h 2988527"/>
                    <a:gd name="connsiteX60" fmla="*/ 651231 w 987052"/>
                    <a:gd name="connsiteY60" fmla="*/ 138275 h 2988527"/>
                    <a:gd name="connsiteX61" fmla="*/ 673533 w 987052"/>
                    <a:gd name="connsiteY61" fmla="*/ 115973 h 2988527"/>
                    <a:gd name="connsiteX62" fmla="*/ 686915 w 987052"/>
                    <a:gd name="connsiteY62" fmla="*/ 102591 h 2988527"/>
                    <a:gd name="connsiteX63" fmla="*/ 718138 w 987052"/>
                    <a:gd name="connsiteY63" fmla="*/ 89210 h 2988527"/>
                    <a:gd name="connsiteX64" fmla="*/ 722599 w 987052"/>
                    <a:gd name="connsiteY64" fmla="*/ 75828 h 2988527"/>
                    <a:gd name="connsiteX65" fmla="*/ 628929 w 987052"/>
                    <a:gd name="connsiteY65" fmla="*/ 44605 h 2988527"/>
                    <a:gd name="connsiteX66" fmla="*/ 620008 w 987052"/>
                    <a:gd name="connsiteY66" fmla="*/ 31224 h 2988527"/>
                    <a:gd name="connsiteX67" fmla="*/ 606626 w 987052"/>
                    <a:gd name="connsiteY67" fmla="*/ 17842 h 2988527"/>
                    <a:gd name="connsiteX68" fmla="*/ 597705 w 987052"/>
                    <a:gd name="connsiteY68" fmla="*/ 0 h 2988527"/>
                    <a:gd name="connsiteX0" fmla="*/ 0 w 987052"/>
                    <a:gd name="connsiteY0" fmla="*/ 2988527 h 2988527"/>
                    <a:gd name="connsiteX1" fmla="*/ 22302 w 987052"/>
                    <a:gd name="connsiteY1" fmla="*/ 2984066 h 2988527"/>
                    <a:gd name="connsiteX2" fmla="*/ 49065 w 987052"/>
                    <a:gd name="connsiteY2" fmla="*/ 2966224 h 2988527"/>
                    <a:gd name="connsiteX3" fmla="*/ 57986 w 987052"/>
                    <a:gd name="connsiteY3" fmla="*/ 2952843 h 2988527"/>
                    <a:gd name="connsiteX4" fmla="*/ 71368 w 987052"/>
                    <a:gd name="connsiteY4" fmla="*/ 2948383 h 2988527"/>
                    <a:gd name="connsiteX5" fmla="*/ 98130 w 987052"/>
                    <a:gd name="connsiteY5" fmla="*/ 2926080 h 2988527"/>
                    <a:gd name="connsiteX6" fmla="*/ 102591 w 987052"/>
                    <a:gd name="connsiteY6" fmla="*/ 2912699 h 2988527"/>
                    <a:gd name="connsiteX7" fmla="*/ 111512 w 987052"/>
                    <a:gd name="connsiteY7" fmla="*/ 2894857 h 2988527"/>
                    <a:gd name="connsiteX8" fmla="*/ 115972 w 987052"/>
                    <a:gd name="connsiteY8" fmla="*/ 2872554 h 2988527"/>
                    <a:gd name="connsiteX9" fmla="*/ 120433 w 987052"/>
                    <a:gd name="connsiteY9" fmla="*/ 2854712 h 2988527"/>
                    <a:gd name="connsiteX10" fmla="*/ 124893 w 987052"/>
                    <a:gd name="connsiteY10" fmla="*/ 2801186 h 2988527"/>
                    <a:gd name="connsiteX11" fmla="*/ 129354 w 987052"/>
                    <a:gd name="connsiteY11" fmla="*/ 2774424 h 2988527"/>
                    <a:gd name="connsiteX12" fmla="*/ 169498 w 987052"/>
                    <a:gd name="connsiteY12" fmla="*/ 2747661 h 2988527"/>
                    <a:gd name="connsiteX13" fmla="*/ 297541 w 987052"/>
                    <a:gd name="connsiteY13" fmla="*/ 2767263 h 2988527"/>
                    <a:gd name="connsiteX14" fmla="*/ 374681 w 987052"/>
                    <a:gd name="connsiteY14" fmla="*/ 2640609 h 2988527"/>
                    <a:gd name="connsiteX15" fmla="*/ 370220 w 987052"/>
                    <a:gd name="connsiteY15" fmla="*/ 2591544 h 2988527"/>
                    <a:gd name="connsiteX16" fmla="*/ 365760 w 987052"/>
                    <a:gd name="connsiteY16" fmla="*/ 2573702 h 2988527"/>
                    <a:gd name="connsiteX17" fmla="*/ 338997 w 987052"/>
                    <a:gd name="connsiteY17" fmla="*/ 2542478 h 2988527"/>
                    <a:gd name="connsiteX18" fmla="*/ 343457 w 987052"/>
                    <a:gd name="connsiteY18" fmla="*/ 2497873 h 2988527"/>
                    <a:gd name="connsiteX19" fmla="*/ 347918 w 987052"/>
                    <a:gd name="connsiteY19" fmla="*/ 2480031 h 2988527"/>
                    <a:gd name="connsiteX20" fmla="*/ 374681 w 987052"/>
                    <a:gd name="connsiteY20" fmla="*/ 2448808 h 2988527"/>
                    <a:gd name="connsiteX21" fmla="*/ 383602 w 987052"/>
                    <a:gd name="connsiteY21" fmla="*/ 2435426 h 2988527"/>
                    <a:gd name="connsiteX22" fmla="*/ 392523 w 987052"/>
                    <a:gd name="connsiteY22" fmla="*/ 2404203 h 2988527"/>
                    <a:gd name="connsiteX23" fmla="*/ 401444 w 987052"/>
                    <a:gd name="connsiteY23" fmla="*/ 2377440 h 2988527"/>
                    <a:gd name="connsiteX24" fmla="*/ 405904 w 987052"/>
                    <a:gd name="connsiteY24" fmla="*/ 2364059 h 2988527"/>
                    <a:gd name="connsiteX25" fmla="*/ 435328 w 987052"/>
                    <a:gd name="connsiteY25" fmla="*/ 2212402 h 2988527"/>
                    <a:gd name="connsiteX26" fmla="*/ 468351 w 987052"/>
                    <a:gd name="connsiteY26" fmla="*/ 2127653 h 2988527"/>
                    <a:gd name="connsiteX27" fmla="*/ 499574 w 987052"/>
                    <a:gd name="connsiteY27" fmla="*/ 1984917 h 2988527"/>
                    <a:gd name="connsiteX28" fmla="*/ 562021 w 987052"/>
                    <a:gd name="connsiteY28" fmla="*/ 1855563 h 2988527"/>
                    <a:gd name="connsiteX29" fmla="*/ 566482 w 987052"/>
                    <a:gd name="connsiteY29" fmla="*/ 1730669 h 2988527"/>
                    <a:gd name="connsiteX30" fmla="*/ 562021 w 987052"/>
                    <a:gd name="connsiteY30" fmla="*/ 1717288 h 2988527"/>
                    <a:gd name="connsiteX31" fmla="*/ 578514 w 987052"/>
                    <a:gd name="connsiteY31" fmla="*/ 1641460 h 2988527"/>
                    <a:gd name="connsiteX32" fmla="*/ 633389 w 987052"/>
                    <a:gd name="connsiteY32" fmla="*/ 1565631 h 2988527"/>
                    <a:gd name="connsiteX33" fmla="*/ 677994 w 987052"/>
                    <a:gd name="connsiteY33" fmla="*/ 1534408 h 2988527"/>
                    <a:gd name="connsiteX34" fmla="*/ 704757 w 987052"/>
                    <a:gd name="connsiteY34" fmla="*/ 1516566 h 2988527"/>
                    <a:gd name="connsiteX35" fmla="*/ 722599 w 987052"/>
                    <a:gd name="connsiteY35" fmla="*/ 1507645 h 2988527"/>
                    <a:gd name="connsiteX36" fmla="*/ 735980 w 987052"/>
                    <a:gd name="connsiteY36" fmla="*/ 1503184 h 2988527"/>
                    <a:gd name="connsiteX37" fmla="*/ 802888 w 987052"/>
                    <a:gd name="connsiteY37" fmla="*/ 1507645 h 2988527"/>
                    <a:gd name="connsiteX38" fmla="*/ 820729 w 987052"/>
                    <a:gd name="connsiteY38" fmla="*/ 1494264 h 2988527"/>
                    <a:gd name="connsiteX39" fmla="*/ 816269 w 987052"/>
                    <a:gd name="connsiteY39" fmla="*/ 1471961 h 2988527"/>
                    <a:gd name="connsiteX40" fmla="*/ 820729 w 987052"/>
                    <a:gd name="connsiteY40" fmla="*/ 1436277 h 2988527"/>
                    <a:gd name="connsiteX41" fmla="*/ 834111 w 987052"/>
                    <a:gd name="connsiteY41" fmla="*/ 1440738 h 2988527"/>
                    <a:gd name="connsiteX42" fmla="*/ 847492 w 987052"/>
                    <a:gd name="connsiteY42" fmla="*/ 1454119 h 2988527"/>
                    <a:gd name="connsiteX43" fmla="*/ 865334 w 987052"/>
                    <a:gd name="connsiteY43" fmla="*/ 1467501 h 2988527"/>
                    <a:gd name="connsiteX44" fmla="*/ 896558 w 987052"/>
                    <a:gd name="connsiteY44" fmla="*/ 1463040 h 2988527"/>
                    <a:gd name="connsiteX45" fmla="*/ 950084 w 987052"/>
                    <a:gd name="connsiteY45" fmla="*/ 1422896 h 2988527"/>
                    <a:gd name="connsiteX46" fmla="*/ 976847 w 987052"/>
                    <a:gd name="connsiteY46" fmla="*/ 1387212 h 2988527"/>
                    <a:gd name="connsiteX47" fmla="*/ 985768 w 987052"/>
                    <a:gd name="connsiteY47" fmla="*/ 1338146 h 2988527"/>
                    <a:gd name="connsiteX48" fmla="*/ 981307 w 987052"/>
                    <a:gd name="connsiteY48" fmla="*/ 1253397 h 2988527"/>
                    <a:gd name="connsiteX49" fmla="*/ 929558 w 987052"/>
                    <a:gd name="connsiteY49" fmla="*/ 1165965 h 2988527"/>
                    <a:gd name="connsiteX50" fmla="*/ 861745 w 987052"/>
                    <a:gd name="connsiteY50" fmla="*/ 1083295 h 2988527"/>
                    <a:gd name="connsiteX51" fmla="*/ 768553 w 987052"/>
                    <a:gd name="connsiteY51" fmla="*/ 981307 h 2988527"/>
                    <a:gd name="connsiteX52" fmla="*/ 721288 w 987052"/>
                    <a:gd name="connsiteY52" fmla="*/ 926021 h 2988527"/>
                    <a:gd name="connsiteX53" fmla="*/ 693175 w 987052"/>
                    <a:gd name="connsiteY53" fmla="*/ 822529 h 2988527"/>
                    <a:gd name="connsiteX54" fmla="*/ 677994 w 987052"/>
                    <a:gd name="connsiteY54" fmla="*/ 695836 h 2988527"/>
                    <a:gd name="connsiteX55" fmla="*/ 673533 w 987052"/>
                    <a:gd name="connsiteY55" fmla="*/ 624468 h 2988527"/>
                    <a:gd name="connsiteX56" fmla="*/ 660152 w 987052"/>
                    <a:gd name="connsiteY56" fmla="*/ 539719 h 2988527"/>
                    <a:gd name="connsiteX57" fmla="*/ 642310 w 987052"/>
                    <a:gd name="connsiteY57" fmla="*/ 285471 h 2988527"/>
                    <a:gd name="connsiteX58" fmla="*/ 637849 w 987052"/>
                    <a:gd name="connsiteY58" fmla="*/ 156117 h 2988527"/>
                    <a:gd name="connsiteX59" fmla="*/ 651231 w 987052"/>
                    <a:gd name="connsiteY59" fmla="*/ 138275 h 2988527"/>
                    <a:gd name="connsiteX60" fmla="*/ 673533 w 987052"/>
                    <a:gd name="connsiteY60" fmla="*/ 115973 h 2988527"/>
                    <a:gd name="connsiteX61" fmla="*/ 686915 w 987052"/>
                    <a:gd name="connsiteY61" fmla="*/ 102591 h 2988527"/>
                    <a:gd name="connsiteX62" fmla="*/ 718138 w 987052"/>
                    <a:gd name="connsiteY62" fmla="*/ 89210 h 2988527"/>
                    <a:gd name="connsiteX63" fmla="*/ 722599 w 987052"/>
                    <a:gd name="connsiteY63" fmla="*/ 75828 h 2988527"/>
                    <a:gd name="connsiteX64" fmla="*/ 628929 w 987052"/>
                    <a:gd name="connsiteY64" fmla="*/ 44605 h 2988527"/>
                    <a:gd name="connsiteX65" fmla="*/ 620008 w 987052"/>
                    <a:gd name="connsiteY65" fmla="*/ 31224 h 2988527"/>
                    <a:gd name="connsiteX66" fmla="*/ 606626 w 987052"/>
                    <a:gd name="connsiteY66" fmla="*/ 17842 h 2988527"/>
                    <a:gd name="connsiteX67" fmla="*/ 597705 w 987052"/>
                    <a:gd name="connsiteY67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51231 w 985888"/>
                    <a:gd name="connsiteY59" fmla="*/ 138275 h 2988527"/>
                    <a:gd name="connsiteX60" fmla="*/ 673533 w 985888"/>
                    <a:gd name="connsiteY60" fmla="*/ 115973 h 2988527"/>
                    <a:gd name="connsiteX61" fmla="*/ 686915 w 985888"/>
                    <a:gd name="connsiteY61" fmla="*/ 102591 h 2988527"/>
                    <a:gd name="connsiteX62" fmla="*/ 718138 w 985888"/>
                    <a:gd name="connsiteY62" fmla="*/ 89210 h 2988527"/>
                    <a:gd name="connsiteX63" fmla="*/ 722599 w 985888"/>
                    <a:gd name="connsiteY63" fmla="*/ 75828 h 2988527"/>
                    <a:gd name="connsiteX64" fmla="*/ 628929 w 985888"/>
                    <a:gd name="connsiteY64" fmla="*/ 44605 h 2988527"/>
                    <a:gd name="connsiteX65" fmla="*/ 620008 w 985888"/>
                    <a:gd name="connsiteY65" fmla="*/ 31224 h 2988527"/>
                    <a:gd name="connsiteX66" fmla="*/ 606626 w 985888"/>
                    <a:gd name="connsiteY66" fmla="*/ 17842 h 2988527"/>
                    <a:gd name="connsiteX67" fmla="*/ 597705 w 985888"/>
                    <a:gd name="connsiteY67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73533 w 985888"/>
                    <a:gd name="connsiteY59" fmla="*/ 115973 h 2988527"/>
                    <a:gd name="connsiteX60" fmla="*/ 686915 w 985888"/>
                    <a:gd name="connsiteY60" fmla="*/ 102591 h 2988527"/>
                    <a:gd name="connsiteX61" fmla="*/ 718138 w 985888"/>
                    <a:gd name="connsiteY61" fmla="*/ 89210 h 2988527"/>
                    <a:gd name="connsiteX62" fmla="*/ 722599 w 985888"/>
                    <a:gd name="connsiteY62" fmla="*/ 75828 h 2988527"/>
                    <a:gd name="connsiteX63" fmla="*/ 628929 w 985888"/>
                    <a:gd name="connsiteY63" fmla="*/ 44605 h 2988527"/>
                    <a:gd name="connsiteX64" fmla="*/ 620008 w 985888"/>
                    <a:gd name="connsiteY64" fmla="*/ 31224 h 2988527"/>
                    <a:gd name="connsiteX65" fmla="*/ 606626 w 985888"/>
                    <a:gd name="connsiteY65" fmla="*/ 17842 h 2988527"/>
                    <a:gd name="connsiteX66" fmla="*/ 597705 w 985888"/>
                    <a:gd name="connsiteY66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56864 w 985888"/>
                    <a:gd name="connsiteY59" fmla="*/ 113591 h 2988527"/>
                    <a:gd name="connsiteX60" fmla="*/ 686915 w 985888"/>
                    <a:gd name="connsiteY60" fmla="*/ 102591 h 2988527"/>
                    <a:gd name="connsiteX61" fmla="*/ 718138 w 985888"/>
                    <a:gd name="connsiteY61" fmla="*/ 89210 h 2988527"/>
                    <a:gd name="connsiteX62" fmla="*/ 722599 w 985888"/>
                    <a:gd name="connsiteY62" fmla="*/ 75828 h 2988527"/>
                    <a:gd name="connsiteX63" fmla="*/ 628929 w 985888"/>
                    <a:gd name="connsiteY63" fmla="*/ 44605 h 2988527"/>
                    <a:gd name="connsiteX64" fmla="*/ 620008 w 985888"/>
                    <a:gd name="connsiteY64" fmla="*/ 31224 h 2988527"/>
                    <a:gd name="connsiteX65" fmla="*/ 606626 w 985888"/>
                    <a:gd name="connsiteY65" fmla="*/ 17842 h 2988527"/>
                    <a:gd name="connsiteX66" fmla="*/ 597705 w 985888"/>
                    <a:gd name="connsiteY66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56864 w 985888"/>
                    <a:gd name="connsiteY59" fmla="*/ 113591 h 2988527"/>
                    <a:gd name="connsiteX60" fmla="*/ 718138 w 985888"/>
                    <a:gd name="connsiteY60" fmla="*/ 89210 h 2988527"/>
                    <a:gd name="connsiteX61" fmla="*/ 722599 w 985888"/>
                    <a:gd name="connsiteY61" fmla="*/ 75828 h 2988527"/>
                    <a:gd name="connsiteX62" fmla="*/ 628929 w 985888"/>
                    <a:gd name="connsiteY62" fmla="*/ 44605 h 2988527"/>
                    <a:gd name="connsiteX63" fmla="*/ 620008 w 985888"/>
                    <a:gd name="connsiteY63" fmla="*/ 31224 h 2988527"/>
                    <a:gd name="connsiteX64" fmla="*/ 606626 w 985888"/>
                    <a:gd name="connsiteY64" fmla="*/ 17842 h 2988527"/>
                    <a:gd name="connsiteX65" fmla="*/ 597705 w 985888"/>
                    <a:gd name="connsiteY65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49720 w 985888"/>
                    <a:gd name="connsiteY59" fmla="*/ 108828 h 2988527"/>
                    <a:gd name="connsiteX60" fmla="*/ 718138 w 985888"/>
                    <a:gd name="connsiteY60" fmla="*/ 89210 h 2988527"/>
                    <a:gd name="connsiteX61" fmla="*/ 722599 w 985888"/>
                    <a:gd name="connsiteY61" fmla="*/ 75828 h 2988527"/>
                    <a:gd name="connsiteX62" fmla="*/ 628929 w 985888"/>
                    <a:gd name="connsiteY62" fmla="*/ 44605 h 2988527"/>
                    <a:gd name="connsiteX63" fmla="*/ 620008 w 985888"/>
                    <a:gd name="connsiteY63" fmla="*/ 31224 h 2988527"/>
                    <a:gd name="connsiteX64" fmla="*/ 606626 w 985888"/>
                    <a:gd name="connsiteY64" fmla="*/ 17842 h 2988527"/>
                    <a:gd name="connsiteX65" fmla="*/ 597705 w 985888"/>
                    <a:gd name="connsiteY65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49720 w 985888"/>
                    <a:gd name="connsiteY59" fmla="*/ 108828 h 2988527"/>
                    <a:gd name="connsiteX60" fmla="*/ 722599 w 985888"/>
                    <a:gd name="connsiteY60" fmla="*/ 75828 h 2988527"/>
                    <a:gd name="connsiteX61" fmla="*/ 628929 w 985888"/>
                    <a:gd name="connsiteY61" fmla="*/ 44605 h 2988527"/>
                    <a:gd name="connsiteX62" fmla="*/ 620008 w 985888"/>
                    <a:gd name="connsiteY62" fmla="*/ 31224 h 2988527"/>
                    <a:gd name="connsiteX63" fmla="*/ 606626 w 985888"/>
                    <a:gd name="connsiteY63" fmla="*/ 17842 h 2988527"/>
                    <a:gd name="connsiteX64" fmla="*/ 597705 w 985888"/>
                    <a:gd name="connsiteY64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49720 w 985888"/>
                    <a:gd name="connsiteY59" fmla="*/ 108828 h 2988527"/>
                    <a:gd name="connsiteX60" fmla="*/ 722599 w 985888"/>
                    <a:gd name="connsiteY60" fmla="*/ 75828 h 2988527"/>
                    <a:gd name="connsiteX61" fmla="*/ 628929 w 985888"/>
                    <a:gd name="connsiteY61" fmla="*/ 44605 h 2988527"/>
                    <a:gd name="connsiteX62" fmla="*/ 641439 w 985888"/>
                    <a:gd name="connsiteY62" fmla="*/ 31224 h 2988527"/>
                    <a:gd name="connsiteX63" fmla="*/ 606626 w 985888"/>
                    <a:gd name="connsiteY63" fmla="*/ 17842 h 2988527"/>
                    <a:gd name="connsiteX64" fmla="*/ 597705 w 985888"/>
                    <a:gd name="connsiteY64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49720 w 985888"/>
                    <a:gd name="connsiteY59" fmla="*/ 108828 h 2988527"/>
                    <a:gd name="connsiteX60" fmla="*/ 722599 w 985888"/>
                    <a:gd name="connsiteY60" fmla="*/ 75828 h 2988527"/>
                    <a:gd name="connsiteX61" fmla="*/ 628929 w 985888"/>
                    <a:gd name="connsiteY61" fmla="*/ 44605 h 2988527"/>
                    <a:gd name="connsiteX62" fmla="*/ 606626 w 985888"/>
                    <a:gd name="connsiteY62" fmla="*/ 17842 h 2988527"/>
                    <a:gd name="connsiteX63" fmla="*/ 597705 w 985888"/>
                    <a:gd name="connsiteY63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49720 w 985888"/>
                    <a:gd name="connsiteY59" fmla="*/ 108828 h 2988527"/>
                    <a:gd name="connsiteX60" fmla="*/ 722599 w 985888"/>
                    <a:gd name="connsiteY60" fmla="*/ 75828 h 2988527"/>
                    <a:gd name="connsiteX61" fmla="*/ 652741 w 985888"/>
                    <a:gd name="connsiteY61" fmla="*/ 39843 h 2988527"/>
                    <a:gd name="connsiteX62" fmla="*/ 606626 w 985888"/>
                    <a:gd name="connsiteY62" fmla="*/ 17842 h 2988527"/>
                    <a:gd name="connsiteX63" fmla="*/ 597705 w 985888"/>
                    <a:gd name="connsiteY63" fmla="*/ 0 h 2988527"/>
                    <a:gd name="connsiteX0" fmla="*/ 0 w 985888"/>
                    <a:gd name="connsiteY0" fmla="*/ 2988527 h 2988527"/>
                    <a:gd name="connsiteX1" fmla="*/ 22302 w 985888"/>
                    <a:gd name="connsiteY1" fmla="*/ 2984066 h 2988527"/>
                    <a:gd name="connsiteX2" fmla="*/ 49065 w 985888"/>
                    <a:gd name="connsiteY2" fmla="*/ 2966224 h 2988527"/>
                    <a:gd name="connsiteX3" fmla="*/ 57986 w 985888"/>
                    <a:gd name="connsiteY3" fmla="*/ 2952843 h 2988527"/>
                    <a:gd name="connsiteX4" fmla="*/ 71368 w 985888"/>
                    <a:gd name="connsiteY4" fmla="*/ 2948383 h 2988527"/>
                    <a:gd name="connsiteX5" fmla="*/ 98130 w 985888"/>
                    <a:gd name="connsiteY5" fmla="*/ 2926080 h 2988527"/>
                    <a:gd name="connsiteX6" fmla="*/ 102591 w 985888"/>
                    <a:gd name="connsiteY6" fmla="*/ 2912699 h 2988527"/>
                    <a:gd name="connsiteX7" fmla="*/ 111512 w 985888"/>
                    <a:gd name="connsiteY7" fmla="*/ 2894857 h 2988527"/>
                    <a:gd name="connsiteX8" fmla="*/ 115972 w 985888"/>
                    <a:gd name="connsiteY8" fmla="*/ 2872554 h 2988527"/>
                    <a:gd name="connsiteX9" fmla="*/ 120433 w 985888"/>
                    <a:gd name="connsiteY9" fmla="*/ 2854712 h 2988527"/>
                    <a:gd name="connsiteX10" fmla="*/ 124893 w 985888"/>
                    <a:gd name="connsiteY10" fmla="*/ 2801186 h 2988527"/>
                    <a:gd name="connsiteX11" fmla="*/ 129354 w 985888"/>
                    <a:gd name="connsiteY11" fmla="*/ 2774424 h 2988527"/>
                    <a:gd name="connsiteX12" fmla="*/ 169498 w 985888"/>
                    <a:gd name="connsiteY12" fmla="*/ 2747661 h 2988527"/>
                    <a:gd name="connsiteX13" fmla="*/ 297541 w 985888"/>
                    <a:gd name="connsiteY13" fmla="*/ 2767263 h 2988527"/>
                    <a:gd name="connsiteX14" fmla="*/ 374681 w 985888"/>
                    <a:gd name="connsiteY14" fmla="*/ 2640609 h 2988527"/>
                    <a:gd name="connsiteX15" fmla="*/ 370220 w 985888"/>
                    <a:gd name="connsiteY15" fmla="*/ 2591544 h 2988527"/>
                    <a:gd name="connsiteX16" fmla="*/ 365760 w 985888"/>
                    <a:gd name="connsiteY16" fmla="*/ 2573702 h 2988527"/>
                    <a:gd name="connsiteX17" fmla="*/ 338997 w 985888"/>
                    <a:gd name="connsiteY17" fmla="*/ 2542478 h 2988527"/>
                    <a:gd name="connsiteX18" fmla="*/ 343457 w 985888"/>
                    <a:gd name="connsiteY18" fmla="*/ 2497873 h 2988527"/>
                    <a:gd name="connsiteX19" fmla="*/ 347918 w 985888"/>
                    <a:gd name="connsiteY19" fmla="*/ 2480031 h 2988527"/>
                    <a:gd name="connsiteX20" fmla="*/ 374681 w 985888"/>
                    <a:gd name="connsiteY20" fmla="*/ 2448808 h 2988527"/>
                    <a:gd name="connsiteX21" fmla="*/ 383602 w 985888"/>
                    <a:gd name="connsiteY21" fmla="*/ 2435426 h 2988527"/>
                    <a:gd name="connsiteX22" fmla="*/ 392523 w 985888"/>
                    <a:gd name="connsiteY22" fmla="*/ 2404203 h 2988527"/>
                    <a:gd name="connsiteX23" fmla="*/ 401444 w 985888"/>
                    <a:gd name="connsiteY23" fmla="*/ 2377440 h 2988527"/>
                    <a:gd name="connsiteX24" fmla="*/ 405904 w 985888"/>
                    <a:gd name="connsiteY24" fmla="*/ 2364059 h 2988527"/>
                    <a:gd name="connsiteX25" fmla="*/ 435328 w 985888"/>
                    <a:gd name="connsiteY25" fmla="*/ 2212402 h 2988527"/>
                    <a:gd name="connsiteX26" fmla="*/ 468351 w 985888"/>
                    <a:gd name="connsiteY26" fmla="*/ 2127653 h 2988527"/>
                    <a:gd name="connsiteX27" fmla="*/ 499574 w 985888"/>
                    <a:gd name="connsiteY27" fmla="*/ 1984917 h 2988527"/>
                    <a:gd name="connsiteX28" fmla="*/ 562021 w 985888"/>
                    <a:gd name="connsiteY28" fmla="*/ 1855563 h 2988527"/>
                    <a:gd name="connsiteX29" fmla="*/ 566482 w 985888"/>
                    <a:gd name="connsiteY29" fmla="*/ 1730669 h 2988527"/>
                    <a:gd name="connsiteX30" fmla="*/ 562021 w 985888"/>
                    <a:gd name="connsiteY30" fmla="*/ 1717288 h 2988527"/>
                    <a:gd name="connsiteX31" fmla="*/ 578514 w 985888"/>
                    <a:gd name="connsiteY31" fmla="*/ 1641460 h 2988527"/>
                    <a:gd name="connsiteX32" fmla="*/ 633389 w 985888"/>
                    <a:gd name="connsiteY32" fmla="*/ 1565631 h 2988527"/>
                    <a:gd name="connsiteX33" fmla="*/ 677994 w 985888"/>
                    <a:gd name="connsiteY33" fmla="*/ 1534408 h 2988527"/>
                    <a:gd name="connsiteX34" fmla="*/ 704757 w 985888"/>
                    <a:gd name="connsiteY34" fmla="*/ 1516566 h 2988527"/>
                    <a:gd name="connsiteX35" fmla="*/ 722599 w 985888"/>
                    <a:gd name="connsiteY35" fmla="*/ 1507645 h 2988527"/>
                    <a:gd name="connsiteX36" fmla="*/ 735980 w 985888"/>
                    <a:gd name="connsiteY36" fmla="*/ 1503184 h 2988527"/>
                    <a:gd name="connsiteX37" fmla="*/ 802888 w 985888"/>
                    <a:gd name="connsiteY37" fmla="*/ 1507645 h 2988527"/>
                    <a:gd name="connsiteX38" fmla="*/ 820729 w 985888"/>
                    <a:gd name="connsiteY38" fmla="*/ 1494264 h 2988527"/>
                    <a:gd name="connsiteX39" fmla="*/ 816269 w 985888"/>
                    <a:gd name="connsiteY39" fmla="*/ 1471961 h 2988527"/>
                    <a:gd name="connsiteX40" fmla="*/ 820729 w 985888"/>
                    <a:gd name="connsiteY40" fmla="*/ 1436277 h 2988527"/>
                    <a:gd name="connsiteX41" fmla="*/ 834111 w 985888"/>
                    <a:gd name="connsiteY41" fmla="*/ 1440738 h 2988527"/>
                    <a:gd name="connsiteX42" fmla="*/ 847492 w 985888"/>
                    <a:gd name="connsiteY42" fmla="*/ 1454119 h 2988527"/>
                    <a:gd name="connsiteX43" fmla="*/ 865334 w 985888"/>
                    <a:gd name="connsiteY43" fmla="*/ 1467501 h 2988527"/>
                    <a:gd name="connsiteX44" fmla="*/ 896558 w 985888"/>
                    <a:gd name="connsiteY44" fmla="*/ 1463040 h 2988527"/>
                    <a:gd name="connsiteX45" fmla="*/ 950084 w 985888"/>
                    <a:gd name="connsiteY45" fmla="*/ 1422896 h 2988527"/>
                    <a:gd name="connsiteX46" fmla="*/ 976847 w 985888"/>
                    <a:gd name="connsiteY46" fmla="*/ 1387212 h 2988527"/>
                    <a:gd name="connsiteX47" fmla="*/ 985768 w 985888"/>
                    <a:gd name="connsiteY47" fmla="*/ 1338146 h 2988527"/>
                    <a:gd name="connsiteX48" fmla="*/ 969401 w 985888"/>
                    <a:gd name="connsiteY48" fmla="*/ 1258159 h 2988527"/>
                    <a:gd name="connsiteX49" fmla="*/ 929558 w 985888"/>
                    <a:gd name="connsiteY49" fmla="*/ 1165965 h 2988527"/>
                    <a:gd name="connsiteX50" fmla="*/ 861745 w 985888"/>
                    <a:gd name="connsiteY50" fmla="*/ 1083295 h 2988527"/>
                    <a:gd name="connsiteX51" fmla="*/ 768553 w 985888"/>
                    <a:gd name="connsiteY51" fmla="*/ 981307 h 2988527"/>
                    <a:gd name="connsiteX52" fmla="*/ 721288 w 985888"/>
                    <a:gd name="connsiteY52" fmla="*/ 926021 h 2988527"/>
                    <a:gd name="connsiteX53" fmla="*/ 693175 w 985888"/>
                    <a:gd name="connsiteY53" fmla="*/ 822529 h 2988527"/>
                    <a:gd name="connsiteX54" fmla="*/ 677994 w 985888"/>
                    <a:gd name="connsiteY54" fmla="*/ 695836 h 2988527"/>
                    <a:gd name="connsiteX55" fmla="*/ 673533 w 985888"/>
                    <a:gd name="connsiteY55" fmla="*/ 624468 h 2988527"/>
                    <a:gd name="connsiteX56" fmla="*/ 660152 w 985888"/>
                    <a:gd name="connsiteY56" fmla="*/ 539719 h 2988527"/>
                    <a:gd name="connsiteX57" fmla="*/ 642310 w 985888"/>
                    <a:gd name="connsiteY57" fmla="*/ 285471 h 2988527"/>
                    <a:gd name="connsiteX58" fmla="*/ 637849 w 985888"/>
                    <a:gd name="connsiteY58" fmla="*/ 156117 h 2988527"/>
                    <a:gd name="connsiteX59" fmla="*/ 649720 w 985888"/>
                    <a:gd name="connsiteY59" fmla="*/ 108828 h 2988527"/>
                    <a:gd name="connsiteX60" fmla="*/ 722599 w 985888"/>
                    <a:gd name="connsiteY60" fmla="*/ 75828 h 2988527"/>
                    <a:gd name="connsiteX61" fmla="*/ 652741 w 985888"/>
                    <a:gd name="connsiteY61" fmla="*/ 39843 h 2988527"/>
                    <a:gd name="connsiteX62" fmla="*/ 623295 w 985888"/>
                    <a:gd name="connsiteY62" fmla="*/ 15461 h 2988527"/>
                    <a:gd name="connsiteX63" fmla="*/ 597705 w 985888"/>
                    <a:gd name="connsiteY63" fmla="*/ 0 h 2988527"/>
                    <a:gd name="connsiteX0" fmla="*/ 0 w 985888"/>
                    <a:gd name="connsiteY0" fmla="*/ 2973066 h 2973066"/>
                    <a:gd name="connsiteX1" fmla="*/ 22302 w 985888"/>
                    <a:gd name="connsiteY1" fmla="*/ 2968605 h 2973066"/>
                    <a:gd name="connsiteX2" fmla="*/ 49065 w 985888"/>
                    <a:gd name="connsiteY2" fmla="*/ 2950763 h 2973066"/>
                    <a:gd name="connsiteX3" fmla="*/ 57986 w 985888"/>
                    <a:gd name="connsiteY3" fmla="*/ 2937382 h 2973066"/>
                    <a:gd name="connsiteX4" fmla="*/ 71368 w 985888"/>
                    <a:gd name="connsiteY4" fmla="*/ 2932922 h 2973066"/>
                    <a:gd name="connsiteX5" fmla="*/ 98130 w 985888"/>
                    <a:gd name="connsiteY5" fmla="*/ 2910619 h 2973066"/>
                    <a:gd name="connsiteX6" fmla="*/ 102591 w 985888"/>
                    <a:gd name="connsiteY6" fmla="*/ 2897238 h 2973066"/>
                    <a:gd name="connsiteX7" fmla="*/ 111512 w 985888"/>
                    <a:gd name="connsiteY7" fmla="*/ 2879396 h 2973066"/>
                    <a:gd name="connsiteX8" fmla="*/ 115972 w 985888"/>
                    <a:gd name="connsiteY8" fmla="*/ 2857093 h 2973066"/>
                    <a:gd name="connsiteX9" fmla="*/ 120433 w 985888"/>
                    <a:gd name="connsiteY9" fmla="*/ 2839251 h 2973066"/>
                    <a:gd name="connsiteX10" fmla="*/ 124893 w 985888"/>
                    <a:gd name="connsiteY10" fmla="*/ 2785725 h 2973066"/>
                    <a:gd name="connsiteX11" fmla="*/ 129354 w 985888"/>
                    <a:gd name="connsiteY11" fmla="*/ 2758963 h 2973066"/>
                    <a:gd name="connsiteX12" fmla="*/ 169498 w 985888"/>
                    <a:gd name="connsiteY12" fmla="*/ 2732200 h 2973066"/>
                    <a:gd name="connsiteX13" fmla="*/ 297541 w 985888"/>
                    <a:gd name="connsiteY13" fmla="*/ 2751802 h 2973066"/>
                    <a:gd name="connsiteX14" fmla="*/ 374681 w 985888"/>
                    <a:gd name="connsiteY14" fmla="*/ 2625148 h 2973066"/>
                    <a:gd name="connsiteX15" fmla="*/ 370220 w 985888"/>
                    <a:gd name="connsiteY15" fmla="*/ 2576083 h 2973066"/>
                    <a:gd name="connsiteX16" fmla="*/ 365760 w 985888"/>
                    <a:gd name="connsiteY16" fmla="*/ 2558241 h 2973066"/>
                    <a:gd name="connsiteX17" fmla="*/ 338997 w 985888"/>
                    <a:gd name="connsiteY17" fmla="*/ 2527017 h 2973066"/>
                    <a:gd name="connsiteX18" fmla="*/ 343457 w 985888"/>
                    <a:gd name="connsiteY18" fmla="*/ 2482412 h 2973066"/>
                    <a:gd name="connsiteX19" fmla="*/ 347918 w 985888"/>
                    <a:gd name="connsiteY19" fmla="*/ 2464570 h 2973066"/>
                    <a:gd name="connsiteX20" fmla="*/ 374681 w 985888"/>
                    <a:gd name="connsiteY20" fmla="*/ 2433347 h 2973066"/>
                    <a:gd name="connsiteX21" fmla="*/ 383602 w 985888"/>
                    <a:gd name="connsiteY21" fmla="*/ 2419965 h 2973066"/>
                    <a:gd name="connsiteX22" fmla="*/ 392523 w 985888"/>
                    <a:gd name="connsiteY22" fmla="*/ 2388742 h 2973066"/>
                    <a:gd name="connsiteX23" fmla="*/ 401444 w 985888"/>
                    <a:gd name="connsiteY23" fmla="*/ 2361979 h 2973066"/>
                    <a:gd name="connsiteX24" fmla="*/ 405904 w 985888"/>
                    <a:gd name="connsiteY24" fmla="*/ 2348598 h 2973066"/>
                    <a:gd name="connsiteX25" fmla="*/ 435328 w 985888"/>
                    <a:gd name="connsiteY25" fmla="*/ 2196941 h 2973066"/>
                    <a:gd name="connsiteX26" fmla="*/ 468351 w 985888"/>
                    <a:gd name="connsiteY26" fmla="*/ 2112192 h 2973066"/>
                    <a:gd name="connsiteX27" fmla="*/ 499574 w 985888"/>
                    <a:gd name="connsiteY27" fmla="*/ 1969456 h 2973066"/>
                    <a:gd name="connsiteX28" fmla="*/ 562021 w 985888"/>
                    <a:gd name="connsiteY28" fmla="*/ 1840102 h 2973066"/>
                    <a:gd name="connsiteX29" fmla="*/ 566482 w 985888"/>
                    <a:gd name="connsiteY29" fmla="*/ 1715208 h 2973066"/>
                    <a:gd name="connsiteX30" fmla="*/ 562021 w 985888"/>
                    <a:gd name="connsiteY30" fmla="*/ 1701827 h 2973066"/>
                    <a:gd name="connsiteX31" fmla="*/ 578514 w 985888"/>
                    <a:gd name="connsiteY31" fmla="*/ 1625999 h 2973066"/>
                    <a:gd name="connsiteX32" fmla="*/ 633389 w 985888"/>
                    <a:gd name="connsiteY32" fmla="*/ 1550170 h 2973066"/>
                    <a:gd name="connsiteX33" fmla="*/ 677994 w 985888"/>
                    <a:gd name="connsiteY33" fmla="*/ 1518947 h 2973066"/>
                    <a:gd name="connsiteX34" fmla="*/ 704757 w 985888"/>
                    <a:gd name="connsiteY34" fmla="*/ 1501105 h 2973066"/>
                    <a:gd name="connsiteX35" fmla="*/ 722599 w 985888"/>
                    <a:gd name="connsiteY35" fmla="*/ 1492184 h 2973066"/>
                    <a:gd name="connsiteX36" fmla="*/ 735980 w 985888"/>
                    <a:gd name="connsiteY36" fmla="*/ 1487723 h 2973066"/>
                    <a:gd name="connsiteX37" fmla="*/ 802888 w 985888"/>
                    <a:gd name="connsiteY37" fmla="*/ 1492184 h 2973066"/>
                    <a:gd name="connsiteX38" fmla="*/ 820729 w 985888"/>
                    <a:gd name="connsiteY38" fmla="*/ 1478803 h 2973066"/>
                    <a:gd name="connsiteX39" fmla="*/ 816269 w 985888"/>
                    <a:gd name="connsiteY39" fmla="*/ 1456500 h 2973066"/>
                    <a:gd name="connsiteX40" fmla="*/ 820729 w 985888"/>
                    <a:gd name="connsiteY40" fmla="*/ 1420816 h 2973066"/>
                    <a:gd name="connsiteX41" fmla="*/ 834111 w 985888"/>
                    <a:gd name="connsiteY41" fmla="*/ 1425277 h 2973066"/>
                    <a:gd name="connsiteX42" fmla="*/ 847492 w 985888"/>
                    <a:gd name="connsiteY42" fmla="*/ 1438658 h 2973066"/>
                    <a:gd name="connsiteX43" fmla="*/ 865334 w 985888"/>
                    <a:gd name="connsiteY43" fmla="*/ 1452040 h 2973066"/>
                    <a:gd name="connsiteX44" fmla="*/ 896558 w 985888"/>
                    <a:gd name="connsiteY44" fmla="*/ 1447579 h 2973066"/>
                    <a:gd name="connsiteX45" fmla="*/ 950084 w 985888"/>
                    <a:gd name="connsiteY45" fmla="*/ 1407435 h 2973066"/>
                    <a:gd name="connsiteX46" fmla="*/ 976847 w 985888"/>
                    <a:gd name="connsiteY46" fmla="*/ 1371751 h 2973066"/>
                    <a:gd name="connsiteX47" fmla="*/ 985768 w 985888"/>
                    <a:gd name="connsiteY47" fmla="*/ 1322685 h 2973066"/>
                    <a:gd name="connsiteX48" fmla="*/ 969401 w 985888"/>
                    <a:gd name="connsiteY48" fmla="*/ 1242698 h 2973066"/>
                    <a:gd name="connsiteX49" fmla="*/ 929558 w 985888"/>
                    <a:gd name="connsiteY49" fmla="*/ 1150504 h 2973066"/>
                    <a:gd name="connsiteX50" fmla="*/ 861745 w 985888"/>
                    <a:gd name="connsiteY50" fmla="*/ 1067834 h 2973066"/>
                    <a:gd name="connsiteX51" fmla="*/ 768553 w 985888"/>
                    <a:gd name="connsiteY51" fmla="*/ 965846 h 2973066"/>
                    <a:gd name="connsiteX52" fmla="*/ 721288 w 985888"/>
                    <a:gd name="connsiteY52" fmla="*/ 910560 h 2973066"/>
                    <a:gd name="connsiteX53" fmla="*/ 693175 w 985888"/>
                    <a:gd name="connsiteY53" fmla="*/ 807068 h 2973066"/>
                    <a:gd name="connsiteX54" fmla="*/ 677994 w 985888"/>
                    <a:gd name="connsiteY54" fmla="*/ 680375 h 2973066"/>
                    <a:gd name="connsiteX55" fmla="*/ 673533 w 985888"/>
                    <a:gd name="connsiteY55" fmla="*/ 609007 h 2973066"/>
                    <a:gd name="connsiteX56" fmla="*/ 660152 w 985888"/>
                    <a:gd name="connsiteY56" fmla="*/ 524258 h 2973066"/>
                    <a:gd name="connsiteX57" fmla="*/ 642310 w 985888"/>
                    <a:gd name="connsiteY57" fmla="*/ 270010 h 2973066"/>
                    <a:gd name="connsiteX58" fmla="*/ 637849 w 985888"/>
                    <a:gd name="connsiteY58" fmla="*/ 140656 h 2973066"/>
                    <a:gd name="connsiteX59" fmla="*/ 649720 w 985888"/>
                    <a:gd name="connsiteY59" fmla="*/ 93367 h 2973066"/>
                    <a:gd name="connsiteX60" fmla="*/ 722599 w 985888"/>
                    <a:gd name="connsiteY60" fmla="*/ 60367 h 2973066"/>
                    <a:gd name="connsiteX61" fmla="*/ 652741 w 985888"/>
                    <a:gd name="connsiteY61" fmla="*/ 24382 h 2973066"/>
                    <a:gd name="connsiteX62" fmla="*/ 623295 w 985888"/>
                    <a:gd name="connsiteY62" fmla="*/ 0 h 2973066"/>
                    <a:gd name="connsiteX0" fmla="*/ 0 w 985888"/>
                    <a:gd name="connsiteY0" fmla="*/ 2987354 h 2987354"/>
                    <a:gd name="connsiteX1" fmla="*/ 22302 w 985888"/>
                    <a:gd name="connsiteY1" fmla="*/ 2982893 h 2987354"/>
                    <a:gd name="connsiteX2" fmla="*/ 49065 w 985888"/>
                    <a:gd name="connsiteY2" fmla="*/ 2965051 h 2987354"/>
                    <a:gd name="connsiteX3" fmla="*/ 57986 w 985888"/>
                    <a:gd name="connsiteY3" fmla="*/ 2951670 h 2987354"/>
                    <a:gd name="connsiteX4" fmla="*/ 71368 w 985888"/>
                    <a:gd name="connsiteY4" fmla="*/ 2947210 h 2987354"/>
                    <a:gd name="connsiteX5" fmla="*/ 98130 w 985888"/>
                    <a:gd name="connsiteY5" fmla="*/ 2924907 h 2987354"/>
                    <a:gd name="connsiteX6" fmla="*/ 102591 w 985888"/>
                    <a:gd name="connsiteY6" fmla="*/ 2911526 h 2987354"/>
                    <a:gd name="connsiteX7" fmla="*/ 111512 w 985888"/>
                    <a:gd name="connsiteY7" fmla="*/ 2893684 h 2987354"/>
                    <a:gd name="connsiteX8" fmla="*/ 115972 w 985888"/>
                    <a:gd name="connsiteY8" fmla="*/ 2871381 h 2987354"/>
                    <a:gd name="connsiteX9" fmla="*/ 120433 w 985888"/>
                    <a:gd name="connsiteY9" fmla="*/ 2853539 h 2987354"/>
                    <a:gd name="connsiteX10" fmla="*/ 124893 w 985888"/>
                    <a:gd name="connsiteY10" fmla="*/ 2800013 h 2987354"/>
                    <a:gd name="connsiteX11" fmla="*/ 129354 w 985888"/>
                    <a:gd name="connsiteY11" fmla="*/ 2773251 h 2987354"/>
                    <a:gd name="connsiteX12" fmla="*/ 169498 w 985888"/>
                    <a:gd name="connsiteY12" fmla="*/ 2746488 h 2987354"/>
                    <a:gd name="connsiteX13" fmla="*/ 297541 w 985888"/>
                    <a:gd name="connsiteY13" fmla="*/ 2766090 h 2987354"/>
                    <a:gd name="connsiteX14" fmla="*/ 374681 w 985888"/>
                    <a:gd name="connsiteY14" fmla="*/ 2639436 h 2987354"/>
                    <a:gd name="connsiteX15" fmla="*/ 370220 w 985888"/>
                    <a:gd name="connsiteY15" fmla="*/ 2590371 h 2987354"/>
                    <a:gd name="connsiteX16" fmla="*/ 365760 w 985888"/>
                    <a:gd name="connsiteY16" fmla="*/ 2572529 h 2987354"/>
                    <a:gd name="connsiteX17" fmla="*/ 338997 w 985888"/>
                    <a:gd name="connsiteY17" fmla="*/ 2541305 h 2987354"/>
                    <a:gd name="connsiteX18" fmla="*/ 343457 w 985888"/>
                    <a:gd name="connsiteY18" fmla="*/ 2496700 h 2987354"/>
                    <a:gd name="connsiteX19" fmla="*/ 347918 w 985888"/>
                    <a:gd name="connsiteY19" fmla="*/ 2478858 h 2987354"/>
                    <a:gd name="connsiteX20" fmla="*/ 374681 w 985888"/>
                    <a:gd name="connsiteY20" fmla="*/ 2447635 h 2987354"/>
                    <a:gd name="connsiteX21" fmla="*/ 383602 w 985888"/>
                    <a:gd name="connsiteY21" fmla="*/ 2434253 h 2987354"/>
                    <a:gd name="connsiteX22" fmla="*/ 392523 w 985888"/>
                    <a:gd name="connsiteY22" fmla="*/ 2403030 h 2987354"/>
                    <a:gd name="connsiteX23" fmla="*/ 401444 w 985888"/>
                    <a:gd name="connsiteY23" fmla="*/ 2376267 h 2987354"/>
                    <a:gd name="connsiteX24" fmla="*/ 405904 w 985888"/>
                    <a:gd name="connsiteY24" fmla="*/ 2362886 h 2987354"/>
                    <a:gd name="connsiteX25" fmla="*/ 435328 w 985888"/>
                    <a:gd name="connsiteY25" fmla="*/ 2211229 h 2987354"/>
                    <a:gd name="connsiteX26" fmla="*/ 468351 w 985888"/>
                    <a:gd name="connsiteY26" fmla="*/ 2126480 h 2987354"/>
                    <a:gd name="connsiteX27" fmla="*/ 499574 w 985888"/>
                    <a:gd name="connsiteY27" fmla="*/ 1983744 h 2987354"/>
                    <a:gd name="connsiteX28" fmla="*/ 562021 w 985888"/>
                    <a:gd name="connsiteY28" fmla="*/ 1854390 h 2987354"/>
                    <a:gd name="connsiteX29" fmla="*/ 566482 w 985888"/>
                    <a:gd name="connsiteY29" fmla="*/ 1729496 h 2987354"/>
                    <a:gd name="connsiteX30" fmla="*/ 562021 w 985888"/>
                    <a:gd name="connsiteY30" fmla="*/ 1716115 h 2987354"/>
                    <a:gd name="connsiteX31" fmla="*/ 578514 w 985888"/>
                    <a:gd name="connsiteY31" fmla="*/ 1640287 h 2987354"/>
                    <a:gd name="connsiteX32" fmla="*/ 633389 w 985888"/>
                    <a:gd name="connsiteY32" fmla="*/ 1564458 h 2987354"/>
                    <a:gd name="connsiteX33" fmla="*/ 677994 w 985888"/>
                    <a:gd name="connsiteY33" fmla="*/ 1533235 h 2987354"/>
                    <a:gd name="connsiteX34" fmla="*/ 704757 w 985888"/>
                    <a:gd name="connsiteY34" fmla="*/ 1515393 h 2987354"/>
                    <a:gd name="connsiteX35" fmla="*/ 722599 w 985888"/>
                    <a:gd name="connsiteY35" fmla="*/ 1506472 h 2987354"/>
                    <a:gd name="connsiteX36" fmla="*/ 735980 w 985888"/>
                    <a:gd name="connsiteY36" fmla="*/ 1502011 h 2987354"/>
                    <a:gd name="connsiteX37" fmla="*/ 802888 w 985888"/>
                    <a:gd name="connsiteY37" fmla="*/ 1506472 h 2987354"/>
                    <a:gd name="connsiteX38" fmla="*/ 820729 w 985888"/>
                    <a:gd name="connsiteY38" fmla="*/ 1493091 h 2987354"/>
                    <a:gd name="connsiteX39" fmla="*/ 816269 w 985888"/>
                    <a:gd name="connsiteY39" fmla="*/ 1470788 h 2987354"/>
                    <a:gd name="connsiteX40" fmla="*/ 820729 w 985888"/>
                    <a:gd name="connsiteY40" fmla="*/ 1435104 h 2987354"/>
                    <a:gd name="connsiteX41" fmla="*/ 834111 w 985888"/>
                    <a:gd name="connsiteY41" fmla="*/ 1439565 h 2987354"/>
                    <a:gd name="connsiteX42" fmla="*/ 847492 w 985888"/>
                    <a:gd name="connsiteY42" fmla="*/ 1452946 h 2987354"/>
                    <a:gd name="connsiteX43" fmla="*/ 865334 w 985888"/>
                    <a:gd name="connsiteY43" fmla="*/ 1466328 h 2987354"/>
                    <a:gd name="connsiteX44" fmla="*/ 896558 w 985888"/>
                    <a:gd name="connsiteY44" fmla="*/ 1461867 h 2987354"/>
                    <a:gd name="connsiteX45" fmla="*/ 950084 w 985888"/>
                    <a:gd name="connsiteY45" fmla="*/ 1421723 h 2987354"/>
                    <a:gd name="connsiteX46" fmla="*/ 976847 w 985888"/>
                    <a:gd name="connsiteY46" fmla="*/ 1386039 h 2987354"/>
                    <a:gd name="connsiteX47" fmla="*/ 985768 w 985888"/>
                    <a:gd name="connsiteY47" fmla="*/ 1336973 h 2987354"/>
                    <a:gd name="connsiteX48" fmla="*/ 969401 w 985888"/>
                    <a:gd name="connsiteY48" fmla="*/ 1256986 h 2987354"/>
                    <a:gd name="connsiteX49" fmla="*/ 929558 w 985888"/>
                    <a:gd name="connsiteY49" fmla="*/ 1164792 h 2987354"/>
                    <a:gd name="connsiteX50" fmla="*/ 861745 w 985888"/>
                    <a:gd name="connsiteY50" fmla="*/ 1082122 h 2987354"/>
                    <a:gd name="connsiteX51" fmla="*/ 768553 w 985888"/>
                    <a:gd name="connsiteY51" fmla="*/ 980134 h 2987354"/>
                    <a:gd name="connsiteX52" fmla="*/ 721288 w 985888"/>
                    <a:gd name="connsiteY52" fmla="*/ 924848 h 2987354"/>
                    <a:gd name="connsiteX53" fmla="*/ 693175 w 985888"/>
                    <a:gd name="connsiteY53" fmla="*/ 821356 h 2987354"/>
                    <a:gd name="connsiteX54" fmla="*/ 677994 w 985888"/>
                    <a:gd name="connsiteY54" fmla="*/ 694663 h 2987354"/>
                    <a:gd name="connsiteX55" fmla="*/ 673533 w 985888"/>
                    <a:gd name="connsiteY55" fmla="*/ 623295 h 2987354"/>
                    <a:gd name="connsiteX56" fmla="*/ 660152 w 985888"/>
                    <a:gd name="connsiteY56" fmla="*/ 538546 h 2987354"/>
                    <a:gd name="connsiteX57" fmla="*/ 642310 w 985888"/>
                    <a:gd name="connsiteY57" fmla="*/ 284298 h 2987354"/>
                    <a:gd name="connsiteX58" fmla="*/ 637849 w 985888"/>
                    <a:gd name="connsiteY58" fmla="*/ 154944 h 2987354"/>
                    <a:gd name="connsiteX59" fmla="*/ 649720 w 985888"/>
                    <a:gd name="connsiteY59" fmla="*/ 107655 h 2987354"/>
                    <a:gd name="connsiteX60" fmla="*/ 722599 w 985888"/>
                    <a:gd name="connsiteY60" fmla="*/ 74655 h 2987354"/>
                    <a:gd name="connsiteX61" fmla="*/ 652741 w 985888"/>
                    <a:gd name="connsiteY61" fmla="*/ 38670 h 2987354"/>
                    <a:gd name="connsiteX62" fmla="*/ 609007 w 985888"/>
                    <a:gd name="connsiteY62" fmla="*/ 0 h 2987354"/>
                    <a:gd name="connsiteX0" fmla="*/ 0 w 985888"/>
                    <a:gd name="connsiteY0" fmla="*/ 2987354 h 2987354"/>
                    <a:gd name="connsiteX1" fmla="*/ 22302 w 985888"/>
                    <a:gd name="connsiteY1" fmla="*/ 2982893 h 2987354"/>
                    <a:gd name="connsiteX2" fmla="*/ 49065 w 985888"/>
                    <a:gd name="connsiteY2" fmla="*/ 2965051 h 2987354"/>
                    <a:gd name="connsiteX3" fmla="*/ 57986 w 985888"/>
                    <a:gd name="connsiteY3" fmla="*/ 2951670 h 2987354"/>
                    <a:gd name="connsiteX4" fmla="*/ 71368 w 985888"/>
                    <a:gd name="connsiteY4" fmla="*/ 2947210 h 2987354"/>
                    <a:gd name="connsiteX5" fmla="*/ 98130 w 985888"/>
                    <a:gd name="connsiteY5" fmla="*/ 2924907 h 2987354"/>
                    <a:gd name="connsiteX6" fmla="*/ 102591 w 985888"/>
                    <a:gd name="connsiteY6" fmla="*/ 2911526 h 2987354"/>
                    <a:gd name="connsiteX7" fmla="*/ 111512 w 985888"/>
                    <a:gd name="connsiteY7" fmla="*/ 2893684 h 2987354"/>
                    <a:gd name="connsiteX8" fmla="*/ 115972 w 985888"/>
                    <a:gd name="connsiteY8" fmla="*/ 2871381 h 2987354"/>
                    <a:gd name="connsiteX9" fmla="*/ 120433 w 985888"/>
                    <a:gd name="connsiteY9" fmla="*/ 2853539 h 2987354"/>
                    <a:gd name="connsiteX10" fmla="*/ 124893 w 985888"/>
                    <a:gd name="connsiteY10" fmla="*/ 2800013 h 2987354"/>
                    <a:gd name="connsiteX11" fmla="*/ 129354 w 985888"/>
                    <a:gd name="connsiteY11" fmla="*/ 2773251 h 2987354"/>
                    <a:gd name="connsiteX12" fmla="*/ 169498 w 985888"/>
                    <a:gd name="connsiteY12" fmla="*/ 2746488 h 2987354"/>
                    <a:gd name="connsiteX13" fmla="*/ 297541 w 985888"/>
                    <a:gd name="connsiteY13" fmla="*/ 2766090 h 2987354"/>
                    <a:gd name="connsiteX14" fmla="*/ 374681 w 985888"/>
                    <a:gd name="connsiteY14" fmla="*/ 2639436 h 2987354"/>
                    <a:gd name="connsiteX15" fmla="*/ 370220 w 985888"/>
                    <a:gd name="connsiteY15" fmla="*/ 2590371 h 2987354"/>
                    <a:gd name="connsiteX16" fmla="*/ 365760 w 985888"/>
                    <a:gd name="connsiteY16" fmla="*/ 2572529 h 2987354"/>
                    <a:gd name="connsiteX17" fmla="*/ 338997 w 985888"/>
                    <a:gd name="connsiteY17" fmla="*/ 2541305 h 2987354"/>
                    <a:gd name="connsiteX18" fmla="*/ 343457 w 985888"/>
                    <a:gd name="connsiteY18" fmla="*/ 2496700 h 2987354"/>
                    <a:gd name="connsiteX19" fmla="*/ 347918 w 985888"/>
                    <a:gd name="connsiteY19" fmla="*/ 2478858 h 2987354"/>
                    <a:gd name="connsiteX20" fmla="*/ 374681 w 985888"/>
                    <a:gd name="connsiteY20" fmla="*/ 2447635 h 2987354"/>
                    <a:gd name="connsiteX21" fmla="*/ 383602 w 985888"/>
                    <a:gd name="connsiteY21" fmla="*/ 2434253 h 2987354"/>
                    <a:gd name="connsiteX22" fmla="*/ 392523 w 985888"/>
                    <a:gd name="connsiteY22" fmla="*/ 2403030 h 2987354"/>
                    <a:gd name="connsiteX23" fmla="*/ 401444 w 985888"/>
                    <a:gd name="connsiteY23" fmla="*/ 2376267 h 2987354"/>
                    <a:gd name="connsiteX24" fmla="*/ 405904 w 985888"/>
                    <a:gd name="connsiteY24" fmla="*/ 2362886 h 2987354"/>
                    <a:gd name="connsiteX25" fmla="*/ 435328 w 985888"/>
                    <a:gd name="connsiteY25" fmla="*/ 2211229 h 2987354"/>
                    <a:gd name="connsiteX26" fmla="*/ 468351 w 985888"/>
                    <a:gd name="connsiteY26" fmla="*/ 2126480 h 2987354"/>
                    <a:gd name="connsiteX27" fmla="*/ 499574 w 985888"/>
                    <a:gd name="connsiteY27" fmla="*/ 1983744 h 2987354"/>
                    <a:gd name="connsiteX28" fmla="*/ 562021 w 985888"/>
                    <a:gd name="connsiteY28" fmla="*/ 1854390 h 2987354"/>
                    <a:gd name="connsiteX29" fmla="*/ 566482 w 985888"/>
                    <a:gd name="connsiteY29" fmla="*/ 1729496 h 2987354"/>
                    <a:gd name="connsiteX30" fmla="*/ 562021 w 985888"/>
                    <a:gd name="connsiteY30" fmla="*/ 1716115 h 2987354"/>
                    <a:gd name="connsiteX31" fmla="*/ 578514 w 985888"/>
                    <a:gd name="connsiteY31" fmla="*/ 1640287 h 2987354"/>
                    <a:gd name="connsiteX32" fmla="*/ 633389 w 985888"/>
                    <a:gd name="connsiteY32" fmla="*/ 1564458 h 2987354"/>
                    <a:gd name="connsiteX33" fmla="*/ 677994 w 985888"/>
                    <a:gd name="connsiteY33" fmla="*/ 1533235 h 2987354"/>
                    <a:gd name="connsiteX34" fmla="*/ 704757 w 985888"/>
                    <a:gd name="connsiteY34" fmla="*/ 1515393 h 2987354"/>
                    <a:gd name="connsiteX35" fmla="*/ 722599 w 985888"/>
                    <a:gd name="connsiteY35" fmla="*/ 1506472 h 2987354"/>
                    <a:gd name="connsiteX36" fmla="*/ 735980 w 985888"/>
                    <a:gd name="connsiteY36" fmla="*/ 1502011 h 2987354"/>
                    <a:gd name="connsiteX37" fmla="*/ 802888 w 985888"/>
                    <a:gd name="connsiteY37" fmla="*/ 1506472 h 2987354"/>
                    <a:gd name="connsiteX38" fmla="*/ 820729 w 985888"/>
                    <a:gd name="connsiteY38" fmla="*/ 1493091 h 2987354"/>
                    <a:gd name="connsiteX39" fmla="*/ 816269 w 985888"/>
                    <a:gd name="connsiteY39" fmla="*/ 1470788 h 2987354"/>
                    <a:gd name="connsiteX40" fmla="*/ 820729 w 985888"/>
                    <a:gd name="connsiteY40" fmla="*/ 1435104 h 2987354"/>
                    <a:gd name="connsiteX41" fmla="*/ 834111 w 985888"/>
                    <a:gd name="connsiteY41" fmla="*/ 1439565 h 2987354"/>
                    <a:gd name="connsiteX42" fmla="*/ 847492 w 985888"/>
                    <a:gd name="connsiteY42" fmla="*/ 1452946 h 2987354"/>
                    <a:gd name="connsiteX43" fmla="*/ 865334 w 985888"/>
                    <a:gd name="connsiteY43" fmla="*/ 1466328 h 2987354"/>
                    <a:gd name="connsiteX44" fmla="*/ 896558 w 985888"/>
                    <a:gd name="connsiteY44" fmla="*/ 1461867 h 2987354"/>
                    <a:gd name="connsiteX45" fmla="*/ 950084 w 985888"/>
                    <a:gd name="connsiteY45" fmla="*/ 1421723 h 2987354"/>
                    <a:gd name="connsiteX46" fmla="*/ 976847 w 985888"/>
                    <a:gd name="connsiteY46" fmla="*/ 1386039 h 2987354"/>
                    <a:gd name="connsiteX47" fmla="*/ 985768 w 985888"/>
                    <a:gd name="connsiteY47" fmla="*/ 1336973 h 2987354"/>
                    <a:gd name="connsiteX48" fmla="*/ 969401 w 985888"/>
                    <a:gd name="connsiteY48" fmla="*/ 1256986 h 2987354"/>
                    <a:gd name="connsiteX49" fmla="*/ 929558 w 985888"/>
                    <a:gd name="connsiteY49" fmla="*/ 1164792 h 2987354"/>
                    <a:gd name="connsiteX50" fmla="*/ 861745 w 985888"/>
                    <a:gd name="connsiteY50" fmla="*/ 1082122 h 2987354"/>
                    <a:gd name="connsiteX51" fmla="*/ 761409 w 985888"/>
                    <a:gd name="connsiteY51" fmla="*/ 987277 h 2987354"/>
                    <a:gd name="connsiteX52" fmla="*/ 721288 w 985888"/>
                    <a:gd name="connsiteY52" fmla="*/ 924848 h 2987354"/>
                    <a:gd name="connsiteX53" fmla="*/ 693175 w 985888"/>
                    <a:gd name="connsiteY53" fmla="*/ 821356 h 2987354"/>
                    <a:gd name="connsiteX54" fmla="*/ 677994 w 985888"/>
                    <a:gd name="connsiteY54" fmla="*/ 694663 h 2987354"/>
                    <a:gd name="connsiteX55" fmla="*/ 673533 w 985888"/>
                    <a:gd name="connsiteY55" fmla="*/ 623295 h 2987354"/>
                    <a:gd name="connsiteX56" fmla="*/ 660152 w 985888"/>
                    <a:gd name="connsiteY56" fmla="*/ 538546 h 2987354"/>
                    <a:gd name="connsiteX57" fmla="*/ 642310 w 985888"/>
                    <a:gd name="connsiteY57" fmla="*/ 284298 h 2987354"/>
                    <a:gd name="connsiteX58" fmla="*/ 637849 w 985888"/>
                    <a:gd name="connsiteY58" fmla="*/ 154944 h 2987354"/>
                    <a:gd name="connsiteX59" fmla="*/ 649720 w 985888"/>
                    <a:gd name="connsiteY59" fmla="*/ 107655 h 2987354"/>
                    <a:gd name="connsiteX60" fmla="*/ 722599 w 985888"/>
                    <a:gd name="connsiteY60" fmla="*/ 74655 h 2987354"/>
                    <a:gd name="connsiteX61" fmla="*/ 652741 w 985888"/>
                    <a:gd name="connsiteY61" fmla="*/ 38670 h 2987354"/>
                    <a:gd name="connsiteX62" fmla="*/ 609007 w 985888"/>
                    <a:gd name="connsiteY62" fmla="*/ 0 h 2987354"/>
                    <a:gd name="connsiteX0" fmla="*/ 0 w 985888"/>
                    <a:gd name="connsiteY0" fmla="*/ 2987354 h 2987354"/>
                    <a:gd name="connsiteX1" fmla="*/ 22302 w 985888"/>
                    <a:gd name="connsiteY1" fmla="*/ 2982893 h 2987354"/>
                    <a:gd name="connsiteX2" fmla="*/ 49065 w 985888"/>
                    <a:gd name="connsiteY2" fmla="*/ 2965051 h 2987354"/>
                    <a:gd name="connsiteX3" fmla="*/ 57986 w 985888"/>
                    <a:gd name="connsiteY3" fmla="*/ 2951670 h 2987354"/>
                    <a:gd name="connsiteX4" fmla="*/ 71368 w 985888"/>
                    <a:gd name="connsiteY4" fmla="*/ 2947210 h 2987354"/>
                    <a:gd name="connsiteX5" fmla="*/ 98130 w 985888"/>
                    <a:gd name="connsiteY5" fmla="*/ 2924907 h 2987354"/>
                    <a:gd name="connsiteX6" fmla="*/ 102591 w 985888"/>
                    <a:gd name="connsiteY6" fmla="*/ 2911526 h 2987354"/>
                    <a:gd name="connsiteX7" fmla="*/ 111512 w 985888"/>
                    <a:gd name="connsiteY7" fmla="*/ 2893684 h 2987354"/>
                    <a:gd name="connsiteX8" fmla="*/ 115972 w 985888"/>
                    <a:gd name="connsiteY8" fmla="*/ 2871381 h 2987354"/>
                    <a:gd name="connsiteX9" fmla="*/ 120433 w 985888"/>
                    <a:gd name="connsiteY9" fmla="*/ 2853539 h 2987354"/>
                    <a:gd name="connsiteX10" fmla="*/ 124893 w 985888"/>
                    <a:gd name="connsiteY10" fmla="*/ 2800013 h 2987354"/>
                    <a:gd name="connsiteX11" fmla="*/ 129354 w 985888"/>
                    <a:gd name="connsiteY11" fmla="*/ 2773251 h 2987354"/>
                    <a:gd name="connsiteX12" fmla="*/ 169498 w 985888"/>
                    <a:gd name="connsiteY12" fmla="*/ 2746488 h 2987354"/>
                    <a:gd name="connsiteX13" fmla="*/ 297541 w 985888"/>
                    <a:gd name="connsiteY13" fmla="*/ 2766090 h 2987354"/>
                    <a:gd name="connsiteX14" fmla="*/ 374681 w 985888"/>
                    <a:gd name="connsiteY14" fmla="*/ 2639436 h 2987354"/>
                    <a:gd name="connsiteX15" fmla="*/ 370220 w 985888"/>
                    <a:gd name="connsiteY15" fmla="*/ 2590371 h 2987354"/>
                    <a:gd name="connsiteX16" fmla="*/ 365760 w 985888"/>
                    <a:gd name="connsiteY16" fmla="*/ 2572529 h 2987354"/>
                    <a:gd name="connsiteX17" fmla="*/ 338997 w 985888"/>
                    <a:gd name="connsiteY17" fmla="*/ 2541305 h 2987354"/>
                    <a:gd name="connsiteX18" fmla="*/ 343457 w 985888"/>
                    <a:gd name="connsiteY18" fmla="*/ 2496700 h 2987354"/>
                    <a:gd name="connsiteX19" fmla="*/ 347918 w 985888"/>
                    <a:gd name="connsiteY19" fmla="*/ 2478858 h 2987354"/>
                    <a:gd name="connsiteX20" fmla="*/ 374681 w 985888"/>
                    <a:gd name="connsiteY20" fmla="*/ 2447635 h 2987354"/>
                    <a:gd name="connsiteX21" fmla="*/ 383602 w 985888"/>
                    <a:gd name="connsiteY21" fmla="*/ 2434253 h 2987354"/>
                    <a:gd name="connsiteX22" fmla="*/ 392523 w 985888"/>
                    <a:gd name="connsiteY22" fmla="*/ 2403030 h 2987354"/>
                    <a:gd name="connsiteX23" fmla="*/ 401444 w 985888"/>
                    <a:gd name="connsiteY23" fmla="*/ 2376267 h 2987354"/>
                    <a:gd name="connsiteX24" fmla="*/ 405904 w 985888"/>
                    <a:gd name="connsiteY24" fmla="*/ 2362886 h 2987354"/>
                    <a:gd name="connsiteX25" fmla="*/ 435328 w 985888"/>
                    <a:gd name="connsiteY25" fmla="*/ 2211229 h 2987354"/>
                    <a:gd name="connsiteX26" fmla="*/ 468351 w 985888"/>
                    <a:gd name="connsiteY26" fmla="*/ 2126480 h 2987354"/>
                    <a:gd name="connsiteX27" fmla="*/ 499574 w 985888"/>
                    <a:gd name="connsiteY27" fmla="*/ 1983744 h 2987354"/>
                    <a:gd name="connsiteX28" fmla="*/ 562021 w 985888"/>
                    <a:gd name="connsiteY28" fmla="*/ 1854390 h 2987354"/>
                    <a:gd name="connsiteX29" fmla="*/ 566482 w 985888"/>
                    <a:gd name="connsiteY29" fmla="*/ 1729496 h 2987354"/>
                    <a:gd name="connsiteX30" fmla="*/ 562021 w 985888"/>
                    <a:gd name="connsiteY30" fmla="*/ 1716115 h 2987354"/>
                    <a:gd name="connsiteX31" fmla="*/ 578514 w 985888"/>
                    <a:gd name="connsiteY31" fmla="*/ 1640287 h 2987354"/>
                    <a:gd name="connsiteX32" fmla="*/ 633389 w 985888"/>
                    <a:gd name="connsiteY32" fmla="*/ 1564458 h 2987354"/>
                    <a:gd name="connsiteX33" fmla="*/ 677994 w 985888"/>
                    <a:gd name="connsiteY33" fmla="*/ 1533235 h 2987354"/>
                    <a:gd name="connsiteX34" fmla="*/ 704757 w 985888"/>
                    <a:gd name="connsiteY34" fmla="*/ 1515393 h 2987354"/>
                    <a:gd name="connsiteX35" fmla="*/ 722599 w 985888"/>
                    <a:gd name="connsiteY35" fmla="*/ 1506472 h 2987354"/>
                    <a:gd name="connsiteX36" fmla="*/ 735980 w 985888"/>
                    <a:gd name="connsiteY36" fmla="*/ 1502011 h 2987354"/>
                    <a:gd name="connsiteX37" fmla="*/ 802888 w 985888"/>
                    <a:gd name="connsiteY37" fmla="*/ 1506472 h 2987354"/>
                    <a:gd name="connsiteX38" fmla="*/ 820729 w 985888"/>
                    <a:gd name="connsiteY38" fmla="*/ 1493091 h 2987354"/>
                    <a:gd name="connsiteX39" fmla="*/ 816269 w 985888"/>
                    <a:gd name="connsiteY39" fmla="*/ 1470788 h 2987354"/>
                    <a:gd name="connsiteX40" fmla="*/ 820729 w 985888"/>
                    <a:gd name="connsiteY40" fmla="*/ 1435104 h 2987354"/>
                    <a:gd name="connsiteX41" fmla="*/ 834111 w 985888"/>
                    <a:gd name="connsiteY41" fmla="*/ 1439565 h 2987354"/>
                    <a:gd name="connsiteX42" fmla="*/ 847492 w 985888"/>
                    <a:gd name="connsiteY42" fmla="*/ 1452946 h 2987354"/>
                    <a:gd name="connsiteX43" fmla="*/ 865334 w 985888"/>
                    <a:gd name="connsiteY43" fmla="*/ 1466328 h 2987354"/>
                    <a:gd name="connsiteX44" fmla="*/ 896558 w 985888"/>
                    <a:gd name="connsiteY44" fmla="*/ 1461867 h 2987354"/>
                    <a:gd name="connsiteX45" fmla="*/ 950084 w 985888"/>
                    <a:gd name="connsiteY45" fmla="*/ 1421723 h 2987354"/>
                    <a:gd name="connsiteX46" fmla="*/ 976847 w 985888"/>
                    <a:gd name="connsiteY46" fmla="*/ 1386039 h 2987354"/>
                    <a:gd name="connsiteX47" fmla="*/ 985768 w 985888"/>
                    <a:gd name="connsiteY47" fmla="*/ 1336973 h 2987354"/>
                    <a:gd name="connsiteX48" fmla="*/ 969401 w 985888"/>
                    <a:gd name="connsiteY48" fmla="*/ 1256986 h 2987354"/>
                    <a:gd name="connsiteX49" fmla="*/ 929558 w 985888"/>
                    <a:gd name="connsiteY49" fmla="*/ 1164792 h 2987354"/>
                    <a:gd name="connsiteX50" fmla="*/ 861745 w 985888"/>
                    <a:gd name="connsiteY50" fmla="*/ 1082122 h 2987354"/>
                    <a:gd name="connsiteX51" fmla="*/ 761409 w 985888"/>
                    <a:gd name="connsiteY51" fmla="*/ 987277 h 2987354"/>
                    <a:gd name="connsiteX52" fmla="*/ 714144 w 985888"/>
                    <a:gd name="connsiteY52" fmla="*/ 929611 h 2987354"/>
                    <a:gd name="connsiteX53" fmla="*/ 693175 w 985888"/>
                    <a:gd name="connsiteY53" fmla="*/ 821356 h 2987354"/>
                    <a:gd name="connsiteX54" fmla="*/ 677994 w 985888"/>
                    <a:gd name="connsiteY54" fmla="*/ 694663 h 2987354"/>
                    <a:gd name="connsiteX55" fmla="*/ 673533 w 985888"/>
                    <a:gd name="connsiteY55" fmla="*/ 623295 h 2987354"/>
                    <a:gd name="connsiteX56" fmla="*/ 660152 w 985888"/>
                    <a:gd name="connsiteY56" fmla="*/ 538546 h 2987354"/>
                    <a:gd name="connsiteX57" fmla="*/ 642310 w 985888"/>
                    <a:gd name="connsiteY57" fmla="*/ 284298 h 2987354"/>
                    <a:gd name="connsiteX58" fmla="*/ 637849 w 985888"/>
                    <a:gd name="connsiteY58" fmla="*/ 154944 h 2987354"/>
                    <a:gd name="connsiteX59" fmla="*/ 649720 w 985888"/>
                    <a:gd name="connsiteY59" fmla="*/ 107655 h 2987354"/>
                    <a:gd name="connsiteX60" fmla="*/ 722599 w 985888"/>
                    <a:gd name="connsiteY60" fmla="*/ 74655 h 2987354"/>
                    <a:gd name="connsiteX61" fmla="*/ 652741 w 985888"/>
                    <a:gd name="connsiteY61" fmla="*/ 38670 h 2987354"/>
                    <a:gd name="connsiteX62" fmla="*/ 609007 w 985888"/>
                    <a:gd name="connsiteY62" fmla="*/ 0 h 2987354"/>
                    <a:gd name="connsiteX0" fmla="*/ 0 w 985888"/>
                    <a:gd name="connsiteY0" fmla="*/ 2987354 h 2987354"/>
                    <a:gd name="connsiteX1" fmla="*/ 22302 w 985888"/>
                    <a:gd name="connsiteY1" fmla="*/ 2982893 h 2987354"/>
                    <a:gd name="connsiteX2" fmla="*/ 49065 w 985888"/>
                    <a:gd name="connsiteY2" fmla="*/ 2965051 h 2987354"/>
                    <a:gd name="connsiteX3" fmla="*/ 57986 w 985888"/>
                    <a:gd name="connsiteY3" fmla="*/ 2951670 h 2987354"/>
                    <a:gd name="connsiteX4" fmla="*/ 71368 w 985888"/>
                    <a:gd name="connsiteY4" fmla="*/ 2947210 h 2987354"/>
                    <a:gd name="connsiteX5" fmla="*/ 98130 w 985888"/>
                    <a:gd name="connsiteY5" fmla="*/ 2924907 h 2987354"/>
                    <a:gd name="connsiteX6" fmla="*/ 102591 w 985888"/>
                    <a:gd name="connsiteY6" fmla="*/ 2911526 h 2987354"/>
                    <a:gd name="connsiteX7" fmla="*/ 111512 w 985888"/>
                    <a:gd name="connsiteY7" fmla="*/ 2893684 h 2987354"/>
                    <a:gd name="connsiteX8" fmla="*/ 115972 w 985888"/>
                    <a:gd name="connsiteY8" fmla="*/ 2871381 h 2987354"/>
                    <a:gd name="connsiteX9" fmla="*/ 120433 w 985888"/>
                    <a:gd name="connsiteY9" fmla="*/ 2853539 h 2987354"/>
                    <a:gd name="connsiteX10" fmla="*/ 124893 w 985888"/>
                    <a:gd name="connsiteY10" fmla="*/ 2800013 h 2987354"/>
                    <a:gd name="connsiteX11" fmla="*/ 129354 w 985888"/>
                    <a:gd name="connsiteY11" fmla="*/ 2773251 h 2987354"/>
                    <a:gd name="connsiteX12" fmla="*/ 169498 w 985888"/>
                    <a:gd name="connsiteY12" fmla="*/ 2746488 h 2987354"/>
                    <a:gd name="connsiteX13" fmla="*/ 297541 w 985888"/>
                    <a:gd name="connsiteY13" fmla="*/ 2766090 h 2987354"/>
                    <a:gd name="connsiteX14" fmla="*/ 374681 w 985888"/>
                    <a:gd name="connsiteY14" fmla="*/ 2639436 h 2987354"/>
                    <a:gd name="connsiteX15" fmla="*/ 370220 w 985888"/>
                    <a:gd name="connsiteY15" fmla="*/ 2590371 h 2987354"/>
                    <a:gd name="connsiteX16" fmla="*/ 365760 w 985888"/>
                    <a:gd name="connsiteY16" fmla="*/ 2572529 h 2987354"/>
                    <a:gd name="connsiteX17" fmla="*/ 338997 w 985888"/>
                    <a:gd name="connsiteY17" fmla="*/ 2541305 h 2987354"/>
                    <a:gd name="connsiteX18" fmla="*/ 343457 w 985888"/>
                    <a:gd name="connsiteY18" fmla="*/ 2496700 h 2987354"/>
                    <a:gd name="connsiteX19" fmla="*/ 347918 w 985888"/>
                    <a:gd name="connsiteY19" fmla="*/ 2478858 h 2987354"/>
                    <a:gd name="connsiteX20" fmla="*/ 374681 w 985888"/>
                    <a:gd name="connsiteY20" fmla="*/ 2447635 h 2987354"/>
                    <a:gd name="connsiteX21" fmla="*/ 383602 w 985888"/>
                    <a:gd name="connsiteY21" fmla="*/ 2434253 h 2987354"/>
                    <a:gd name="connsiteX22" fmla="*/ 392523 w 985888"/>
                    <a:gd name="connsiteY22" fmla="*/ 2403030 h 2987354"/>
                    <a:gd name="connsiteX23" fmla="*/ 401444 w 985888"/>
                    <a:gd name="connsiteY23" fmla="*/ 2376267 h 2987354"/>
                    <a:gd name="connsiteX24" fmla="*/ 405904 w 985888"/>
                    <a:gd name="connsiteY24" fmla="*/ 2362886 h 2987354"/>
                    <a:gd name="connsiteX25" fmla="*/ 435328 w 985888"/>
                    <a:gd name="connsiteY25" fmla="*/ 2211229 h 2987354"/>
                    <a:gd name="connsiteX26" fmla="*/ 468351 w 985888"/>
                    <a:gd name="connsiteY26" fmla="*/ 2126480 h 2987354"/>
                    <a:gd name="connsiteX27" fmla="*/ 499574 w 985888"/>
                    <a:gd name="connsiteY27" fmla="*/ 1983744 h 2987354"/>
                    <a:gd name="connsiteX28" fmla="*/ 562021 w 985888"/>
                    <a:gd name="connsiteY28" fmla="*/ 1854390 h 2987354"/>
                    <a:gd name="connsiteX29" fmla="*/ 566482 w 985888"/>
                    <a:gd name="connsiteY29" fmla="*/ 1729496 h 2987354"/>
                    <a:gd name="connsiteX30" fmla="*/ 562021 w 985888"/>
                    <a:gd name="connsiteY30" fmla="*/ 1716115 h 2987354"/>
                    <a:gd name="connsiteX31" fmla="*/ 578514 w 985888"/>
                    <a:gd name="connsiteY31" fmla="*/ 1640287 h 2987354"/>
                    <a:gd name="connsiteX32" fmla="*/ 633389 w 985888"/>
                    <a:gd name="connsiteY32" fmla="*/ 1564458 h 2987354"/>
                    <a:gd name="connsiteX33" fmla="*/ 677994 w 985888"/>
                    <a:gd name="connsiteY33" fmla="*/ 1533235 h 2987354"/>
                    <a:gd name="connsiteX34" fmla="*/ 704757 w 985888"/>
                    <a:gd name="connsiteY34" fmla="*/ 1515393 h 2987354"/>
                    <a:gd name="connsiteX35" fmla="*/ 722599 w 985888"/>
                    <a:gd name="connsiteY35" fmla="*/ 1506472 h 2987354"/>
                    <a:gd name="connsiteX36" fmla="*/ 745505 w 985888"/>
                    <a:gd name="connsiteY36" fmla="*/ 1494867 h 2987354"/>
                    <a:gd name="connsiteX37" fmla="*/ 802888 w 985888"/>
                    <a:gd name="connsiteY37" fmla="*/ 1506472 h 2987354"/>
                    <a:gd name="connsiteX38" fmla="*/ 820729 w 985888"/>
                    <a:gd name="connsiteY38" fmla="*/ 1493091 h 2987354"/>
                    <a:gd name="connsiteX39" fmla="*/ 816269 w 985888"/>
                    <a:gd name="connsiteY39" fmla="*/ 1470788 h 2987354"/>
                    <a:gd name="connsiteX40" fmla="*/ 820729 w 985888"/>
                    <a:gd name="connsiteY40" fmla="*/ 1435104 h 2987354"/>
                    <a:gd name="connsiteX41" fmla="*/ 834111 w 985888"/>
                    <a:gd name="connsiteY41" fmla="*/ 1439565 h 2987354"/>
                    <a:gd name="connsiteX42" fmla="*/ 847492 w 985888"/>
                    <a:gd name="connsiteY42" fmla="*/ 1452946 h 2987354"/>
                    <a:gd name="connsiteX43" fmla="*/ 865334 w 985888"/>
                    <a:gd name="connsiteY43" fmla="*/ 1466328 h 2987354"/>
                    <a:gd name="connsiteX44" fmla="*/ 896558 w 985888"/>
                    <a:gd name="connsiteY44" fmla="*/ 1461867 h 2987354"/>
                    <a:gd name="connsiteX45" fmla="*/ 950084 w 985888"/>
                    <a:gd name="connsiteY45" fmla="*/ 1421723 h 2987354"/>
                    <a:gd name="connsiteX46" fmla="*/ 976847 w 985888"/>
                    <a:gd name="connsiteY46" fmla="*/ 1386039 h 2987354"/>
                    <a:gd name="connsiteX47" fmla="*/ 985768 w 985888"/>
                    <a:gd name="connsiteY47" fmla="*/ 1336973 h 2987354"/>
                    <a:gd name="connsiteX48" fmla="*/ 969401 w 985888"/>
                    <a:gd name="connsiteY48" fmla="*/ 1256986 h 2987354"/>
                    <a:gd name="connsiteX49" fmla="*/ 929558 w 985888"/>
                    <a:gd name="connsiteY49" fmla="*/ 1164792 h 2987354"/>
                    <a:gd name="connsiteX50" fmla="*/ 861745 w 985888"/>
                    <a:gd name="connsiteY50" fmla="*/ 1082122 h 2987354"/>
                    <a:gd name="connsiteX51" fmla="*/ 761409 w 985888"/>
                    <a:gd name="connsiteY51" fmla="*/ 987277 h 2987354"/>
                    <a:gd name="connsiteX52" fmla="*/ 714144 w 985888"/>
                    <a:gd name="connsiteY52" fmla="*/ 929611 h 2987354"/>
                    <a:gd name="connsiteX53" fmla="*/ 693175 w 985888"/>
                    <a:gd name="connsiteY53" fmla="*/ 821356 h 2987354"/>
                    <a:gd name="connsiteX54" fmla="*/ 677994 w 985888"/>
                    <a:gd name="connsiteY54" fmla="*/ 694663 h 2987354"/>
                    <a:gd name="connsiteX55" fmla="*/ 673533 w 985888"/>
                    <a:gd name="connsiteY55" fmla="*/ 623295 h 2987354"/>
                    <a:gd name="connsiteX56" fmla="*/ 660152 w 985888"/>
                    <a:gd name="connsiteY56" fmla="*/ 538546 h 2987354"/>
                    <a:gd name="connsiteX57" fmla="*/ 642310 w 985888"/>
                    <a:gd name="connsiteY57" fmla="*/ 284298 h 2987354"/>
                    <a:gd name="connsiteX58" fmla="*/ 637849 w 985888"/>
                    <a:gd name="connsiteY58" fmla="*/ 154944 h 2987354"/>
                    <a:gd name="connsiteX59" fmla="*/ 649720 w 985888"/>
                    <a:gd name="connsiteY59" fmla="*/ 107655 h 2987354"/>
                    <a:gd name="connsiteX60" fmla="*/ 722599 w 985888"/>
                    <a:gd name="connsiteY60" fmla="*/ 74655 h 2987354"/>
                    <a:gd name="connsiteX61" fmla="*/ 652741 w 985888"/>
                    <a:gd name="connsiteY61" fmla="*/ 38670 h 2987354"/>
                    <a:gd name="connsiteX62" fmla="*/ 609007 w 985888"/>
                    <a:gd name="connsiteY62" fmla="*/ 0 h 2987354"/>
                    <a:gd name="connsiteX0" fmla="*/ 0 w 985888"/>
                    <a:gd name="connsiteY0" fmla="*/ 2987354 h 2987354"/>
                    <a:gd name="connsiteX1" fmla="*/ 22302 w 985888"/>
                    <a:gd name="connsiteY1" fmla="*/ 2982893 h 2987354"/>
                    <a:gd name="connsiteX2" fmla="*/ 49065 w 985888"/>
                    <a:gd name="connsiteY2" fmla="*/ 2965051 h 2987354"/>
                    <a:gd name="connsiteX3" fmla="*/ 57986 w 985888"/>
                    <a:gd name="connsiteY3" fmla="*/ 2951670 h 2987354"/>
                    <a:gd name="connsiteX4" fmla="*/ 71368 w 985888"/>
                    <a:gd name="connsiteY4" fmla="*/ 2947210 h 2987354"/>
                    <a:gd name="connsiteX5" fmla="*/ 98130 w 985888"/>
                    <a:gd name="connsiteY5" fmla="*/ 2924907 h 2987354"/>
                    <a:gd name="connsiteX6" fmla="*/ 102591 w 985888"/>
                    <a:gd name="connsiteY6" fmla="*/ 2911526 h 2987354"/>
                    <a:gd name="connsiteX7" fmla="*/ 111512 w 985888"/>
                    <a:gd name="connsiteY7" fmla="*/ 2893684 h 2987354"/>
                    <a:gd name="connsiteX8" fmla="*/ 115972 w 985888"/>
                    <a:gd name="connsiteY8" fmla="*/ 2871381 h 2987354"/>
                    <a:gd name="connsiteX9" fmla="*/ 120433 w 985888"/>
                    <a:gd name="connsiteY9" fmla="*/ 2853539 h 2987354"/>
                    <a:gd name="connsiteX10" fmla="*/ 124893 w 985888"/>
                    <a:gd name="connsiteY10" fmla="*/ 2800013 h 2987354"/>
                    <a:gd name="connsiteX11" fmla="*/ 129354 w 985888"/>
                    <a:gd name="connsiteY11" fmla="*/ 2773251 h 2987354"/>
                    <a:gd name="connsiteX12" fmla="*/ 169498 w 985888"/>
                    <a:gd name="connsiteY12" fmla="*/ 2746488 h 2987354"/>
                    <a:gd name="connsiteX13" fmla="*/ 297541 w 985888"/>
                    <a:gd name="connsiteY13" fmla="*/ 2766090 h 2987354"/>
                    <a:gd name="connsiteX14" fmla="*/ 374681 w 985888"/>
                    <a:gd name="connsiteY14" fmla="*/ 2639436 h 2987354"/>
                    <a:gd name="connsiteX15" fmla="*/ 370220 w 985888"/>
                    <a:gd name="connsiteY15" fmla="*/ 2590371 h 2987354"/>
                    <a:gd name="connsiteX16" fmla="*/ 365760 w 985888"/>
                    <a:gd name="connsiteY16" fmla="*/ 2572529 h 2987354"/>
                    <a:gd name="connsiteX17" fmla="*/ 338997 w 985888"/>
                    <a:gd name="connsiteY17" fmla="*/ 2541305 h 2987354"/>
                    <a:gd name="connsiteX18" fmla="*/ 343457 w 985888"/>
                    <a:gd name="connsiteY18" fmla="*/ 2496700 h 2987354"/>
                    <a:gd name="connsiteX19" fmla="*/ 347918 w 985888"/>
                    <a:gd name="connsiteY19" fmla="*/ 2478858 h 2987354"/>
                    <a:gd name="connsiteX20" fmla="*/ 374681 w 985888"/>
                    <a:gd name="connsiteY20" fmla="*/ 2447635 h 2987354"/>
                    <a:gd name="connsiteX21" fmla="*/ 383602 w 985888"/>
                    <a:gd name="connsiteY21" fmla="*/ 2434253 h 2987354"/>
                    <a:gd name="connsiteX22" fmla="*/ 392523 w 985888"/>
                    <a:gd name="connsiteY22" fmla="*/ 2403030 h 2987354"/>
                    <a:gd name="connsiteX23" fmla="*/ 401444 w 985888"/>
                    <a:gd name="connsiteY23" fmla="*/ 2376267 h 2987354"/>
                    <a:gd name="connsiteX24" fmla="*/ 405904 w 985888"/>
                    <a:gd name="connsiteY24" fmla="*/ 2362886 h 2987354"/>
                    <a:gd name="connsiteX25" fmla="*/ 435328 w 985888"/>
                    <a:gd name="connsiteY25" fmla="*/ 2211229 h 2987354"/>
                    <a:gd name="connsiteX26" fmla="*/ 468351 w 985888"/>
                    <a:gd name="connsiteY26" fmla="*/ 2126480 h 2987354"/>
                    <a:gd name="connsiteX27" fmla="*/ 509099 w 985888"/>
                    <a:gd name="connsiteY27" fmla="*/ 1976600 h 2987354"/>
                    <a:gd name="connsiteX28" fmla="*/ 562021 w 985888"/>
                    <a:gd name="connsiteY28" fmla="*/ 1854390 h 2987354"/>
                    <a:gd name="connsiteX29" fmla="*/ 566482 w 985888"/>
                    <a:gd name="connsiteY29" fmla="*/ 1729496 h 2987354"/>
                    <a:gd name="connsiteX30" fmla="*/ 562021 w 985888"/>
                    <a:gd name="connsiteY30" fmla="*/ 1716115 h 2987354"/>
                    <a:gd name="connsiteX31" fmla="*/ 578514 w 985888"/>
                    <a:gd name="connsiteY31" fmla="*/ 1640287 h 2987354"/>
                    <a:gd name="connsiteX32" fmla="*/ 633389 w 985888"/>
                    <a:gd name="connsiteY32" fmla="*/ 1564458 h 2987354"/>
                    <a:gd name="connsiteX33" fmla="*/ 677994 w 985888"/>
                    <a:gd name="connsiteY33" fmla="*/ 1533235 h 2987354"/>
                    <a:gd name="connsiteX34" fmla="*/ 704757 w 985888"/>
                    <a:gd name="connsiteY34" fmla="*/ 1515393 h 2987354"/>
                    <a:gd name="connsiteX35" fmla="*/ 722599 w 985888"/>
                    <a:gd name="connsiteY35" fmla="*/ 1506472 h 2987354"/>
                    <a:gd name="connsiteX36" fmla="*/ 745505 w 985888"/>
                    <a:gd name="connsiteY36" fmla="*/ 1494867 h 2987354"/>
                    <a:gd name="connsiteX37" fmla="*/ 802888 w 985888"/>
                    <a:gd name="connsiteY37" fmla="*/ 1506472 h 2987354"/>
                    <a:gd name="connsiteX38" fmla="*/ 820729 w 985888"/>
                    <a:gd name="connsiteY38" fmla="*/ 1493091 h 2987354"/>
                    <a:gd name="connsiteX39" fmla="*/ 816269 w 985888"/>
                    <a:gd name="connsiteY39" fmla="*/ 1470788 h 2987354"/>
                    <a:gd name="connsiteX40" fmla="*/ 820729 w 985888"/>
                    <a:gd name="connsiteY40" fmla="*/ 1435104 h 2987354"/>
                    <a:gd name="connsiteX41" fmla="*/ 834111 w 985888"/>
                    <a:gd name="connsiteY41" fmla="*/ 1439565 h 2987354"/>
                    <a:gd name="connsiteX42" fmla="*/ 847492 w 985888"/>
                    <a:gd name="connsiteY42" fmla="*/ 1452946 h 2987354"/>
                    <a:gd name="connsiteX43" fmla="*/ 865334 w 985888"/>
                    <a:gd name="connsiteY43" fmla="*/ 1466328 h 2987354"/>
                    <a:gd name="connsiteX44" fmla="*/ 896558 w 985888"/>
                    <a:gd name="connsiteY44" fmla="*/ 1461867 h 2987354"/>
                    <a:gd name="connsiteX45" fmla="*/ 950084 w 985888"/>
                    <a:gd name="connsiteY45" fmla="*/ 1421723 h 2987354"/>
                    <a:gd name="connsiteX46" fmla="*/ 976847 w 985888"/>
                    <a:gd name="connsiteY46" fmla="*/ 1386039 h 2987354"/>
                    <a:gd name="connsiteX47" fmla="*/ 985768 w 985888"/>
                    <a:gd name="connsiteY47" fmla="*/ 1336973 h 2987354"/>
                    <a:gd name="connsiteX48" fmla="*/ 969401 w 985888"/>
                    <a:gd name="connsiteY48" fmla="*/ 1256986 h 2987354"/>
                    <a:gd name="connsiteX49" fmla="*/ 929558 w 985888"/>
                    <a:gd name="connsiteY49" fmla="*/ 1164792 h 2987354"/>
                    <a:gd name="connsiteX50" fmla="*/ 861745 w 985888"/>
                    <a:gd name="connsiteY50" fmla="*/ 1082122 h 2987354"/>
                    <a:gd name="connsiteX51" fmla="*/ 761409 w 985888"/>
                    <a:gd name="connsiteY51" fmla="*/ 987277 h 2987354"/>
                    <a:gd name="connsiteX52" fmla="*/ 714144 w 985888"/>
                    <a:gd name="connsiteY52" fmla="*/ 929611 h 2987354"/>
                    <a:gd name="connsiteX53" fmla="*/ 693175 w 985888"/>
                    <a:gd name="connsiteY53" fmla="*/ 821356 h 2987354"/>
                    <a:gd name="connsiteX54" fmla="*/ 677994 w 985888"/>
                    <a:gd name="connsiteY54" fmla="*/ 694663 h 2987354"/>
                    <a:gd name="connsiteX55" fmla="*/ 673533 w 985888"/>
                    <a:gd name="connsiteY55" fmla="*/ 623295 h 2987354"/>
                    <a:gd name="connsiteX56" fmla="*/ 660152 w 985888"/>
                    <a:gd name="connsiteY56" fmla="*/ 538546 h 2987354"/>
                    <a:gd name="connsiteX57" fmla="*/ 642310 w 985888"/>
                    <a:gd name="connsiteY57" fmla="*/ 284298 h 2987354"/>
                    <a:gd name="connsiteX58" fmla="*/ 637849 w 985888"/>
                    <a:gd name="connsiteY58" fmla="*/ 154944 h 2987354"/>
                    <a:gd name="connsiteX59" fmla="*/ 649720 w 985888"/>
                    <a:gd name="connsiteY59" fmla="*/ 107655 h 2987354"/>
                    <a:gd name="connsiteX60" fmla="*/ 722599 w 985888"/>
                    <a:gd name="connsiteY60" fmla="*/ 74655 h 2987354"/>
                    <a:gd name="connsiteX61" fmla="*/ 652741 w 985888"/>
                    <a:gd name="connsiteY61" fmla="*/ 38670 h 2987354"/>
                    <a:gd name="connsiteX62" fmla="*/ 609007 w 985888"/>
                    <a:gd name="connsiteY62" fmla="*/ 0 h 29873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</a:cxnLst>
                  <a:rect l="l" t="t" r="r" b="b"/>
                  <a:pathLst>
                    <a:path w="985888" h="2987354">
                      <a:moveTo>
                        <a:pt x="0" y="2987354"/>
                      </a:moveTo>
                      <a:cubicBezTo>
                        <a:pt x="7434" y="2985867"/>
                        <a:pt x="15400" y="2986030"/>
                        <a:pt x="22302" y="2982893"/>
                      </a:cubicBezTo>
                      <a:cubicBezTo>
                        <a:pt x="32063" y="2978456"/>
                        <a:pt x="49065" y="2965051"/>
                        <a:pt x="49065" y="2965051"/>
                      </a:cubicBezTo>
                      <a:cubicBezTo>
                        <a:pt x="52039" y="2960591"/>
                        <a:pt x="53800" y="2955019"/>
                        <a:pt x="57986" y="2951670"/>
                      </a:cubicBezTo>
                      <a:cubicBezTo>
                        <a:pt x="61658" y="2948733"/>
                        <a:pt x="67162" y="2949313"/>
                        <a:pt x="71368" y="2947210"/>
                      </a:cubicBezTo>
                      <a:cubicBezTo>
                        <a:pt x="83787" y="2941001"/>
                        <a:pt x="88266" y="2934771"/>
                        <a:pt x="98130" y="2924907"/>
                      </a:cubicBezTo>
                      <a:cubicBezTo>
                        <a:pt x="99617" y="2920447"/>
                        <a:pt x="100739" y="2915847"/>
                        <a:pt x="102591" y="2911526"/>
                      </a:cubicBezTo>
                      <a:cubicBezTo>
                        <a:pt x="105210" y="2905414"/>
                        <a:pt x="109409" y="2899992"/>
                        <a:pt x="111512" y="2893684"/>
                      </a:cubicBezTo>
                      <a:cubicBezTo>
                        <a:pt x="113909" y="2886491"/>
                        <a:pt x="114327" y="2878782"/>
                        <a:pt x="115972" y="2871381"/>
                      </a:cubicBezTo>
                      <a:cubicBezTo>
                        <a:pt x="117302" y="2865397"/>
                        <a:pt x="118946" y="2859486"/>
                        <a:pt x="120433" y="2853539"/>
                      </a:cubicBezTo>
                      <a:cubicBezTo>
                        <a:pt x="121920" y="2835697"/>
                        <a:pt x="122916" y="2817807"/>
                        <a:pt x="124893" y="2800013"/>
                      </a:cubicBezTo>
                      <a:cubicBezTo>
                        <a:pt x="125892" y="2791025"/>
                        <a:pt x="124962" y="2781157"/>
                        <a:pt x="129354" y="2773251"/>
                      </a:cubicBezTo>
                      <a:cubicBezTo>
                        <a:pt x="132452" y="2767675"/>
                        <a:pt x="166102" y="2748525"/>
                        <a:pt x="169498" y="2746488"/>
                      </a:cubicBezTo>
                      <a:cubicBezTo>
                        <a:pt x="231024" y="2750882"/>
                        <a:pt x="247302" y="2783932"/>
                        <a:pt x="297541" y="2766090"/>
                      </a:cubicBezTo>
                      <a:cubicBezTo>
                        <a:pt x="333889" y="2753181"/>
                        <a:pt x="367247" y="2664712"/>
                        <a:pt x="374681" y="2639436"/>
                      </a:cubicBezTo>
                      <a:cubicBezTo>
                        <a:pt x="373194" y="2623081"/>
                        <a:pt x="372390" y="2606649"/>
                        <a:pt x="370220" y="2590371"/>
                      </a:cubicBezTo>
                      <a:cubicBezTo>
                        <a:pt x="369410" y="2584294"/>
                        <a:pt x="368502" y="2578012"/>
                        <a:pt x="365760" y="2572529"/>
                      </a:cubicBezTo>
                      <a:cubicBezTo>
                        <a:pt x="360039" y="2561088"/>
                        <a:pt x="347922" y="2550231"/>
                        <a:pt x="338997" y="2541305"/>
                      </a:cubicBezTo>
                      <a:cubicBezTo>
                        <a:pt x="331002" y="2517323"/>
                        <a:pt x="333499" y="2533210"/>
                        <a:pt x="343457" y="2496700"/>
                      </a:cubicBezTo>
                      <a:cubicBezTo>
                        <a:pt x="345070" y="2490786"/>
                        <a:pt x="345503" y="2484493"/>
                        <a:pt x="347918" y="2478858"/>
                      </a:cubicBezTo>
                      <a:cubicBezTo>
                        <a:pt x="353770" y="2465205"/>
                        <a:pt x="365184" y="2458715"/>
                        <a:pt x="374681" y="2447635"/>
                      </a:cubicBezTo>
                      <a:cubicBezTo>
                        <a:pt x="378170" y="2443565"/>
                        <a:pt x="380628" y="2438714"/>
                        <a:pt x="383602" y="2434253"/>
                      </a:cubicBezTo>
                      <a:cubicBezTo>
                        <a:pt x="398597" y="2389265"/>
                        <a:pt x="375712" y="2459063"/>
                        <a:pt x="392523" y="2403030"/>
                      </a:cubicBezTo>
                      <a:cubicBezTo>
                        <a:pt x="395225" y="2394023"/>
                        <a:pt x="398470" y="2385188"/>
                        <a:pt x="401444" y="2376267"/>
                      </a:cubicBezTo>
                      <a:lnTo>
                        <a:pt x="405904" y="2362886"/>
                      </a:lnTo>
                      <a:cubicBezTo>
                        <a:pt x="418413" y="2275329"/>
                        <a:pt x="424920" y="2250630"/>
                        <a:pt x="435328" y="2211229"/>
                      </a:cubicBezTo>
                      <a:cubicBezTo>
                        <a:pt x="445736" y="2171828"/>
                        <a:pt x="456056" y="2165585"/>
                        <a:pt x="468351" y="2126480"/>
                      </a:cubicBezTo>
                      <a:cubicBezTo>
                        <a:pt x="480646" y="2087375"/>
                        <a:pt x="493487" y="2021948"/>
                        <a:pt x="509099" y="1976600"/>
                      </a:cubicBezTo>
                      <a:cubicBezTo>
                        <a:pt x="524711" y="1931252"/>
                        <a:pt x="552457" y="1895574"/>
                        <a:pt x="562021" y="1854390"/>
                      </a:cubicBezTo>
                      <a:cubicBezTo>
                        <a:pt x="571585" y="1813206"/>
                        <a:pt x="572461" y="1783307"/>
                        <a:pt x="566482" y="1729496"/>
                      </a:cubicBezTo>
                      <a:cubicBezTo>
                        <a:pt x="565963" y="1724823"/>
                        <a:pt x="563508" y="1720575"/>
                        <a:pt x="562021" y="1716115"/>
                      </a:cubicBezTo>
                      <a:cubicBezTo>
                        <a:pt x="563508" y="1690839"/>
                        <a:pt x="566619" y="1665563"/>
                        <a:pt x="578514" y="1640287"/>
                      </a:cubicBezTo>
                      <a:cubicBezTo>
                        <a:pt x="590409" y="1615011"/>
                        <a:pt x="616809" y="1582300"/>
                        <a:pt x="633389" y="1564458"/>
                      </a:cubicBezTo>
                      <a:cubicBezTo>
                        <a:pt x="649969" y="1546616"/>
                        <a:pt x="660357" y="1544993"/>
                        <a:pt x="677994" y="1533235"/>
                      </a:cubicBezTo>
                      <a:cubicBezTo>
                        <a:pt x="677999" y="1533231"/>
                        <a:pt x="704752" y="1515396"/>
                        <a:pt x="704757" y="1515393"/>
                      </a:cubicBezTo>
                      <a:lnTo>
                        <a:pt x="722599" y="1506472"/>
                      </a:lnTo>
                      <a:cubicBezTo>
                        <a:pt x="729390" y="1503051"/>
                        <a:pt x="741045" y="1496354"/>
                        <a:pt x="745505" y="1494867"/>
                      </a:cubicBezTo>
                      <a:cubicBezTo>
                        <a:pt x="767808" y="1496354"/>
                        <a:pt x="790351" y="1506768"/>
                        <a:pt x="802888" y="1506472"/>
                      </a:cubicBezTo>
                      <a:cubicBezTo>
                        <a:pt x="815425" y="1506176"/>
                        <a:pt x="818119" y="1500052"/>
                        <a:pt x="820729" y="1493091"/>
                      </a:cubicBezTo>
                      <a:cubicBezTo>
                        <a:pt x="823391" y="1485992"/>
                        <a:pt x="817756" y="1478222"/>
                        <a:pt x="816269" y="1470788"/>
                      </a:cubicBezTo>
                      <a:cubicBezTo>
                        <a:pt x="817756" y="1458893"/>
                        <a:pt x="814782" y="1445512"/>
                        <a:pt x="820729" y="1435104"/>
                      </a:cubicBezTo>
                      <a:cubicBezTo>
                        <a:pt x="823062" y="1431022"/>
                        <a:pt x="830199" y="1436957"/>
                        <a:pt x="834111" y="1439565"/>
                      </a:cubicBezTo>
                      <a:cubicBezTo>
                        <a:pt x="839359" y="1443064"/>
                        <a:pt x="842703" y="1448841"/>
                        <a:pt x="847492" y="1452946"/>
                      </a:cubicBezTo>
                      <a:cubicBezTo>
                        <a:pt x="853136" y="1457784"/>
                        <a:pt x="859387" y="1461867"/>
                        <a:pt x="865334" y="1466328"/>
                      </a:cubicBezTo>
                      <a:cubicBezTo>
                        <a:pt x="875742" y="1464841"/>
                        <a:pt x="886926" y="1466081"/>
                        <a:pt x="896558" y="1461867"/>
                      </a:cubicBezTo>
                      <a:cubicBezTo>
                        <a:pt x="910817" y="1455629"/>
                        <a:pt x="937541" y="1437053"/>
                        <a:pt x="950084" y="1421723"/>
                      </a:cubicBezTo>
                      <a:cubicBezTo>
                        <a:pt x="959499" y="1410216"/>
                        <a:pt x="976847" y="1386039"/>
                        <a:pt x="976847" y="1386039"/>
                      </a:cubicBezTo>
                      <a:cubicBezTo>
                        <a:pt x="978296" y="1378793"/>
                        <a:pt x="987009" y="1358482"/>
                        <a:pt x="985768" y="1336973"/>
                      </a:cubicBezTo>
                      <a:cubicBezTo>
                        <a:pt x="984527" y="1315464"/>
                        <a:pt x="978769" y="1285683"/>
                        <a:pt x="969401" y="1256986"/>
                      </a:cubicBezTo>
                      <a:cubicBezTo>
                        <a:pt x="960033" y="1228289"/>
                        <a:pt x="947501" y="1193936"/>
                        <a:pt x="929558" y="1164792"/>
                      </a:cubicBezTo>
                      <a:cubicBezTo>
                        <a:pt x="911615" y="1135648"/>
                        <a:pt x="888579" y="1112898"/>
                        <a:pt x="861745" y="1082122"/>
                      </a:cubicBezTo>
                      <a:cubicBezTo>
                        <a:pt x="834911" y="1051346"/>
                        <a:pt x="786009" y="1012696"/>
                        <a:pt x="761409" y="987277"/>
                      </a:cubicBezTo>
                      <a:cubicBezTo>
                        <a:pt x="736809" y="961858"/>
                        <a:pt x="725516" y="957265"/>
                        <a:pt x="714144" y="929611"/>
                      </a:cubicBezTo>
                      <a:cubicBezTo>
                        <a:pt x="702772" y="901958"/>
                        <a:pt x="699200" y="860514"/>
                        <a:pt x="693175" y="821356"/>
                      </a:cubicBezTo>
                      <a:cubicBezTo>
                        <a:pt x="687150" y="782198"/>
                        <a:pt x="688976" y="760560"/>
                        <a:pt x="677994" y="694663"/>
                      </a:cubicBezTo>
                      <a:cubicBezTo>
                        <a:pt x="676507" y="670874"/>
                        <a:pt x="676239" y="646977"/>
                        <a:pt x="673533" y="623295"/>
                      </a:cubicBezTo>
                      <a:cubicBezTo>
                        <a:pt x="670286" y="594880"/>
                        <a:pt x="660152" y="538546"/>
                        <a:pt x="660152" y="538546"/>
                      </a:cubicBezTo>
                      <a:cubicBezTo>
                        <a:pt x="645930" y="311005"/>
                        <a:pt x="654666" y="395513"/>
                        <a:pt x="642310" y="284298"/>
                      </a:cubicBezTo>
                      <a:cubicBezTo>
                        <a:pt x="640823" y="241180"/>
                        <a:pt x="636614" y="184384"/>
                        <a:pt x="637849" y="154944"/>
                      </a:cubicBezTo>
                      <a:cubicBezTo>
                        <a:pt x="639084" y="125504"/>
                        <a:pt x="635595" y="121036"/>
                        <a:pt x="649720" y="107655"/>
                      </a:cubicBezTo>
                      <a:cubicBezTo>
                        <a:pt x="663845" y="94274"/>
                        <a:pt x="722096" y="86152"/>
                        <a:pt x="722599" y="74655"/>
                      </a:cubicBezTo>
                      <a:cubicBezTo>
                        <a:pt x="723102" y="63158"/>
                        <a:pt x="687892" y="42805"/>
                        <a:pt x="652741" y="38670"/>
                      </a:cubicBezTo>
                      <a:cubicBezTo>
                        <a:pt x="633412" y="29006"/>
                        <a:pt x="614211" y="7434"/>
                        <a:pt x="609007" y="0"/>
                      </a:cubicBezTo>
                    </a:path>
                  </a:pathLst>
                </a:custGeom>
                <a:grpFill/>
                <a:ln w="1905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74" name="자유형: 도형 773">
                  <a:extLst>
                    <a:ext uri="{FF2B5EF4-FFF2-40B4-BE49-F238E27FC236}">
                      <a16:creationId xmlns:a16="http://schemas.microsoft.com/office/drawing/2014/main" id="{3BE8A27D-0B21-E613-CED3-657033D728FB}"/>
                    </a:ext>
                  </a:extLst>
                </p:cNvPr>
                <p:cNvSpPr/>
                <p:nvPr/>
              </p:nvSpPr>
              <p:spPr>
                <a:xfrm>
                  <a:off x="5775158" y="5165558"/>
                  <a:ext cx="109913" cy="2506"/>
                </a:xfrm>
                <a:custGeom>
                  <a:avLst/>
                  <a:gdLst>
                    <a:gd name="connsiteX0" fmla="*/ 112295 w 112295"/>
                    <a:gd name="connsiteY0" fmla="*/ 12031 h 12031"/>
                    <a:gd name="connsiteX1" fmla="*/ 0 w 112295"/>
                    <a:gd name="connsiteY1" fmla="*/ 0 h 12031"/>
                    <a:gd name="connsiteX0" fmla="*/ 109913 w 109913"/>
                    <a:gd name="connsiteY0" fmla="*/ 2506 h 2506"/>
                    <a:gd name="connsiteX1" fmla="*/ 0 w 109913"/>
                    <a:gd name="connsiteY1" fmla="*/ 0 h 25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9913" h="2506">
                      <a:moveTo>
                        <a:pt x="109913" y="2506"/>
                      </a:moveTo>
                      <a:cubicBezTo>
                        <a:pt x="72481" y="-1504"/>
                        <a:pt x="37432" y="4010"/>
                        <a:pt x="0" y="0"/>
                      </a:cubicBezTo>
                    </a:path>
                  </a:pathLst>
                </a:custGeom>
                <a:grpFill/>
                <a:ln w="1905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757" name="타원 756">
                <a:extLst>
                  <a:ext uri="{FF2B5EF4-FFF2-40B4-BE49-F238E27FC236}">
                    <a16:creationId xmlns:a16="http://schemas.microsoft.com/office/drawing/2014/main" id="{003E113A-C766-D73B-1DCA-023F8B5CBBB0}"/>
                  </a:ext>
                </a:extLst>
              </p:cNvPr>
              <p:cNvSpPr/>
              <p:nvPr/>
            </p:nvSpPr>
            <p:spPr>
              <a:xfrm>
                <a:off x="6044435" y="4035325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8" name="타원 757">
                <a:extLst>
                  <a:ext uri="{FF2B5EF4-FFF2-40B4-BE49-F238E27FC236}">
                    <a16:creationId xmlns:a16="http://schemas.microsoft.com/office/drawing/2014/main" id="{D6E241EB-0A5D-FEBA-4D92-C511D0AA9C74}"/>
                  </a:ext>
                </a:extLst>
              </p:cNvPr>
              <p:cNvSpPr/>
              <p:nvPr/>
            </p:nvSpPr>
            <p:spPr>
              <a:xfrm>
                <a:off x="5939183" y="4317019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9" name="타원 758">
                <a:extLst>
                  <a:ext uri="{FF2B5EF4-FFF2-40B4-BE49-F238E27FC236}">
                    <a16:creationId xmlns:a16="http://schemas.microsoft.com/office/drawing/2014/main" id="{FC8EAD92-778C-3EF4-4828-F5C5A38CD7C9}"/>
                  </a:ext>
                </a:extLst>
              </p:cNvPr>
              <p:cNvSpPr/>
              <p:nvPr/>
            </p:nvSpPr>
            <p:spPr>
              <a:xfrm>
                <a:off x="5881541" y="4476841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0" name="타원 759">
                <a:extLst>
                  <a:ext uri="{FF2B5EF4-FFF2-40B4-BE49-F238E27FC236}">
                    <a16:creationId xmlns:a16="http://schemas.microsoft.com/office/drawing/2014/main" id="{6C31F8AD-41E8-69EB-687B-6E1275A32001}"/>
                  </a:ext>
                </a:extLst>
              </p:cNvPr>
              <p:cNvSpPr/>
              <p:nvPr/>
            </p:nvSpPr>
            <p:spPr>
              <a:xfrm>
                <a:off x="5844861" y="4620946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1" name="타원 760">
                <a:extLst>
                  <a:ext uri="{FF2B5EF4-FFF2-40B4-BE49-F238E27FC236}">
                    <a16:creationId xmlns:a16="http://schemas.microsoft.com/office/drawing/2014/main" id="{AAC1BD15-FE75-0602-54FE-74FABA06DA51}"/>
                  </a:ext>
                </a:extLst>
              </p:cNvPr>
              <p:cNvSpPr/>
              <p:nvPr/>
            </p:nvSpPr>
            <p:spPr>
              <a:xfrm>
                <a:off x="5737440" y="4964173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2" name="타원 761">
                <a:extLst>
                  <a:ext uri="{FF2B5EF4-FFF2-40B4-BE49-F238E27FC236}">
                    <a16:creationId xmlns:a16="http://schemas.microsoft.com/office/drawing/2014/main" id="{1D3FFE74-5EB7-F5F7-3245-697EAB7D184A}"/>
                  </a:ext>
                </a:extLst>
              </p:cNvPr>
              <p:cNvSpPr/>
              <p:nvPr/>
            </p:nvSpPr>
            <p:spPr>
              <a:xfrm>
                <a:off x="5870239" y="5138415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3" name="타원 762">
                <a:extLst>
                  <a:ext uri="{FF2B5EF4-FFF2-40B4-BE49-F238E27FC236}">
                    <a16:creationId xmlns:a16="http://schemas.microsoft.com/office/drawing/2014/main" id="{97920D41-B696-341F-DC84-35828D20F2E0}"/>
                  </a:ext>
                </a:extLst>
              </p:cNvPr>
              <p:cNvSpPr/>
              <p:nvPr/>
            </p:nvSpPr>
            <p:spPr>
              <a:xfrm>
                <a:off x="5728756" y="5198631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4" name="타원 763">
                <a:extLst>
                  <a:ext uri="{FF2B5EF4-FFF2-40B4-BE49-F238E27FC236}">
                    <a16:creationId xmlns:a16="http://schemas.microsoft.com/office/drawing/2014/main" id="{60FEC3D4-69C2-7F92-00BF-26AA30107459}"/>
                  </a:ext>
                </a:extLst>
              </p:cNvPr>
              <p:cNvSpPr/>
              <p:nvPr/>
            </p:nvSpPr>
            <p:spPr>
              <a:xfrm>
                <a:off x="5681595" y="5258892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5" name="타원 764">
                <a:extLst>
                  <a:ext uri="{FF2B5EF4-FFF2-40B4-BE49-F238E27FC236}">
                    <a16:creationId xmlns:a16="http://schemas.microsoft.com/office/drawing/2014/main" id="{D36AAE4D-5E53-0002-7FDF-76B6D9E8AB00}"/>
                  </a:ext>
                </a:extLst>
              </p:cNvPr>
              <p:cNvSpPr/>
              <p:nvPr/>
            </p:nvSpPr>
            <p:spPr>
              <a:xfrm>
                <a:off x="5380288" y="5496852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6" name="타원 765">
                <a:extLst>
                  <a:ext uri="{FF2B5EF4-FFF2-40B4-BE49-F238E27FC236}">
                    <a16:creationId xmlns:a16="http://schemas.microsoft.com/office/drawing/2014/main" id="{F19AD197-CDA1-D53E-8E6E-255510FAC424}"/>
                  </a:ext>
                </a:extLst>
              </p:cNvPr>
              <p:cNvSpPr/>
              <p:nvPr/>
            </p:nvSpPr>
            <p:spPr>
              <a:xfrm>
                <a:off x="6240940" y="3954103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7" name="타원 766">
                <a:extLst>
                  <a:ext uri="{FF2B5EF4-FFF2-40B4-BE49-F238E27FC236}">
                    <a16:creationId xmlns:a16="http://schemas.microsoft.com/office/drawing/2014/main" id="{0FCFE2B6-A283-1DD0-40B1-97271511B28B}"/>
                  </a:ext>
                </a:extLst>
              </p:cNvPr>
              <p:cNvSpPr/>
              <p:nvPr/>
            </p:nvSpPr>
            <p:spPr>
              <a:xfrm>
                <a:off x="6330022" y="3909563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8" name="타원 767">
                <a:extLst>
                  <a:ext uri="{FF2B5EF4-FFF2-40B4-BE49-F238E27FC236}">
                    <a16:creationId xmlns:a16="http://schemas.microsoft.com/office/drawing/2014/main" id="{3AAAF1BD-EC02-2508-9F02-FB40FDC73656}"/>
                  </a:ext>
                </a:extLst>
              </p:cNvPr>
              <p:cNvSpPr/>
              <p:nvPr/>
            </p:nvSpPr>
            <p:spPr>
              <a:xfrm>
                <a:off x="6272381" y="3634081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9" name="타원 768">
                <a:extLst>
                  <a:ext uri="{FF2B5EF4-FFF2-40B4-BE49-F238E27FC236}">
                    <a16:creationId xmlns:a16="http://schemas.microsoft.com/office/drawing/2014/main" id="{1C45EF47-1ACE-6346-F90E-48685260C383}"/>
                  </a:ext>
                </a:extLst>
              </p:cNvPr>
              <p:cNvSpPr/>
              <p:nvPr/>
            </p:nvSpPr>
            <p:spPr>
              <a:xfrm>
                <a:off x="6081206" y="3434957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70" name="타원 769">
                <a:extLst>
                  <a:ext uri="{FF2B5EF4-FFF2-40B4-BE49-F238E27FC236}">
                    <a16:creationId xmlns:a16="http://schemas.microsoft.com/office/drawing/2014/main" id="{2C50FAC8-3DAB-BC76-6360-AA8A46188613}"/>
                  </a:ext>
                </a:extLst>
              </p:cNvPr>
              <p:cNvSpPr/>
              <p:nvPr/>
            </p:nvSpPr>
            <p:spPr>
              <a:xfrm>
                <a:off x="6015614" y="2758983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71" name="타원 770">
                <a:extLst>
                  <a:ext uri="{FF2B5EF4-FFF2-40B4-BE49-F238E27FC236}">
                    <a16:creationId xmlns:a16="http://schemas.microsoft.com/office/drawing/2014/main" id="{774AEBD8-ACE2-11CF-BBCB-711425F53B3E}"/>
                  </a:ext>
                </a:extLst>
              </p:cNvPr>
              <p:cNvSpPr/>
              <p:nvPr/>
            </p:nvSpPr>
            <p:spPr>
              <a:xfrm>
                <a:off x="5984175" y="2507457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72" name="타원 771">
                <a:extLst>
                  <a:ext uri="{FF2B5EF4-FFF2-40B4-BE49-F238E27FC236}">
                    <a16:creationId xmlns:a16="http://schemas.microsoft.com/office/drawing/2014/main" id="{0FEBC7D6-8DC4-418F-116A-FAF81DD4E624}"/>
                  </a:ext>
                </a:extLst>
              </p:cNvPr>
              <p:cNvSpPr/>
              <p:nvPr/>
            </p:nvSpPr>
            <p:spPr>
              <a:xfrm>
                <a:off x="6088977" y="2579472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735" name="그룹 734">
              <a:extLst>
                <a:ext uri="{FF2B5EF4-FFF2-40B4-BE49-F238E27FC236}">
                  <a16:creationId xmlns:a16="http://schemas.microsoft.com/office/drawing/2014/main" id="{2F014AA1-BB18-D72D-2469-DF6D685344E9}"/>
                </a:ext>
              </a:extLst>
            </p:cNvPr>
            <p:cNvGrpSpPr/>
            <p:nvPr/>
          </p:nvGrpSpPr>
          <p:grpSpPr>
            <a:xfrm>
              <a:off x="8070589" y="2606749"/>
              <a:ext cx="1990371" cy="2957784"/>
              <a:chOff x="6034512" y="2513627"/>
              <a:chExt cx="1874246" cy="2785218"/>
            </a:xfrm>
            <a:noFill/>
          </p:grpSpPr>
          <p:grpSp>
            <p:nvGrpSpPr>
              <p:cNvPr id="736" name="그룹 735">
                <a:extLst>
                  <a:ext uri="{FF2B5EF4-FFF2-40B4-BE49-F238E27FC236}">
                    <a16:creationId xmlns:a16="http://schemas.microsoft.com/office/drawing/2014/main" id="{125F7ABC-137B-38BB-7DF2-B94AEB49206F}"/>
                  </a:ext>
                </a:extLst>
              </p:cNvPr>
              <p:cNvGrpSpPr/>
              <p:nvPr/>
            </p:nvGrpSpPr>
            <p:grpSpPr>
              <a:xfrm>
                <a:off x="6055895" y="2538663"/>
                <a:ext cx="1852863" cy="2719136"/>
                <a:chOff x="6055895" y="2538663"/>
                <a:chExt cx="1852863" cy="2719136"/>
              </a:xfrm>
              <a:grpFill/>
            </p:grpSpPr>
            <p:sp>
              <p:nvSpPr>
                <p:cNvPr id="752" name="자유형: 도형 751">
                  <a:extLst>
                    <a:ext uri="{FF2B5EF4-FFF2-40B4-BE49-F238E27FC236}">
                      <a16:creationId xmlns:a16="http://schemas.microsoft.com/office/drawing/2014/main" id="{22260E79-70DC-A2FC-EF2D-AA03979735D8}"/>
                    </a:ext>
                  </a:extLst>
                </p:cNvPr>
                <p:cNvSpPr/>
                <p:nvPr/>
              </p:nvSpPr>
              <p:spPr>
                <a:xfrm>
                  <a:off x="7455037" y="4498308"/>
                  <a:ext cx="215203" cy="735429"/>
                </a:xfrm>
                <a:custGeom>
                  <a:avLst/>
                  <a:gdLst>
                    <a:gd name="connsiteX0" fmla="*/ 8061 w 208644"/>
                    <a:gd name="connsiteY0" fmla="*/ 0 h 733927"/>
                    <a:gd name="connsiteX1" fmla="*/ 4050 w 208644"/>
                    <a:gd name="connsiteY1" fmla="*/ 128337 h 733927"/>
                    <a:gd name="connsiteX2" fmla="*/ 39 w 208644"/>
                    <a:gd name="connsiteY2" fmla="*/ 152400 h 733927"/>
                    <a:gd name="connsiteX3" fmla="*/ 12071 w 208644"/>
                    <a:gd name="connsiteY3" fmla="*/ 208548 h 733927"/>
                    <a:gd name="connsiteX4" fmla="*/ 24103 w 208644"/>
                    <a:gd name="connsiteY4" fmla="*/ 280737 h 733927"/>
                    <a:gd name="connsiteX5" fmla="*/ 28113 w 208644"/>
                    <a:gd name="connsiteY5" fmla="*/ 352927 h 733927"/>
                    <a:gd name="connsiteX6" fmla="*/ 32124 w 208644"/>
                    <a:gd name="connsiteY6" fmla="*/ 397043 h 733927"/>
                    <a:gd name="connsiteX7" fmla="*/ 36134 w 208644"/>
                    <a:gd name="connsiteY7" fmla="*/ 409074 h 733927"/>
                    <a:gd name="connsiteX8" fmla="*/ 56187 w 208644"/>
                    <a:gd name="connsiteY8" fmla="*/ 441158 h 733927"/>
                    <a:gd name="connsiteX9" fmla="*/ 72229 w 208644"/>
                    <a:gd name="connsiteY9" fmla="*/ 457200 h 733927"/>
                    <a:gd name="connsiteX10" fmla="*/ 88271 w 208644"/>
                    <a:gd name="connsiteY10" fmla="*/ 465222 h 733927"/>
                    <a:gd name="connsiteX11" fmla="*/ 100303 w 208644"/>
                    <a:gd name="connsiteY11" fmla="*/ 473243 h 733927"/>
                    <a:gd name="connsiteX12" fmla="*/ 124366 w 208644"/>
                    <a:gd name="connsiteY12" fmla="*/ 497306 h 733927"/>
                    <a:gd name="connsiteX13" fmla="*/ 140408 w 208644"/>
                    <a:gd name="connsiteY13" fmla="*/ 513348 h 733927"/>
                    <a:gd name="connsiteX14" fmla="*/ 156450 w 208644"/>
                    <a:gd name="connsiteY14" fmla="*/ 525379 h 733927"/>
                    <a:gd name="connsiteX15" fmla="*/ 180513 w 208644"/>
                    <a:gd name="connsiteY15" fmla="*/ 549443 h 733927"/>
                    <a:gd name="connsiteX16" fmla="*/ 200566 w 208644"/>
                    <a:gd name="connsiteY16" fmla="*/ 585537 h 733927"/>
                    <a:gd name="connsiteX17" fmla="*/ 208587 w 208644"/>
                    <a:gd name="connsiteY17" fmla="*/ 629653 h 733927"/>
                    <a:gd name="connsiteX18" fmla="*/ 200566 w 208644"/>
                    <a:gd name="connsiteY18" fmla="*/ 669758 h 733927"/>
                    <a:gd name="connsiteX19" fmla="*/ 196555 w 208644"/>
                    <a:gd name="connsiteY19" fmla="*/ 681790 h 733927"/>
                    <a:gd name="connsiteX20" fmla="*/ 188534 w 208644"/>
                    <a:gd name="connsiteY20" fmla="*/ 713874 h 733927"/>
                    <a:gd name="connsiteX21" fmla="*/ 196555 w 208644"/>
                    <a:gd name="connsiteY21" fmla="*/ 725906 h 733927"/>
                    <a:gd name="connsiteX22" fmla="*/ 208587 w 208644"/>
                    <a:gd name="connsiteY22" fmla="*/ 733927 h 733927"/>
                    <a:gd name="connsiteX0" fmla="*/ 17222 w 208644"/>
                    <a:gd name="connsiteY0" fmla="*/ 0 h 759036"/>
                    <a:gd name="connsiteX1" fmla="*/ 4050 w 208644"/>
                    <a:gd name="connsiteY1" fmla="*/ 153446 h 759036"/>
                    <a:gd name="connsiteX2" fmla="*/ 39 w 208644"/>
                    <a:gd name="connsiteY2" fmla="*/ 177509 h 759036"/>
                    <a:gd name="connsiteX3" fmla="*/ 12071 w 208644"/>
                    <a:gd name="connsiteY3" fmla="*/ 233657 h 759036"/>
                    <a:gd name="connsiteX4" fmla="*/ 24103 w 208644"/>
                    <a:gd name="connsiteY4" fmla="*/ 305846 h 759036"/>
                    <a:gd name="connsiteX5" fmla="*/ 28113 w 208644"/>
                    <a:gd name="connsiteY5" fmla="*/ 378036 h 759036"/>
                    <a:gd name="connsiteX6" fmla="*/ 32124 w 208644"/>
                    <a:gd name="connsiteY6" fmla="*/ 422152 h 759036"/>
                    <a:gd name="connsiteX7" fmla="*/ 36134 w 208644"/>
                    <a:gd name="connsiteY7" fmla="*/ 434183 h 759036"/>
                    <a:gd name="connsiteX8" fmla="*/ 56187 w 208644"/>
                    <a:gd name="connsiteY8" fmla="*/ 466267 h 759036"/>
                    <a:gd name="connsiteX9" fmla="*/ 72229 w 208644"/>
                    <a:gd name="connsiteY9" fmla="*/ 482309 h 759036"/>
                    <a:gd name="connsiteX10" fmla="*/ 88271 w 208644"/>
                    <a:gd name="connsiteY10" fmla="*/ 490331 h 759036"/>
                    <a:gd name="connsiteX11" fmla="*/ 100303 w 208644"/>
                    <a:gd name="connsiteY11" fmla="*/ 498352 h 759036"/>
                    <a:gd name="connsiteX12" fmla="*/ 124366 w 208644"/>
                    <a:gd name="connsiteY12" fmla="*/ 522415 h 759036"/>
                    <a:gd name="connsiteX13" fmla="*/ 140408 w 208644"/>
                    <a:gd name="connsiteY13" fmla="*/ 538457 h 759036"/>
                    <a:gd name="connsiteX14" fmla="*/ 156450 w 208644"/>
                    <a:gd name="connsiteY14" fmla="*/ 550488 h 759036"/>
                    <a:gd name="connsiteX15" fmla="*/ 180513 w 208644"/>
                    <a:gd name="connsiteY15" fmla="*/ 574552 h 759036"/>
                    <a:gd name="connsiteX16" fmla="*/ 200566 w 208644"/>
                    <a:gd name="connsiteY16" fmla="*/ 610646 h 759036"/>
                    <a:gd name="connsiteX17" fmla="*/ 208587 w 208644"/>
                    <a:gd name="connsiteY17" fmla="*/ 654762 h 759036"/>
                    <a:gd name="connsiteX18" fmla="*/ 200566 w 208644"/>
                    <a:gd name="connsiteY18" fmla="*/ 694867 h 759036"/>
                    <a:gd name="connsiteX19" fmla="*/ 196555 w 208644"/>
                    <a:gd name="connsiteY19" fmla="*/ 706899 h 759036"/>
                    <a:gd name="connsiteX20" fmla="*/ 188534 w 208644"/>
                    <a:gd name="connsiteY20" fmla="*/ 738983 h 759036"/>
                    <a:gd name="connsiteX21" fmla="*/ 196555 w 208644"/>
                    <a:gd name="connsiteY21" fmla="*/ 751015 h 759036"/>
                    <a:gd name="connsiteX22" fmla="*/ 208587 w 208644"/>
                    <a:gd name="connsiteY22" fmla="*/ 759036 h 759036"/>
                    <a:gd name="connsiteX0" fmla="*/ 18502 w 209924"/>
                    <a:gd name="connsiteY0" fmla="*/ 0 h 759036"/>
                    <a:gd name="connsiteX1" fmla="*/ 5330 w 209924"/>
                    <a:gd name="connsiteY1" fmla="*/ 153446 h 759036"/>
                    <a:gd name="connsiteX2" fmla="*/ 1319 w 209924"/>
                    <a:gd name="connsiteY2" fmla="*/ 177509 h 759036"/>
                    <a:gd name="connsiteX3" fmla="*/ 13351 w 209924"/>
                    <a:gd name="connsiteY3" fmla="*/ 233657 h 759036"/>
                    <a:gd name="connsiteX4" fmla="*/ 25383 w 209924"/>
                    <a:gd name="connsiteY4" fmla="*/ 305846 h 759036"/>
                    <a:gd name="connsiteX5" fmla="*/ 29393 w 209924"/>
                    <a:gd name="connsiteY5" fmla="*/ 378036 h 759036"/>
                    <a:gd name="connsiteX6" fmla="*/ 33404 w 209924"/>
                    <a:gd name="connsiteY6" fmla="*/ 422152 h 759036"/>
                    <a:gd name="connsiteX7" fmla="*/ 37414 w 209924"/>
                    <a:gd name="connsiteY7" fmla="*/ 434183 h 759036"/>
                    <a:gd name="connsiteX8" fmla="*/ 57467 w 209924"/>
                    <a:gd name="connsiteY8" fmla="*/ 466267 h 759036"/>
                    <a:gd name="connsiteX9" fmla="*/ 73509 w 209924"/>
                    <a:gd name="connsiteY9" fmla="*/ 482309 h 759036"/>
                    <a:gd name="connsiteX10" fmla="*/ 89551 w 209924"/>
                    <a:gd name="connsiteY10" fmla="*/ 490331 h 759036"/>
                    <a:gd name="connsiteX11" fmla="*/ 101583 w 209924"/>
                    <a:gd name="connsiteY11" fmla="*/ 498352 h 759036"/>
                    <a:gd name="connsiteX12" fmla="*/ 125646 w 209924"/>
                    <a:gd name="connsiteY12" fmla="*/ 522415 h 759036"/>
                    <a:gd name="connsiteX13" fmla="*/ 141688 w 209924"/>
                    <a:gd name="connsiteY13" fmla="*/ 538457 h 759036"/>
                    <a:gd name="connsiteX14" fmla="*/ 157730 w 209924"/>
                    <a:gd name="connsiteY14" fmla="*/ 550488 h 759036"/>
                    <a:gd name="connsiteX15" fmla="*/ 181793 w 209924"/>
                    <a:gd name="connsiteY15" fmla="*/ 574552 h 759036"/>
                    <a:gd name="connsiteX16" fmla="*/ 201846 w 209924"/>
                    <a:gd name="connsiteY16" fmla="*/ 610646 h 759036"/>
                    <a:gd name="connsiteX17" fmla="*/ 209867 w 209924"/>
                    <a:gd name="connsiteY17" fmla="*/ 654762 h 759036"/>
                    <a:gd name="connsiteX18" fmla="*/ 201846 w 209924"/>
                    <a:gd name="connsiteY18" fmla="*/ 694867 h 759036"/>
                    <a:gd name="connsiteX19" fmla="*/ 197835 w 209924"/>
                    <a:gd name="connsiteY19" fmla="*/ 706899 h 759036"/>
                    <a:gd name="connsiteX20" fmla="*/ 189814 w 209924"/>
                    <a:gd name="connsiteY20" fmla="*/ 738983 h 759036"/>
                    <a:gd name="connsiteX21" fmla="*/ 197835 w 209924"/>
                    <a:gd name="connsiteY21" fmla="*/ 751015 h 759036"/>
                    <a:gd name="connsiteX22" fmla="*/ 209867 w 209924"/>
                    <a:gd name="connsiteY22" fmla="*/ 759036 h 759036"/>
                    <a:gd name="connsiteX0" fmla="*/ 26357 w 217779"/>
                    <a:gd name="connsiteY0" fmla="*/ 0 h 759036"/>
                    <a:gd name="connsiteX1" fmla="*/ 13185 w 217779"/>
                    <a:gd name="connsiteY1" fmla="*/ 153446 h 759036"/>
                    <a:gd name="connsiteX2" fmla="*/ 13 w 217779"/>
                    <a:gd name="connsiteY2" fmla="*/ 181693 h 759036"/>
                    <a:gd name="connsiteX3" fmla="*/ 21206 w 217779"/>
                    <a:gd name="connsiteY3" fmla="*/ 233657 h 759036"/>
                    <a:gd name="connsiteX4" fmla="*/ 33238 w 217779"/>
                    <a:gd name="connsiteY4" fmla="*/ 305846 h 759036"/>
                    <a:gd name="connsiteX5" fmla="*/ 37248 w 217779"/>
                    <a:gd name="connsiteY5" fmla="*/ 378036 h 759036"/>
                    <a:gd name="connsiteX6" fmla="*/ 41259 w 217779"/>
                    <a:gd name="connsiteY6" fmla="*/ 422152 h 759036"/>
                    <a:gd name="connsiteX7" fmla="*/ 45269 w 217779"/>
                    <a:gd name="connsiteY7" fmla="*/ 434183 h 759036"/>
                    <a:gd name="connsiteX8" fmla="*/ 65322 w 217779"/>
                    <a:gd name="connsiteY8" fmla="*/ 466267 h 759036"/>
                    <a:gd name="connsiteX9" fmla="*/ 81364 w 217779"/>
                    <a:gd name="connsiteY9" fmla="*/ 482309 h 759036"/>
                    <a:gd name="connsiteX10" fmla="*/ 97406 w 217779"/>
                    <a:gd name="connsiteY10" fmla="*/ 490331 h 759036"/>
                    <a:gd name="connsiteX11" fmla="*/ 109438 w 217779"/>
                    <a:gd name="connsiteY11" fmla="*/ 498352 h 759036"/>
                    <a:gd name="connsiteX12" fmla="*/ 133501 w 217779"/>
                    <a:gd name="connsiteY12" fmla="*/ 522415 h 759036"/>
                    <a:gd name="connsiteX13" fmla="*/ 149543 w 217779"/>
                    <a:gd name="connsiteY13" fmla="*/ 538457 h 759036"/>
                    <a:gd name="connsiteX14" fmla="*/ 165585 w 217779"/>
                    <a:gd name="connsiteY14" fmla="*/ 550488 h 759036"/>
                    <a:gd name="connsiteX15" fmla="*/ 189648 w 217779"/>
                    <a:gd name="connsiteY15" fmla="*/ 574552 h 759036"/>
                    <a:gd name="connsiteX16" fmla="*/ 209701 w 217779"/>
                    <a:gd name="connsiteY16" fmla="*/ 610646 h 759036"/>
                    <a:gd name="connsiteX17" fmla="*/ 217722 w 217779"/>
                    <a:gd name="connsiteY17" fmla="*/ 654762 h 759036"/>
                    <a:gd name="connsiteX18" fmla="*/ 209701 w 217779"/>
                    <a:gd name="connsiteY18" fmla="*/ 694867 h 759036"/>
                    <a:gd name="connsiteX19" fmla="*/ 205690 w 217779"/>
                    <a:gd name="connsiteY19" fmla="*/ 706899 h 759036"/>
                    <a:gd name="connsiteX20" fmla="*/ 197669 w 217779"/>
                    <a:gd name="connsiteY20" fmla="*/ 738983 h 759036"/>
                    <a:gd name="connsiteX21" fmla="*/ 205690 w 217779"/>
                    <a:gd name="connsiteY21" fmla="*/ 751015 h 759036"/>
                    <a:gd name="connsiteX22" fmla="*/ 217722 w 217779"/>
                    <a:gd name="connsiteY22" fmla="*/ 759036 h 759036"/>
                    <a:gd name="connsiteX0" fmla="*/ 18502 w 209924"/>
                    <a:gd name="connsiteY0" fmla="*/ 0 h 759036"/>
                    <a:gd name="connsiteX1" fmla="*/ 5330 w 209924"/>
                    <a:gd name="connsiteY1" fmla="*/ 153446 h 759036"/>
                    <a:gd name="connsiteX2" fmla="*/ 13351 w 209924"/>
                    <a:gd name="connsiteY2" fmla="*/ 233657 h 759036"/>
                    <a:gd name="connsiteX3" fmla="*/ 25383 w 209924"/>
                    <a:gd name="connsiteY3" fmla="*/ 305846 h 759036"/>
                    <a:gd name="connsiteX4" fmla="*/ 29393 w 209924"/>
                    <a:gd name="connsiteY4" fmla="*/ 378036 h 759036"/>
                    <a:gd name="connsiteX5" fmla="*/ 33404 w 209924"/>
                    <a:gd name="connsiteY5" fmla="*/ 422152 h 759036"/>
                    <a:gd name="connsiteX6" fmla="*/ 37414 w 209924"/>
                    <a:gd name="connsiteY6" fmla="*/ 434183 h 759036"/>
                    <a:gd name="connsiteX7" fmla="*/ 57467 w 209924"/>
                    <a:gd name="connsiteY7" fmla="*/ 466267 h 759036"/>
                    <a:gd name="connsiteX8" fmla="*/ 73509 w 209924"/>
                    <a:gd name="connsiteY8" fmla="*/ 482309 h 759036"/>
                    <a:gd name="connsiteX9" fmla="*/ 89551 w 209924"/>
                    <a:gd name="connsiteY9" fmla="*/ 490331 h 759036"/>
                    <a:gd name="connsiteX10" fmla="*/ 101583 w 209924"/>
                    <a:gd name="connsiteY10" fmla="*/ 498352 h 759036"/>
                    <a:gd name="connsiteX11" fmla="*/ 125646 w 209924"/>
                    <a:gd name="connsiteY11" fmla="*/ 522415 h 759036"/>
                    <a:gd name="connsiteX12" fmla="*/ 141688 w 209924"/>
                    <a:gd name="connsiteY12" fmla="*/ 538457 h 759036"/>
                    <a:gd name="connsiteX13" fmla="*/ 157730 w 209924"/>
                    <a:gd name="connsiteY13" fmla="*/ 550488 h 759036"/>
                    <a:gd name="connsiteX14" fmla="*/ 181793 w 209924"/>
                    <a:gd name="connsiteY14" fmla="*/ 574552 h 759036"/>
                    <a:gd name="connsiteX15" fmla="*/ 201846 w 209924"/>
                    <a:gd name="connsiteY15" fmla="*/ 610646 h 759036"/>
                    <a:gd name="connsiteX16" fmla="*/ 209867 w 209924"/>
                    <a:gd name="connsiteY16" fmla="*/ 654762 h 759036"/>
                    <a:gd name="connsiteX17" fmla="*/ 201846 w 209924"/>
                    <a:gd name="connsiteY17" fmla="*/ 694867 h 759036"/>
                    <a:gd name="connsiteX18" fmla="*/ 197835 w 209924"/>
                    <a:gd name="connsiteY18" fmla="*/ 706899 h 759036"/>
                    <a:gd name="connsiteX19" fmla="*/ 189814 w 209924"/>
                    <a:gd name="connsiteY19" fmla="*/ 738983 h 759036"/>
                    <a:gd name="connsiteX20" fmla="*/ 197835 w 209924"/>
                    <a:gd name="connsiteY20" fmla="*/ 751015 h 759036"/>
                    <a:gd name="connsiteX21" fmla="*/ 209867 w 209924"/>
                    <a:gd name="connsiteY21" fmla="*/ 759036 h 759036"/>
                    <a:gd name="connsiteX0" fmla="*/ 26945 w 218367"/>
                    <a:gd name="connsiteY0" fmla="*/ 0 h 759036"/>
                    <a:gd name="connsiteX1" fmla="*/ 31 w 218367"/>
                    <a:gd name="connsiteY1" fmla="*/ 153446 h 759036"/>
                    <a:gd name="connsiteX2" fmla="*/ 21794 w 218367"/>
                    <a:gd name="connsiteY2" fmla="*/ 233657 h 759036"/>
                    <a:gd name="connsiteX3" fmla="*/ 33826 w 218367"/>
                    <a:gd name="connsiteY3" fmla="*/ 305846 h 759036"/>
                    <a:gd name="connsiteX4" fmla="*/ 37836 w 218367"/>
                    <a:gd name="connsiteY4" fmla="*/ 378036 h 759036"/>
                    <a:gd name="connsiteX5" fmla="*/ 41847 w 218367"/>
                    <a:gd name="connsiteY5" fmla="*/ 422152 h 759036"/>
                    <a:gd name="connsiteX6" fmla="*/ 45857 w 218367"/>
                    <a:gd name="connsiteY6" fmla="*/ 434183 h 759036"/>
                    <a:gd name="connsiteX7" fmla="*/ 65910 w 218367"/>
                    <a:gd name="connsiteY7" fmla="*/ 466267 h 759036"/>
                    <a:gd name="connsiteX8" fmla="*/ 81952 w 218367"/>
                    <a:gd name="connsiteY8" fmla="*/ 482309 h 759036"/>
                    <a:gd name="connsiteX9" fmla="*/ 97994 w 218367"/>
                    <a:gd name="connsiteY9" fmla="*/ 490331 h 759036"/>
                    <a:gd name="connsiteX10" fmla="*/ 110026 w 218367"/>
                    <a:gd name="connsiteY10" fmla="*/ 498352 h 759036"/>
                    <a:gd name="connsiteX11" fmla="*/ 134089 w 218367"/>
                    <a:gd name="connsiteY11" fmla="*/ 522415 h 759036"/>
                    <a:gd name="connsiteX12" fmla="*/ 150131 w 218367"/>
                    <a:gd name="connsiteY12" fmla="*/ 538457 h 759036"/>
                    <a:gd name="connsiteX13" fmla="*/ 166173 w 218367"/>
                    <a:gd name="connsiteY13" fmla="*/ 550488 h 759036"/>
                    <a:gd name="connsiteX14" fmla="*/ 190236 w 218367"/>
                    <a:gd name="connsiteY14" fmla="*/ 574552 h 759036"/>
                    <a:gd name="connsiteX15" fmla="*/ 210289 w 218367"/>
                    <a:gd name="connsiteY15" fmla="*/ 610646 h 759036"/>
                    <a:gd name="connsiteX16" fmla="*/ 218310 w 218367"/>
                    <a:gd name="connsiteY16" fmla="*/ 654762 h 759036"/>
                    <a:gd name="connsiteX17" fmla="*/ 210289 w 218367"/>
                    <a:gd name="connsiteY17" fmla="*/ 694867 h 759036"/>
                    <a:gd name="connsiteX18" fmla="*/ 206278 w 218367"/>
                    <a:gd name="connsiteY18" fmla="*/ 706899 h 759036"/>
                    <a:gd name="connsiteX19" fmla="*/ 198257 w 218367"/>
                    <a:gd name="connsiteY19" fmla="*/ 738983 h 759036"/>
                    <a:gd name="connsiteX20" fmla="*/ 206278 w 218367"/>
                    <a:gd name="connsiteY20" fmla="*/ 751015 h 759036"/>
                    <a:gd name="connsiteX21" fmla="*/ 218310 w 218367"/>
                    <a:gd name="connsiteY21" fmla="*/ 759036 h 759036"/>
                    <a:gd name="connsiteX0" fmla="*/ 26945 w 245793"/>
                    <a:gd name="connsiteY0" fmla="*/ 0 h 767406"/>
                    <a:gd name="connsiteX1" fmla="*/ 31 w 245793"/>
                    <a:gd name="connsiteY1" fmla="*/ 153446 h 767406"/>
                    <a:gd name="connsiteX2" fmla="*/ 21794 w 245793"/>
                    <a:gd name="connsiteY2" fmla="*/ 233657 h 767406"/>
                    <a:gd name="connsiteX3" fmla="*/ 33826 w 245793"/>
                    <a:gd name="connsiteY3" fmla="*/ 305846 h 767406"/>
                    <a:gd name="connsiteX4" fmla="*/ 37836 w 245793"/>
                    <a:gd name="connsiteY4" fmla="*/ 378036 h 767406"/>
                    <a:gd name="connsiteX5" fmla="*/ 41847 w 245793"/>
                    <a:gd name="connsiteY5" fmla="*/ 422152 h 767406"/>
                    <a:gd name="connsiteX6" fmla="*/ 45857 w 245793"/>
                    <a:gd name="connsiteY6" fmla="*/ 434183 h 767406"/>
                    <a:gd name="connsiteX7" fmla="*/ 65910 w 245793"/>
                    <a:gd name="connsiteY7" fmla="*/ 466267 h 767406"/>
                    <a:gd name="connsiteX8" fmla="*/ 81952 w 245793"/>
                    <a:gd name="connsiteY8" fmla="*/ 482309 h 767406"/>
                    <a:gd name="connsiteX9" fmla="*/ 97994 w 245793"/>
                    <a:gd name="connsiteY9" fmla="*/ 490331 h 767406"/>
                    <a:gd name="connsiteX10" fmla="*/ 110026 w 245793"/>
                    <a:gd name="connsiteY10" fmla="*/ 498352 h 767406"/>
                    <a:gd name="connsiteX11" fmla="*/ 134089 w 245793"/>
                    <a:gd name="connsiteY11" fmla="*/ 522415 h 767406"/>
                    <a:gd name="connsiteX12" fmla="*/ 150131 w 245793"/>
                    <a:gd name="connsiteY12" fmla="*/ 538457 h 767406"/>
                    <a:gd name="connsiteX13" fmla="*/ 166173 w 245793"/>
                    <a:gd name="connsiteY13" fmla="*/ 550488 h 767406"/>
                    <a:gd name="connsiteX14" fmla="*/ 190236 w 245793"/>
                    <a:gd name="connsiteY14" fmla="*/ 574552 h 767406"/>
                    <a:gd name="connsiteX15" fmla="*/ 210289 w 245793"/>
                    <a:gd name="connsiteY15" fmla="*/ 610646 h 767406"/>
                    <a:gd name="connsiteX16" fmla="*/ 218310 w 245793"/>
                    <a:gd name="connsiteY16" fmla="*/ 654762 h 767406"/>
                    <a:gd name="connsiteX17" fmla="*/ 210289 w 245793"/>
                    <a:gd name="connsiteY17" fmla="*/ 694867 h 767406"/>
                    <a:gd name="connsiteX18" fmla="*/ 206278 w 245793"/>
                    <a:gd name="connsiteY18" fmla="*/ 706899 h 767406"/>
                    <a:gd name="connsiteX19" fmla="*/ 198257 w 245793"/>
                    <a:gd name="connsiteY19" fmla="*/ 738983 h 767406"/>
                    <a:gd name="connsiteX20" fmla="*/ 206278 w 245793"/>
                    <a:gd name="connsiteY20" fmla="*/ 751015 h 767406"/>
                    <a:gd name="connsiteX21" fmla="*/ 245793 w 245793"/>
                    <a:gd name="connsiteY21" fmla="*/ 767406 h 7674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5793" h="767406">
                      <a:moveTo>
                        <a:pt x="26945" y="0"/>
                      </a:moveTo>
                      <a:cubicBezTo>
                        <a:pt x="-6457" y="55334"/>
                        <a:pt x="2281" y="110705"/>
                        <a:pt x="31" y="153446"/>
                      </a:cubicBezTo>
                      <a:cubicBezTo>
                        <a:pt x="-827" y="192389"/>
                        <a:pt x="16162" y="208257"/>
                        <a:pt x="21794" y="233657"/>
                      </a:cubicBezTo>
                      <a:cubicBezTo>
                        <a:pt x="27426" y="259057"/>
                        <a:pt x="29581" y="271887"/>
                        <a:pt x="33826" y="305846"/>
                      </a:cubicBezTo>
                      <a:cubicBezTo>
                        <a:pt x="35163" y="329909"/>
                        <a:pt x="36178" y="353993"/>
                        <a:pt x="37836" y="378036"/>
                      </a:cubicBezTo>
                      <a:cubicBezTo>
                        <a:pt x="38852" y="392767"/>
                        <a:pt x="39759" y="407534"/>
                        <a:pt x="41847" y="422152"/>
                      </a:cubicBezTo>
                      <a:cubicBezTo>
                        <a:pt x="42445" y="426337"/>
                        <a:pt x="44192" y="430298"/>
                        <a:pt x="45857" y="434183"/>
                      </a:cubicBezTo>
                      <a:cubicBezTo>
                        <a:pt x="51549" y="447466"/>
                        <a:pt x="56236" y="455212"/>
                        <a:pt x="65910" y="466267"/>
                      </a:cubicBezTo>
                      <a:cubicBezTo>
                        <a:pt x="70890" y="471958"/>
                        <a:pt x="75902" y="477772"/>
                        <a:pt x="81952" y="482309"/>
                      </a:cubicBezTo>
                      <a:cubicBezTo>
                        <a:pt x="86735" y="485896"/>
                        <a:pt x="92803" y="487365"/>
                        <a:pt x="97994" y="490331"/>
                      </a:cubicBezTo>
                      <a:cubicBezTo>
                        <a:pt x="102179" y="492723"/>
                        <a:pt x="106015" y="495678"/>
                        <a:pt x="110026" y="498352"/>
                      </a:cubicBezTo>
                      <a:cubicBezTo>
                        <a:pt x="124624" y="520249"/>
                        <a:pt x="110212" y="501522"/>
                        <a:pt x="134089" y="522415"/>
                      </a:cubicBezTo>
                      <a:cubicBezTo>
                        <a:pt x="139780" y="527395"/>
                        <a:pt x="144440" y="533477"/>
                        <a:pt x="150131" y="538457"/>
                      </a:cubicBezTo>
                      <a:cubicBezTo>
                        <a:pt x="155161" y="542858"/>
                        <a:pt x="161205" y="546017"/>
                        <a:pt x="166173" y="550488"/>
                      </a:cubicBezTo>
                      <a:cubicBezTo>
                        <a:pt x="174605" y="558077"/>
                        <a:pt x="184399" y="564825"/>
                        <a:pt x="190236" y="574552"/>
                      </a:cubicBezTo>
                      <a:cubicBezTo>
                        <a:pt x="205344" y="599730"/>
                        <a:pt x="198782" y="587632"/>
                        <a:pt x="210289" y="610646"/>
                      </a:cubicBezTo>
                      <a:cubicBezTo>
                        <a:pt x="213399" y="623089"/>
                        <a:pt x="218994" y="643133"/>
                        <a:pt x="218310" y="654762"/>
                      </a:cubicBezTo>
                      <a:cubicBezTo>
                        <a:pt x="217510" y="668372"/>
                        <a:pt x="213355" y="681583"/>
                        <a:pt x="210289" y="694867"/>
                      </a:cubicBezTo>
                      <a:cubicBezTo>
                        <a:pt x="209338" y="698986"/>
                        <a:pt x="207390" y="702820"/>
                        <a:pt x="206278" y="706899"/>
                      </a:cubicBezTo>
                      <a:cubicBezTo>
                        <a:pt x="203377" y="717534"/>
                        <a:pt x="198257" y="738983"/>
                        <a:pt x="198257" y="738983"/>
                      </a:cubicBezTo>
                      <a:cubicBezTo>
                        <a:pt x="200931" y="742994"/>
                        <a:pt x="202870" y="747607"/>
                        <a:pt x="206278" y="751015"/>
                      </a:cubicBezTo>
                      <a:cubicBezTo>
                        <a:pt x="209686" y="754423"/>
                        <a:pt x="245793" y="767406"/>
                        <a:pt x="245793" y="767406"/>
                      </a:cubicBezTo>
                    </a:path>
                  </a:pathLst>
                </a:custGeom>
                <a:grpFill/>
                <a:ln w="19050">
                  <a:solidFill>
                    <a:srgbClr val="EE44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53" name="자유형: 도형 752">
                  <a:extLst>
                    <a:ext uri="{FF2B5EF4-FFF2-40B4-BE49-F238E27FC236}">
                      <a16:creationId xmlns:a16="http://schemas.microsoft.com/office/drawing/2014/main" id="{0D73A645-0B72-4A4C-081D-5BE6F817A4BA}"/>
                    </a:ext>
                  </a:extLst>
                </p:cNvPr>
                <p:cNvSpPr/>
                <p:nvPr/>
              </p:nvSpPr>
              <p:spPr>
                <a:xfrm>
                  <a:off x="6055895" y="2538663"/>
                  <a:ext cx="364958" cy="1371600"/>
                </a:xfrm>
                <a:custGeom>
                  <a:avLst/>
                  <a:gdLst>
                    <a:gd name="connsiteX0" fmla="*/ 0 w 364958"/>
                    <a:gd name="connsiteY0" fmla="*/ 0 h 1371600"/>
                    <a:gd name="connsiteX1" fmla="*/ 20052 w 364958"/>
                    <a:gd name="connsiteY1" fmla="*/ 16042 h 1371600"/>
                    <a:gd name="connsiteX2" fmla="*/ 32084 w 364958"/>
                    <a:gd name="connsiteY2" fmla="*/ 28074 h 1371600"/>
                    <a:gd name="connsiteX3" fmla="*/ 44116 w 364958"/>
                    <a:gd name="connsiteY3" fmla="*/ 32084 h 1371600"/>
                    <a:gd name="connsiteX4" fmla="*/ 80210 w 364958"/>
                    <a:gd name="connsiteY4" fmla="*/ 40105 h 1371600"/>
                    <a:gd name="connsiteX5" fmla="*/ 96252 w 364958"/>
                    <a:gd name="connsiteY5" fmla="*/ 48126 h 1371600"/>
                    <a:gd name="connsiteX6" fmla="*/ 84221 w 364958"/>
                    <a:gd name="connsiteY6" fmla="*/ 60158 h 1371600"/>
                    <a:gd name="connsiteX7" fmla="*/ 72189 w 364958"/>
                    <a:gd name="connsiteY7" fmla="*/ 64169 h 1371600"/>
                    <a:gd name="connsiteX8" fmla="*/ 44116 w 364958"/>
                    <a:gd name="connsiteY8" fmla="*/ 84221 h 1371600"/>
                    <a:gd name="connsiteX9" fmla="*/ 36094 w 364958"/>
                    <a:gd name="connsiteY9" fmla="*/ 92242 h 1371600"/>
                    <a:gd name="connsiteX10" fmla="*/ 20052 w 364958"/>
                    <a:gd name="connsiteY10" fmla="*/ 104274 h 1371600"/>
                    <a:gd name="connsiteX11" fmla="*/ 24063 w 364958"/>
                    <a:gd name="connsiteY11" fmla="*/ 140369 h 1371600"/>
                    <a:gd name="connsiteX12" fmla="*/ 32084 w 364958"/>
                    <a:gd name="connsiteY12" fmla="*/ 152400 h 1371600"/>
                    <a:gd name="connsiteX13" fmla="*/ 36094 w 364958"/>
                    <a:gd name="connsiteY13" fmla="*/ 172453 h 1371600"/>
                    <a:gd name="connsiteX14" fmla="*/ 44116 w 364958"/>
                    <a:gd name="connsiteY14" fmla="*/ 220579 h 1371600"/>
                    <a:gd name="connsiteX15" fmla="*/ 40105 w 364958"/>
                    <a:gd name="connsiteY15" fmla="*/ 280737 h 1371600"/>
                    <a:gd name="connsiteX16" fmla="*/ 32084 w 364958"/>
                    <a:gd name="connsiteY16" fmla="*/ 304800 h 1371600"/>
                    <a:gd name="connsiteX17" fmla="*/ 36094 w 364958"/>
                    <a:gd name="connsiteY17" fmla="*/ 401053 h 1371600"/>
                    <a:gd name="connsiteX18" fmla="*/ 40105 w 364958"/>
                    <a:gd name="connsiteY18" fmla="*/ 425116 h 1371600"/>
                    <a:gd name="connsiteX19" fmla="*/ 44116 w 364958"/>
                    <a:gd name="connsiteY19" fmla="*/ 453190 h 1371600"/>
                    <a:gd name="connsiteX20" fmla="*/ 56147 w 364958"/>
                    <a:gd name="connsiteY20" fmla="*/ 537411 h 1371600"/>
                    <a:gd name="connsiteX21" fmla="*/ 64168 w 364958"/>
                    <a:gd name="connsiteY21" fmla="*/ 629653 h 1371600"/>
                    <a:gd name="connsiteX22" fmla="*/ 72189 w 364958"/>
                    <a:gd name="connsiteY22" fmla="*/ 749969 h 1371600"/>
                    <a:gd name="connsiteX23" fmla="*/ 76200 w 364958"/>
                    <a:gd name="connsiteY23" fmla="*/ 778042 h 1371600"/>
                    <a:gd name="connsiteX24" fmla="*/ 84221 w 364958"/>
                    <a:gd name="connsiteY24" fmla="*/ 802105 h 1371600"/>
                    <a:gd name="connsiteX25" fmla="*/ 96252 w 364958"/>
                    <a:gd name="connsiteY25" fmla="*/ 878305 h 1371600"/>
                    <a:gd name="connsiteX26" fmla="*/ 104273 w 364958"/>
                    <a:gd name="connsiteY26" fmla="*/ 910390 h 1371600"/>
                    <a:gd name="connsiteX27" fmla="*/ 120316 w 364958"/>
                    <a:gd name="connsiteY27" fmla="*/ 934453 h 1371600"/>
                    <a:gd name="connsiteX28" fmla="*/ 140368 w 364958"/>
                    <a:gd name="connsiteY28" fmla="*/ 966537 h 1371600"/>
                    <a:gd name="connsiteX29" fmla="*/ 164431 w 364958"/>
                    <a:gd name="connsiteY29" fmla="*/ 990600 h 1371600"/>
                    <a:gd name="connsiteX30" fmla="*/ 184484 w 364958"/>
                    <a:gd name="connsiteY30" fmla="*/ 1014663 h 1371600"/>
                    <a:gd name="connsiteX31" fmla="*/ 192505 w 364958"/>
                    <a:gd name="connsiteY31" fmla="*/ 1026695 h 1371600"/>
                    <a:gd name="connsiteX32" fmla="*/ 208547 w 364958"/>
                    <a:gd name="connsiteY32" fmla="*/ 1042737 h 1371600"/>
                    <a:gd name="connsiteX33" fmla="*/ 220579 w 364958"/>
                    <a:gd name="connsiteY33" fmla="*/ 1058779 h 1371600"/>
                    <a:gd name="connsiteX34" fmla="*/ 228600 w 364958"/>
                    <a:gd name="connsiteY34" fmla="*/ 1070811 h 1371600"/>
                    <a:gd name="connsiteX35" fmla="*/ 252663 w 364958"/>
                    <a:gd name="connsiteY35" fmla="*/ 1094874 h 1371600"/>
                    <a:gd name="connsiteX36" fmla="*/ 260684 w 364958"/>
                    <a:gd name="connsiteY36" fmla="*/ 1106905 h 1371600"/>
                    <a:gd name="connsiteX37" fmla="*/ 296779 w 364958"/>
                    <a:gd name="connsiteY37" fmla="*/ 1130969 h 1371600"/>
                    <a:gd name="connsiteX38" fmla="*/ 316831 w 364958"/>
                    <a:gd name="connsiteY38" fmla="*/ 1175084 h 1371600"/>
                    <a:gd name="connsiteX39" fmla="*/ 320842 w 364958"/>
                    <a:gd name="connsiteY39" fmla="*/ 1199148 h 1371600"/>
                    <a:gd name="connsiteX40" fmla="*/ 328863 w 364958"/>
                    <a:gd name="connsiteY40" fmla="*/ 1215190 h 1371600"/>
                    <a:gd name="connsiteX41" fmla="*/ 340894 w 364958"/>
                    <a:gd name="connsiteY41" fmla="*/ 1331495 h 1371600"/>
                    <a:gd name="connsiteX42" fmla="*/ 356937 w 364958"/>
                    <a:gd name="connsiteY42" fmla="*/ 1363579 h 1371600"/>
                    <a:gd name="connsiteX43" fmla="*/ 364958 w 364958"/>
                    <a:gd name="connsiteY43" fmla="*/ 1371600 h 1371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364958" h="1371600">
                      <a:moveTo>
                        <a:pt x="0" y="0"/>
                      </a:moveTo>
                      <a:cubicBezTo>
                        <a:pt x="6684" y="5347"/>
                        <a:pt x="13610" y="10405"/>
                        <a:pt x="20052" y="16042"/>
                      </a:cubicBezTo>
                      <a:cubicBezTo>
                        <a:pt x="24321" y="19777"/>
                        <a:pt x="27365" y="24928"/>
                        <a:pt x="32084" y="28074"/>
                      </a:cubicBezTo>
                      <a:cubicBezTo>
                        <a:pt x="35602" y="30419"/>
                        <a:pt x="40051" y="30923"/>
                        <a:pt x="44116" y="32084"/>
                      </a:cubicBezTo>
                      <a:cubicBezTo>
                        <a:pt x="57343" y="35863"/>
                        <a:pt x="66413" y="37346"/>
                        <a:pt x="80210" y="40105"/>
                      </a:cubicBezTo>
                      <a:cubicBezTo>
                        <a:pt x="85557" y="42779"/>
                        <a:pt x="95079" y="42264"/>
                        <a:pt x="96252" y="48126"/>
                      </a:cubicBezTo>
                      <a:cubicBezTo>
                        <a:pt x="97364" y="53688"/>
                        <a:pt x="88940" y="57012"/>
                        <a:pt x="84221" y="60158"/>
                      </a:cubicBezTo>
                      <a:cubicBezTo>
                        <a:pt x="80703" y="62503"/>
                        <a:pt x="75970" y="62278"/>
                        <a:pt x="72189" y="64169"/>
                      </a:cubicBezTo>
                      <a:cubicBezTo>
                        <a:pt x="66982" y="66773"/>
                        <a:pt x="46838" y="81953"/>
                        <a:pt x="44116" y="84221"/>
                      </a:cubicBezTo>
                      <a:cubicBezTo>
                        <a:pt x="41211" y="86642"/>
                        <a:pt x="38999" y="89821"/>
                        <a:pt x="36094" y="92242"/>
                      </a:cubicBezTo>
                      <a:cubicBezTo>
                        <a:pt x="30959" y="96521"/>
                        <a:pt x="25399" y="100263"/>
                        <a:pt x="20052" y="104274"/>
                      </a:cubicBezTo>
                      <a:cubicBezTo>
                        <a:pt x="21389" y="116306"/>
                        <a:pt x="21127" y="128625"/>
                        <a:pt x="24063" y="140369"/>
                      </a:cubicBezTo>
                      <a:cubicBezTo>
                        <a:pt x="25232" y="145045"/>
                        <a:pt x="30392" y="147887"/>
                        <a:pt x="32084" y="152400"/>
                      </a:cubicBezTo>
                      <a:cubicBezTo>
                        <a:pt x="34477" y="158783"/>
                        <a:pt x="34909" y="165740"/>
                        <a:pt x="36094" y="172453"/>
                      </a:cubicBezTo>
                      <a:cubicBezTo>
                        <a:pt x="38920" y="188469"/>
                        <a:pt x="44116" y="220579"/>
                        <a:pt x="44116" y="220579"/>
                      </a:cubicBezTo>
                      <a:cubicBezTo>
                        <a:pt x="42779" y="240632"/>
                        <a:pt x="42947" y="260842"/>
                        <a:pt x="40105" y="280737"/>
                      </a:cubicBezTo>
                      <a:cubicBezTo>
                        <a:pt x="38909" y="289107"/>
                        <a:pt x="32084" y="304800"/>
                        <a:pt x="32084" y="304800"/>
                      </a:cubicBezTo>
                      <a:cubicBezTo>
                        <a:pt x="33421" y="336884"/>
                        <a:pt x="33958" y="369012"/>
                        <a:pt x="36094" y="401053"/>
                      </a:cubicBezTo>
                      <a:cubicBezTo>
                        <a:pt x="36635" y="409167"/>
                        <a:pt x="38868" y="417079"/>
                        <a:pt x="40105" y="425116"/>
                      </a:cubicBezTo>
                      <a:cubicBezTo>
                        <a:pt x="41543" y="434459"/>
                        <a:pt x="42679" y="443847"/>
                        <a:pt x="44116" y="453190"/>
                      </a:cubicBezTo>
                      <a:cubicBezTo>
                        <a:pt x="48425" y="481198"/>
                        <a:pt x="53579" y="509158"/>
                        <a:pt x="56147" y="537411"/>
                      </a:cubicBezTo>
                      <a:cubicBezTo>
                        <a:pt x="68331" y="671432"/>
                        <a:pt x="53370" y="532458"/>
                        <a:pt x="64168" y="629653"/>
                      </a:cubicBezTo>
                      <a:cubicBezTo>
                        <a:pt x="67483" y="699253"/>
                        <a:pt x="65624" y="697446"/>
                        <a:pt x="72189" y="749969"/>
                      </a:cubicBezTo>
                      <a:cubicBezTo>
                        <a:pt x="73361" y="759349"/>
                        <a:pt x="74074" y="768831"/>
                        <a:pt x="76200" y="778042"/>
                      </a:cubicBezTo>
                      <a:cubicBezTo>
                        <a:pt x="78101" y="786280"/>
                        <a:pt x="81547" y="794084"/>
                        <a:pt x="84221" y="802105"/>
                      </a:cubicBezTo>
                      <a:cubicBezTo>
                        <a:pt x="88430" y="835780"/>
                        <a:pt x="88598" y="841947"/>
                        <a:pt x="96252" y="878305"/>
                      </a:cubicBezTo>
                      <a:cubicBezTo>
                        <a:pt x="98523" y="889093"/>
                        <a:pt x="99343" y="900530"/>
                        <a:pt x="104273" y="910390"/>
                      </a:cubicBezTo>
                      <a:cubicBezTo>
                        <a:pt x="128513" y="958871"/>
                        <a:pt x="98877" y="903827"/>
                        <a:pt x="120316" y="934453"/>
                      </a:cubicBezTo>
                      <a:cubicBezTo>
                        <a:pt x="127548" y="944785"/>
                        <a:pt x="131450" y="957619"/>
                        <a:pt x="140368" y="966537"/>
                      </a:cubicBezTo>
                      <a:cubicBezTo>
                        <a:pt x="148389" y="974558"/>
                        <a:pt x="158139" y="981162"/>
                        <a:pt x="164431" y="990600"/>
                      </a:cubicBezTo>
                      <a:cubicBezTo>
                        <a:pt x="184346" y="1020473"/>
                        <a:pt x="158750" y="983783"/>
                        <a:pt x="184484" y="1014663"/>
                      </a:cubicBezTo>
                      <a:cubicBezTo>
                        <a:pt x="187570" y="1018366"/>
                        <a:pt x="189368" y="1023035"/>
                        <a:pt x="192505" y="1026695"/>
                      </a:cubicBezTo>
                      <a:cubicBezTo>
                        <a:pt x="197426" y="1032437"/>
                        <a:pt x="203567" y="1037046"/>
                        <a:pt x="208547" y="1042737"/>
                      </a:cubicBezTo>
                      <a:cubicBezTo>
                        <a:pt x="212949" y="1047767"/>
                        <a:pt x="216694" y="1053340"/>
                        <a:pt x="220579" y="1058779"/>
                      </a:cubicBezTo>
                      <a:cubicBezTo>
                        <a:pt x="223381" y="1062701"/>
                        <a:pt x="225398" y="1067208"/>
                        <a:pt x="228600" y="1070811"/>
                      </a:cubicBezTo>
                      <a:cubicBezTo>
                        <a:pt x="236136" y="1079289"/>
                        <a:pt x="246371" y="1085436"/>
                        <a:pt x="252663" y="1094874"/>
                      </a:cubicBezTo>
                      <a:cubicBezTo>
                        <a:pt x="255337" y="1098884"/>
                        <a:pt x="256828" y="1104013"/>
                        <a:pt x="260684" y="1106905"/>
                      </a:cubicBezTo>
                      <a:cubicBezTo>
                        <a:pt x="318954" y="1150607"/>
                        <a:pt x="259979" y="1094169"/>
                        <a:pt x="296779" y="1130969"/>
                      </a:cubicBezTo>
                      <a:cubicBezTo>
                        <a:pt x="307265" y="1162427"/>
                        <a:pt x="300450" y="1147782"/>
                        <a:pt x="316831" y="1175084"/>
                      </a:cubicBezTo>
                      <a:cubicBezTo>
                        <a:pt x="318168" y="1183105"/>
                        <a:pt x="318505" y="1191359"/>
                        <a:pt x="320842" y="1199148"/>
                      </a:cubicBezTo>
                      <a:cubicBezTo>
                        <a:pt x="322560" y="1204874"/>
                        <a:pt x="327976" y="1209278"/>
                        <a:pt x="328863" y="1215190"/>
                      </a:cubicBezTo>
                      <a:cubicBezTo>
                        <a:pt x="335998" y="1262761"/>
                        <a:pt x="327950" y="1286192"/>
                        <a:pt x="340894" y="1331495"/>
                      </a:cubicBezTo>
                      <a:cubicBezTo>
                        <a:pt x="344179" y="1342992"/>
                        <a:pt x="348482" y="1355124"/>
                        <a:pt x="356937" y="1363579"/>
                      </a:cubicBezTo>
                      <a:lnTo>
                        <a:pt x="364958" y="1371600"/>
                      </a:lnTo>
                    </a:path>
                  </a:pathLst>
                </a:custGeom>
                <a:grpFill/>
                <a:ln w="19050">
                  <a:solidFill>
                    <a:srgbClr val="EE44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54" name="자유형: 도형 753">
                  <a:extLst>
                    <a:ext uri="{FF2B5EF4-FFF2-40B4-BE49-F238E27FC236}">
                      <a16:creationId xmlns:a16="http://schemas.microsoft.com/office/drawing/2014/main" id="{A81D7F65-D8B7-56A3-2B2C-D85B6C24EB24}"/>
                    </a:ext>
                  </a:extLst>
                </p:cNvPr>
                <p:cNvSpPr/>
                <p:nvPr/>
              </p:nvSpPr>
              <p:spPr>
                <a:xfrm>
                  <a:off x="6096000" y="2835442"/>
                  <a:ext cx="332874" cy="1086853"/>
                </a:xfrm>
                <a:custGeom>
                  <a:avLst/>
                  <a:gdLst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176463 w 332874"/>
                    <a:gd name="connsiteY28" fmla="*/ 882316 h 1086853"/>
                    <a:gd name="connsiteX29" fmla="*/ 188495 w 332874"/>
                    <a:gd name="connsiteY29" fmla="*/ 902369 h 1086853"/>
                    <a:gd name="connsiteX30" fmla="*/ 212558 w 332874"/>
                    <a:gd name="connsiteY30" fmla="*/ 930442 h 1086853"/>
                    <a:gd name="connsiteX31" fmla="*/ 224589 w 332874"/>
                    <a:gd name="connsiteY31" fmla="*/ 946484 h 1086853"/>
                    <a:gd name="connsiteX32" fmla="*/ 232611 w 332874"/>
                    <a:gd name="connsiteY32" fmla="*/ 958516 h 1086853"/>
                    <a:gd name="connsiteX33" fmla="*/ 244642 w 332874"/>
                    <a:gd name="connsiteY33" fmla="*/ 966537 h 1086853"/>
                    <a:gd name="connsiteX34" fmla="*/ 256674 w 332874"/>
                    <a:gd name="connsiteY34" fmla="*/ 978569 h 1086853"/>
                    <a:gd name="connsiteX35" fmla="*/ 260684 w 332874"/>
                    <a:gd name="connsiteY35" fmla="*/ 990600 h 1086853"/>
                    <a:gd name="connsiteX36" fmla="*/ 272716 w 332874"/>
                    <a:gd name="connsiteY36" fmla="*/ 998621 h 1086853"/>
                    <a:gd name="connsiteX37" fmla="*/ 284747 w 332874"/>
                    <a:gd name="connsiteY37" fmla="*/ 1010653 h 1086853"/>
                    <a:gd name="connsiteX38" fmla="*/ 296779 w 332874"/>
                    <a:gd name="connsiteY38" fmla="*/ 1038726 h 1086853"/>
                    <a:gd name="connsiteX39" fmla="*/ 308811 w 332874"/>
                    <a:gd name="connsiteY39" fmla="*/ 1054769 h 1086853"/>
                    <a:gd name="connsiteX40" fmla="*/ 316832 w 332874"/>
                    <a:gd name="connsiteY40" fmla="*/ 1066800 h 1086853"/>
                    <a:gd name="connsiteX41" fmla="*/ 332874 w 332874"/>
                    <a:gd name="connsiteY41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176463 w 332874"/>
                    <a:gd name="connsiteY28" fmla="*/ 882316 h 1086853"/>
                    <a:gd name="connsiteX29" fmla="*/ 188495 w 332874"/>
                    <a:gd name="connsiteY29" fmla="*/ 902369 h 1086853"/>
                    <a:gd name="connsiteX30" fmla="*/ 224589 w 332874"/>
                    <a:gd name="connsiteY30" fmla="*/ 946484 h 1086853"/>
                    <a:gd name="connsiteX31" fmla="*/ 232611 w 332874"/>
                    <a:gd name="connsiteY31" fmla="*/ 958516 h 1086853"/>
                    <a:gd name="connsiteX32" fmla="*/ 244642 w 332874"/>
                    <a:gd name="connsiteY32" fmla="*/ 966537 h 1086853"/>
                    <a:gd name="connsiteX33" fmla="*/ 256674 w 332874"/>
                    <a:gd name="connsiteY33" fmla="*/ 978569 h 1086853"/>
                    <a:gd name="connsiteX34" fmla="*/ 260684 w 332874"/>
                    <a:gd name="connsiteY34" fmla="*/ 990600 h 1086853"/>
                    <a:gd name="connsiteX35" fmla="*/ 272716 w 332874"/>
                    <a:gd name="connsiteY35" fmla="*/ 998621 h 1086853"/>
                    <a:gd name="connsiteX36" fmla="*/ 284747 w 332874"/>
                    <a:gd name="connsiteY36" fmla="*/ 1010653 h 1086853"/>
                    <a:gd name="connsiteX37" fmla="*/ 296779 w 332874"/>
                    <a:gd name="connsiteY37" fmla="*/ 1038726 h 1086853"/>
                    <a:gd name="connsiteX38" fmla="*/ 308811 w 332874"/>
                    <a:gd name="connsiteY38" fmla="*/ 1054769 h 1086853"/>
                    <a:gd name="connsiteX39" fmla="*/ 316832 w 332874"/>
                    <a:gd name="connsiteY39" fmla="*/ 1066800 h 1086853"/>
                    <a:gd name="connsiteX40" fmla="*/ 332874 w 332874"/>
                    <a:gd name="connsiteY40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176463 w 332874"/>
                    <a:gd name="connsiteY28" fmla="*/ 882316 h 1086853"/>
                    <a:gd name="connsiteX29" fmla="*/ 224589 w 332874"/>
                    <a:gd name="connsiteY29" fmla="*/ 946484 h 1086853"/>
                    <a:gd name="connsiteX30" fmla="*/ 232611 w 332874"/>
                    <a:gd name="connsiteY30" fmla="*/ 958516 h 1086853"/>
                    <a:gd name="connsiteX31" fmla="*/ 244642 w 332874"/>
                    <a:gd name="connsiteY31" fmla="*/ 966537 h 1086853"/>
                    <a:gd name="connsiteX32" fmla="*/ 256674 w 332874"/>
                    <a:gd name="connsiteY32" fmla="*/ 978569 h 1086853"/>
                    <a:gd name="connsiteX33" fmla="*/ 260684 w 332874"/>
                    <a:gd name="connsiteY33" fmla="*/ 990600 h 1086853"/>
                    <a:gd name="connsiteX34" fmla="*/ 272716 w 332874"/>
                    <a:gd name="connsiteY34" fmla="*/ 998621 h 1086853"/>
                    <a:gd name="connsiteX35" fmla="*/ 284747 w 332874"/>
                    <a:gd name="connsiteY35" fmla="*/ 1010653 h 1086853"/>
                    <a:gd name="connsiteX36" fmla="*/ 296779 w 332874"/>
                    <a:gd name="connsiteY36" fmla="*/ 1038726 h 1086853"/>
                    <a:gd name="connsiteX37" fmla="*/ 308811 w 332874"/>
                    <a:gd name="connsiteY37" fmla="*/ 1054769 h 1086853"/>
                    <a:gd name="connsiteX38" fmla="*/ 316832 w 332874"/>
                    <a:gd name="connsiteY38" fmla="*/ 1066800 h 1086853"/>
                    <a:gd name="connsiteX39" fmla="*/ 332874 w 332874"/>
                    <a:gd name="connsiteY39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24589 w 332874"/>
                    <a:gd name="connsiteY28" fmla="*/ 946484 h 1086853"/>
                    <a:gd name="connsiteX29" fmla="*/ 232611 w 332874"/>
                    <a:gd name="connsiteY29" fmla="*/ 958516 h 1086853"/>
                    <a:gd name="connsiteX30" fmla="*/ 244642 w 332874"/>
                    <a:gd name="connsiteY30" fmla="*/ 966537 h 1086853"/>
                    <a:gd name="connsiteX31" fmla="*/ 256674 w 332874"/>
                    <a:gd name="connsiteY31" fmla="*/ 978569 h 1086853"/>
                    <a:gd name="connsiteX32" fmla="*/ 260684 w 332874"/>
                    <a:gd name="connsiteY32" fmla="*/ 990600 h 1086853"/>
                    <a:gd name="connsiteX33" fmla="*/ 272716 w 332874"/>
                    <a:gd name="connsiteY33" fmla="*/ 998621 h 1086853"/>
                    <a:gd name="connsiteX34" fmla="*/ 284747 w 332874"/>
                    <a:gd name="connsiteY34" fmla="*/ 1010653 h 1086853"/>
                    <a:gd name="connsiteX35" fmla="*/ 296779 w 332874"/>
                    <a:gd name="connsiteY35" fmla="*/ 1038726 h 1086853"/>
                    <a:gd name="connsiteX36" fmla="*/ 308811 w 332874"/>
                    <a:gd name="connsiteY36" fmla="*/ 1054769 h 1086853"/>
                    <a:gd name="connsiteX37" fmla="*/ 316832 w 332874"/>
                    <a:gd name="connsiteY37" fmla="*/ 1066800 h 1086853"/>
                    <a:gd name="connsiteX38" fmla="*/ 332874 w 332874"/>
                    <a:gd name="connsiteY38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24589 w 332874"/>
                    <a:gd name="connsiteY28" fmla="*/ 946484 h 1086853"/>
                    <a:gd name="connsiteX29" fmla="*/ 232611 w 332874"/>
                    <a:gd name="connsiteY29" fmla="*/ 958516 h 1086853"/>
                    <a:gd name="connsiteX30" fmla="*/ 244642 w 332874"/>
                    <a:gd name="connsiteY30" fmla="*/ 966537 h 1086853"/>
                    <a:gd name="connsiteX31" fmla="*/ 256674 w 332874"/>
                    <a:gd name="connsiteY31" fmla="*/ 978569 h 1086853"/>
                    <a:gd name="connsiteX32" fmla="*/ 272716 w 332874"/>
                    <a:gd name="connsiteY32" fmla="*/ 998621 h 1086853"/>
                    <a:gd name="connsiteX33" fmla="*/ 284747 w 332874"/>
                    <a:gd name="connsiteY33" fmla="*/ 1010653 h 1086853"/>
                    <a:gd name="connsiteX34" fmla="*/ 296779 w 332874"/>
                    <a:gd name="connsiteY34" fmla="*/ 1038726 h 1086853"/>
                    <a:gd name="connsiteX35" fmla="*/ 308811 w 332874"/>
                    <a:gd name="connsiteY35" fmla="*/ 1054769 h 1086853"/>
                    <a:gd name="connsiteX36" fmla="*/ 316832 w 332874"/>
                    <a:gd name="connsiteY36" fmla="*/ 1066800 h 1086853"/>
                    <a:gd name="connsiteX37" fmla="*/ 332874 w 332874"/>
                    <a:gd name="connsiteY37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24589 w 332874"/>
                    <a:gd name="connsiteY28" fmla="*/ 946484 h 1086853"/>
                    <a:gd name="connsiteX29" fmla="*/ 232611 w 332874"/>
                    <a:gd name="connsiteY29" fmla="*/ 958516 h 1086853"/>
                    <a:gd name="connsiteX30" fmla="*/ 256674 w 332874"/>
                    <a:gd name="connsiteY30" fmla="*/ 978569 h 1086853"/>
                    <a:gd name="connsiteX31" fmla="*/ 272716 w 332874"/>
                    <a:gd name="connsiteY31" fmla="*/ 998621 h 1086853"/>
                    <a:gd name="connsiteX32" fmla="*/ 284747 w 332874"/>
                    <a:gd name="connsiteY32" fmla="*/ 1010653 h 1086853"/>
                    <a:gd name="connsiteX33" fmla="*/ 296779 w 332874"/>
                    <a:gd name="connsiteY33" fmla="*/ 1038726 h 1086853"/>
                    <a:gd name="connsiteX34" fmla="*/ 308811 w 332874"/>
                    <a:gd name="connsiteY34" fmla="*/ 1054769 h 1086853"/>
                    <a:gd name="connsiteX35" fmla="*/ 316832 w 332874"/>
                    <a:gd name="connsiteY35" fmla="*/ 1066800 h 1086853"/>
                    <a:gd name="connsiteX36" fmla="*/ 332874 w 332874"/>
                    <a:gd name="connsiteY36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24589 w 332874"/>
                    <a:gd name="connsiteY28" fmla="*/ 946484 h 1086853"/>
                    <a:gd name="connsiteX29" fmla="*/ 232611 w 332874"/>
                    <a:gd name="connsiteY29" fmla="*/ 958516 h 1086853"/>
                    <a:gd name="connsiteX30" fmla="*/ 272716 w 332874"/>
                    <a:gd name="connsiteY30" fmla="*/ 998621 h 1086853"/>
                    <a:gd name="connsiteX31" fmla="*/ 284747 w 332874"/>
                    <a:gd name="connsiteY31" fmla="*/ 1010653 h 1086853"/>
                    <a:gd name="connsiteX32" fmla="*/ 296779 w 332874"/>
                    <a:gd name="connsiteY32" fmla="*/ 1038726 h 1086853"/>
                    <a:gd name="connsiteX33" fmla="*/ 308811 w 332874"/>
                    <a:gd name="connsiteY33" fmla="*/ 1054769 h 1086853"/>
                    <a:gd name="connsiteX34" fmla="*/ 316832 w 332874"/>
                    <a:gd name="connsiteY34" fmla="*/ 1066800 h 1086853"/>
                    <a:gd name="connsiteX35" fmla="*/ 332874 w 332874"/>
                    <a:gd name="connsiteY35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24589 w 332874"/>
                    <a:gd name="connsiteY28" fmla="*/ 946484 h 1086853"/>
                    <a:gd name="connsiteX29" fmla="*/ 272716 w 332874"/>
                    <a:gd name="connsiteY29" fmla="*/ 998621 h 1086853"/>
                    <a:gd name="connsiteX30" fmla="*/ 284747 w 332874"/>
                    <a:gd name="connsiteY30" fmla="*/ 1010653 h 1086853"/>
                    <a:gd name="connsiteX31" fmla="*/ 296779 w 332874"/>
                    <a:gd name="connsiteY31" fmla="*/ 1038726 h 1086853"/>
                    <a:gd name="connsiteX32" fmla="*/ 308811 w 332874"/>
                    <a:gd name="connsiteY32" fmla="*/ 1054769 h 1086853"/>
                    <a:gd name="connsiteX33" fmla="*/ 316832 w 332874"/>
                    <a:gd name="connsiteY33" fmla="*/ 1066800 h 1086853"/>
                    <a:gd name="connsiteX34" fmla="*/ 332874 w 332874"/>
                    <a:gd name="connsiteY34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24589 w 332874"/>
                    <a:gd name="connsiteY28" fmla="*/ 946484 h 1086853"/>
                    <a:gd name="connsiteX29" fmla="*/ 272716 w 332874"/>
                    <a:gd name="connsiteY29" fmla="*/ 998621 h 1086853"/>
                    <a:gd name="connsiteX30" fmla="*/ 284747 w 332874"/>
                    <a:gd name="connsiteY30" fmla="*/ 1010653 h 1086853"/>
                    <a:gd name="connsiteX31" fmla="*/ 308811 w 332874"/>
                    <a:gd name="connsiteY31" fmla="*/ 1054769 h 1086853"/>
                    <a:gd name="connsiteX32" fmla="*/ 316832 w 332874"/>
                    <a:gd name="connsiteY32" fmla="*/ 1066800 h 1086853"/>
                    <a:gd name="connsiteX33" fmla="*/ 332874 w 332874"/>
                    <a:gd name="connsiteY33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24589 w 332874"/>
                    <a:gd name="connsiteY28" fmla="*/ 946484 h 1086853"/>
                    <a:gd name="connsiteX29" fmla="*/ 272716 w 332874"/>
                    <a:gd name="connsiteY29" fmla="*/ 998621 h 1086853"/>
                    <a:gd name="connsiteX30" fmla="*/ 284747 w 332874"/>
                    <a:gd name="connsiteY30" fmla="*/ 1010653 h 1086853"/>
                    <a:gd name="connsiteX31" fmla="*/ 308811 w 332874"/>
                    <a:gd name="connsiteY31" fmla="*/ 1054769 h 1086853"/>
                    <a:gd name="connsiteX32" fmla="*/ 332874 w 332874"/>
                    <a:gd name="connsiteY32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24589 w 332874"/>
                    <a:gd name="connsiteY28" fmla="*/ 946484 h 1086853"/>
                    <a:gd name="connsiteX29" fmla="*/ 272716 w 332874"/>
                    <a:gd name="connsiteY29" fmla="*/ 998621 h 1086853"/>
                    <a:gd name="connsiteX30" fmla="*/ 308811 w 332874"/>
                    <a:gd name="connsiteY30" fmla="*/ 1054769 h 1086853"/>
                    <a:gd name="connsiteX31" fmla="*/ 332874 w 332874"/>
                    <a:gd name="connsiteY31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60421 w 332874"/>
                    <a:gd name="connsiteY27" fmla="*/ 866274 h 1086853"/>
                    <a:gd name="connsiteX28" fmla="*/ 244642 w 332874"/>
                    <a:gd name="connsiteY28" fmla="*/ 942474 h 1086853"/>
                    <a:gd name="connsiteX29" fmla="*/ 272716 w 332874"/>
                    <a:gd name="connsiteY29" fmla="*/ 998621 h 1086853"/>
                    <a:gd name="connsiteX30" fmla="*/ 308811 w 332874"/>
                    <a:gd name="connsiteY30" fmla="*/ 1054769 h 1086853"/>
                    <a:gd name="connsiteX31" fmla="*/ 332874 w 332874"/>
                    <a:gd name="connsiteY31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172452 w 332874"/>
                    <a:gd name="connsiteY27" fmla="*/ 846221 h 1086853"/>
                    <a:gd name="connsiteX28" fmla="*/ 244642 w 332874"/>
                    <a:gd name="connsiteY28" fmla="*/ 942474 h 1086853"/>
                    <a:gd name="connsiteX29" fmla="*/ 272716 w 332874"/>
                    <a:gd name="connsiteY29" fmla="*/ 998621 h 1086853"/>
                    <a:gd name="connsiteX30" fmla="*/ 308811 w 332874"/>
                    <a:gd name="connsiteY30" fmla="*/ 1054769 h 1086853"/>
                    <a:gd name="connsiteX31" fmla="*/ 332874 w 332874"/>
                    <a:gd name="connsiteY31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36358 w 332874"/>
                    <a:gd name="connsiteY26" fmla="*/ 826169 h 1086853"/>
                    <a:gd name="connsiteX27" fmla="*/ 244642 w 332874"/>
                    <a:gd name="connsiteY27" fmla="*/ 942474 h 1086853"/>
                    <a:gd name="connsiteX28" fmla="*/ 272716 w 332874"/>
                    <a:gd name="connsiteY28" fmla="*/ 998621 h 1086853"/>
                    <a:gd name="connsiteX29" fmla="*/ 308811 w 332874"/>
                    <a:gd name="connsiteY29" fmla="*/ 1054769 h 1086853"/>
                    <a:gd name="connsiteX30" fmla="*/ 332874 w 332874"/>
                    <a:gd name="connsiteY30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12295 w 332874"/>
                    <a:gd name="connsiteY25" fmla="*/ 794084 h 1086853"/>
                    <a:gd name="connsiteX26" fmla="*/ 148390 w 332874"/>
                    <a:gd name="connsiteY26" fmla="*/ 822159 h 1086853"/>
                    <a:gd name="connsiteX27" fmla="*/ 244642 w 332874"/>
                    <a:gd name="connsiteY27" fmla="*/ 942474 h 1086853"/>
                    <a:gd name="connsiteX28" fmla="*/ 272716 w 332874"/>
                    <a:gd name="connsiteY28" fmla="*/ 998621 h 1086853"/>
                    <a:gd name="connsiteX29" fmla="*/ 308811 w 332874"/>
                    <a:gd name="connsiteY29" fmla="*/ 1054769 h 1086853"/>
                    <a:gd name="connsiteX30" fmla="*/ 332874 w 332874"/>
                    <a:gd name="connsiteY30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08284 w 332874"/>
                    <a:gd name="connsiteY24" fmla="*/ 782053 h 1086853"/>
                    <a:gd name="connsiteX25" fmla="*/ 148390 w 332874"/>
                    <a:gd name="connsiteY25" fmla="*/ 822159 h 1086853"/>
                    <a:gd name="connsiteX26" fmla="*/ 244642 w 332874"/>
                    <a:gd name="connsiteY26" fmla="*/ 942474 h 1086853"/>
                    <a:gd name="connsiteX27" fmla="*/ 272716 w 332874"/>
                    <a:gd name="connsiteY27" fmla="*/ 998621 h 1086853"/>
                    <a:gd name="connsiteX28" fmla="*/ 308811 w 332874"/>
                    <a:gd name="connsiteY28" fmla="*/ 1054769 h 1086853"/>
                    <a:gd name="connsiteX29" fmla="*/ 332874 w 332874"/>
                    <a:gd name="connsiteY29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00263 w 332874"/>
                    <a:gd name="connsiteY23" fmla="*/ 770021 h 1086853"/>
                    <a:gd name="connsiteX24" fmla="*/ 148390 w 332874"/>
                    <a:gd name="connsiteY24" fmla="*/ 822159 h 1086853"/>
                    <a:gd name="connsiteX25" fmla="*/ 244642 w 332874"/>
                    <a:gd name="connsiteY25" fmla="*/ 942474 h 1086853"/>
                    <a:gd name="connsiteX26" fmla="*/ 272716 w 332874"/>
                    <a:gd name="connsiteY26" fmla="*/ 998621 h 1086853"/>
                    <a:gd name="connsiteX27" fmla="*/ 308811 w 332874"/>
                    <a:gd name="connsiteY27" fmla="*/ 1054769 h 1086853"/>
                    <a:gd name="connsiteX28" fmla="*/ 332874 w 332874"/>
                    <a:gd name="connsiteY28" fmla="*/ 1086853 h 1086853"/>
                    <a:gd name="connsiteX0" fmla="*/ 0 w 332874"/>
                    <a:gd name="connsiteY0" fmla="*/ 0 h 1086853"/>
                    <a:gd name="connsiteX1" fmla="*/ 20053 w 332874"/>
                    <a:gd name="connsiteY1" fmla="*/ 28074 h 1086853"/>
                    <a:gd name="connsiteX2" fmla="*/ 56147 w 332874"/>
                    <a:gd name="connsiteY2" fmla="*/ 68179 h 1086853"/>
                    <a:gd name="connsiteX3" fmla="*/ 72189 w 332874"/>
                    <a:gd name="connsiteY3" fmla="*/ 88232 h 1086853"/>
                    <a:gd name="connsiteX4" fmla="*/ 80211 w 332874"/>
                    <a:gd name="connsiteY4" fmla="*/ 108284 h 1086853"/>
                    <a:gd name="connsiteX5" fmla="*/ 92242 w 332874"/>
                    <a:gd name="connsiteY5" fmla="*/ 132347 h 1086853"/>
                    <a:gd name="connsiteX6" fmla="*/ 96253 w 332874"/>
                    <a:gd name="connsiteY6" fmla="*/ 156411 h 1086853"/>
                    <a:gd name="connsiteX7" fmla="*/ 100263 w 332874"/>
                    <a:gd name="connsiteY7" fmla="*/ 176463 h 1086853"/>
                    <a:gd name="connsiteX8" fmla="*/ 96253 w 332874"/>
                    <a:gd name="connsiteY8" fmla="*/ 236621 h 1086853"/>
                    <a:gd name="connsiteX9" fmla="*/ 84221 w 332874"/>
                    <a:gd name="connsiteY9" fmla="*/ 264695 h 1086853"/>
                    <a:gd name="connsiteX10" fmla="*/ 76200 w 332874"/>
                    <a:gd name="connsiteY10" fmla="*/ 296779 h 1086853"/>
                    <a:gd name="connsiteX11" fmla="*/ 104274 w 332874"/>
                    <a:gd name="connsiteY11" fmla="*/ 348916 h 1086853"/>
                    <a:gd name="connsiteX12" fmla="*/ 108284 w 332874"/>
                    <a:gd name="connsiteY12" fmla="*/ 368969 h 1086853"/>
                    <a:gd name="connsiteX13" fmla="*/ 116305 w 332874"/>
                    <a:gd name="connsiteY13" fmla="*/ 385011 h 1086853"/>
                    <a:gd name="connsiteX14" fmla="*/ 124326 w 332874"/>
                    <a:gd name="connsiteY14" fmla="*/ 425116 h 1086853"/>
                    <a:gd name="connsiteX15" fmla="*/ 132347 w 332874"/>
                    <a:gd name="connsiteY15" fmla="*/ 465221 h 1086853"/>
                    <a:gd name="connsiteX16" fmla="*/ 128337 w 332874"/>
                    <a:gd name="connsiteY16" fmla="*/ 573505 h 1086853"/>
                    <a:gd name="connsiteX17" fmla="*/ 116305 w 332874"/>
                    <a:gd name="connsiteY17" fmla="*/ 617621 h 1086853"/>
                    <a:gd name="connsiteX18" fmla="*/ 112295 w 332874"/>
                    <a:gd name="connsiteY18" fmla="*/ 633663 h 1086853"/>
                    <a:gd name="connsiteX19" fmla="*/ 100263 w 332874"/>
                    <a:gd name="connsiteY19" fmla="*/ 645695 h 1086853"/>
                    <a:gd name="connsiteX20" fmla="*/ 84221 w 332874"/>
                    <a:gd name="connsiteY20" fmla="*/ 673769 h 1086853"/>
                    <a:gd name="connsiteX21" fmla="*/ 80211 w 332874"/>
                    <a:gd name="connsiteY21" fmla="*/ 701842 h 1086853"/>
                    <a:gd name="connsiteX22" fmla="*/ 92242 w 332874"/>
                    <a:gd name="connsiteY22" fmla="*/ 745958 h 1086853"/>
                    <a:gd name="connsiteX23" fmla="*/ 116305 w 332874"/>
                    <a:gd name="connsiteY23" fmla="*/ 774032 h 1086853"/>
                    <a:gd name="connsiteX24" fmla="*/ 148390 w 332874"/>
                    <a:gd name="connsiteY24" fmla="*/ 822159 h 1086853"/>
                    <a:gd name="connsiteX25" fmla="*/ 244642 w 332874"/>
                    <a:gd name="connsiteY25" fmla="*/ 942474 h 1086853"/>
                    <a:gd name="connsiteX26" fmla="*/ 272716 w 332874"/>
                    <a:gd name="connsiteY26" fmla="*/ 998621 h 1086853"/>
                    <a:gd name="connsiteX27" fmla="*/ 308811 w 332874"/>
                    <a:gd name="connsiteY27" fmla="*/ 1054769 h 1086853"/>
                    <a:gd name="connsiteX28" fmla="*/ 332874 w 332874"/>
                    <a:gd name="connsiteY28" fmla="*/ 1086853 h 10868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332874" h="1086853">
                      <a:moveTo>
                        <a:pt x="0" y="0"/>
                      </a:moveTo>
                      <a:cubicBezTo>
                        <a:pt x="6684" y="9358"/>
                        <a:pt x="12742" y="19197"/>
                        <a:pt x="20053" y="28074"/>
                      </a:cubicBezTo>
                      <a:cubicBezTo>
                        <a:pt x="31486" y="41957"/>
                        <a:pt x="44368" y="54588"/>
                        <a:pt x="56147" y="68179"/>
                      </a:cubicBezTo>
                      <a:cubicBezTo>
                        <a:pt x="61753" y="74648"/>
                        <a:pt x="67785" y="80892"/>
                        <a:pt x="72189" y="88232"/>
                      </a:cubicBezTo>
                      <a:cubicBezTo>
                        <a:pt x="75893" y="94405"/>
                        <a:pt x="77232" y="101730"/>
                        <a:pt x="80211" y="108284"/>
                      </a:cubicBezTo>
                      <a:cubicBezTo>
                        <a:pt x="83922" y="116448"/>
                        <a:pt x="88232" y="124326"/>
                        <a:pt x="92242" y="132347"/>
                      </a:cubicBezTo>
                      <a:cubicBezTo>
                        <a:pt x="93579" y="140368"/>
                        <a:pt x="94798" y="148410"/>
                        <a:pt x="96253" y="156411"/>
                      </a:cubicBezTo>
                      <a:cubicBezTo>
                        <a:pt x="97472" y="163117"/>
                        <a:pt x="100263" y="169647"/>
                        <a:pt x="100263" y="176463"/>
                      </a:cubicBezTo>
                      <a:cubicBezTo>
                        <a:pt x="100263" y="196560"/>
                        <a:pt x="98472" y="216647"/>
                        <a:pt x="96253" y="236621"/>
                      </a:cubicBezTo>
                      <a:cubicBezTo>
                        <a:pt x="95313" y="245085"/>
                        <a:pt x="87117" y="257938"/>
                        <a:pt x="84221" y="264695"/>
                      </a:cubicBezTo>
                      <a:cubicBezTo>
                        <a:pt x="79598" y="275483"/>
                        <a:pt x="78553" y="285014"/>
                        <a:pt x="76200" y="296779"/>
                      </a:cubicBezTo>
                      <a:cubicBezTo>
                        <a:pt x="95728" y="335835"/>
                        <a:pt x="86090" y="318610"/>
                        <a:pt x="104274" y="348916"/>
                      </a:cubicBezTo>
                      <a:cubicBezTo>
                        <a:pt x="105611" y="355600"/>
                        <a:pt x="106128" y="362502"/>
                        <a:pt x="108284" y="368969"/>
                      </a:cubicBezTo>
                      <a:cubicBezTo>
                        <a:pt x="110174" y="374641"/>
                        <a:pt x="114663" y="379263"/>
                        <a:pt x="116305" y="385011"/>
                      </a:cubicBezTo>
                      <a:cubicBezTo>
                        <a:pt x="120050" y="398120"/>
                        <a:pt x="121019" y="411890"/>
                        <a:pt x="124326" y="425116"/>
                      </a:cubicBezTo>
                      <a:cubicBezTo>
                        <a:pt x="130309" y="449047"/>
                        <a:pt x="127431" y="435721"/>
                        <a:pt x="132347" y="465221"/>
                      </a:cubicBezTo>
                      <a:cubicBezTo>
                        <a:pt x="131010" y="501316"/>
                        <a:pt x="131421" y="537518"/>
                        <a:pt x="128337" y="573505"/>
                      </a:cubicBezTo>
                      <a:cubicBezTo>
                        <a:pt x="126585" y="593947"/>
                        <a:pt x="121006" y="601169"/>
                        <a:pt x="116305" y="617621"/>
                      </a:cubicBezTo>
                      <a:cubicBezTo>
                        <a:pt x="114791" y="622921"/>
                        <a:pt x="115030" y="628877"/>
                        <a:pt x="112295" y="633663"/>
                      </a:cubicBezTo>
                      <a:cubicBezTo>
                        <a:pt x="109481" y="638588"/>
                        <a:pt x="103894" y="641338"/>
                        <a:pt x="100263" y="645695"/>
                      </a:cubicBezTo>
                      <a:cubicBezTo>
                        <a:pt x="93176" y="654199"/>
                        <a:pt x="89125" y="663960"/>
                        <a:pt x="84221" y="673769"/>
                      </a:cubicBezTo>
                      <a:cubicBezTo>
                        <a:pt x="82884" y="683127"/>
                        <a:pt x="79167" y="692447"/>
                        <a:pt x="80211" y="701842"/>
                      </a:cubicBezTo>
                      <a:cubicBezTo>
                        <a:pt x="81894" y="716991"/>
                        <a:pt x="86226" y="733927"/>
                        <a:pt x="92242" y="745958"/>
                      </a:cubicBezTo>
                      <a:cubicBezTo>
                        <a:pt x="98258" y="757989"/>
                        <a:pt x="106947" y="761332"/>
                        <a:pt x="116305" y="774032"/>
                      </a:cubicBezTo>
                      <a:cubicBezTo>
                        <a:pt x="125663" y="786732"/>
                        <a:pt x="127001" y="794085"/>
                        <a:pt x="148390" y="822159"/>
                      </a:cubicBezTo>
                      <a:cubicBezTo>
                        <a:pt x="169780" y="850233"/>
                        <a:pt x="223921" y="913064"/>
                        <a:pt x="244642" y="942474"/>
                      </a:cubicBezTo>
                      <a:cubicBezTo>
                        <a:pt x="265363" y="971884"/>
                        <a:pt x="262021" y="979905"/>
                        <a:pt x="272716" y="998621"/>
                      </a:cubicBezTo>
                      <a:cubicBezTo>
                        <a:pt x="283411" y="1017337"/>
                        <a:pt x="298785" y="1040064"/>
                        <a:pt x="308811" y="1054769"/>
                      </a:cubicBezTo>
                      <a:cubicBezTo>
                        <a:pt x="318837" y="1069474"/>
                        <a:pt x="327861" y="1080169"/>
                        <a:pt x="332874" y="1086853"/>
                      </a:cubicBezTo>
                    </a:path>
                  </a:pathLst>
                </a:custGeom>
                <a:grpFill/>
                <a:ln w="19050">
                  <a:solidFill>
                    <a:srgbClr val="EE44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55" name="자유형: 도형 754">
                  <a:extLst>
                    <a:ext uri="{FF2B5EF4-FFF2-40B4-BE49-F238E27FC236}">
                      <a16:creationId xmlns:a16="http://schemas.microsoft.com/office/drawing/2014/main" id="{25EE9C80-E04A-3355-CD3C-0537D7D2D1AC}"/>
                    </a:ext>
                  </a:extLst>
                </p:cNvPr>
                <p:cNvSpPr/>
                <p:nvPr/>
              </p:nvSpPr>
              <p:spPr>
                <a:xfrm>
                  <a:off x="6432884" y="3926304"/>
                  <a:ext cx="1475874" cy="1331495"/>
                </a:xfrm>
                <a:custGeom>
                  <a:avLst/>
                  <a:gdLst>
                    <a:gd name="connsiteX0" fmla="*/ 0 w 1475874"/>
                    <a:gd name="connsiteY0" fmla="*/ 0 h 1331495"/>
                    <a:gd name="connsiteX1" fmla="*/ 20053 w 1475874"/>
                    <a:gd name="connsiteY1" fmla="*/ 20053 h 1331495"/>
                    <a:gd name="connsiteX2" fmla="*/ 44116 w 1475874"/>
                    <a:gd name="connsiteY2" fmla="*/ 40106 h 1331495"/>
                    <a:gd name="connsiteX3" fmla="*/ 68179 w 1475874"/>
                    <a:gd name="connsiteY3" fmla="*/ 72190 h 1331495"/>
                    <a:gd name="connsiteX4" fmla="*/ 84221 w 1475874"/>
                    <a:gd name="connsiteY4" fmla="*/ 84221 h 1331495"/>
                    <a:gd name="connsiteX5" fmla="*/ 132348 w 1475874"/>
                    <a:gd name="connsiteY5" fmla="*/ 120316 h 1331495"/>
                    <a:gd name="connsiteX6" fmla="*/ 148390 w 1475874"/>
                    <a:gd name="connsiteY6" fmla="*/ 124327 h 1331495"/>
                    <a:gd name="connsiteX7" fmla="*/ 188495 w 1475874"/>
                    <a:gd name="connsiteY7" fmla="*/ 140369 h 1331495"/>
                    <a:gd name="connsiteX8" fmla="*/ 224590 w 1475874"/>
                    <a:gd name="connsiteY8" fmla="*/ 148390 h 1331495"/>
                    <a:gd name="connsiteX9" fmla="*/ 248653 w 1475874"/>
                    <a:gd name="connsiteY9" fmla="*/ 156411 h 1331495"/>
                    <a:gd name="connsiteX10" fmla="*/ 288758 w 1475874"/>
                    <a:gd name="connsiteY10" fmla="*/ 168442 h 1331495"/>
                    <a:gd name="connsiteX11" fmla="*/ 332874 w 1475874"/>
                    <a:gd name="connsiteY11" fmla="*/ 176463 h 1331495"/>
                    <a:gd name="connsiteX12" fmla="*/ 360948 w 1475874"/>
                    <a:gd name="connsiteY12" fmla="*/ 184484 h 1331495"/>
                    <a:gd name="connsiteX13" fmla="*/ 401053 w 1475874"/>
                    <a:gd name="connsiteY13" fmla="*/ 192506 h 1331495"/>
                    <a:gd name="connsiteX14" fmla="*/ 433137 w 1475874"/>
                    <a:gd name="connsiteY14" fmla="*/ 200527 h 1331495"/>
                    <a:gd name="connsiteX15" fmla="*/ 453190 w 1475874"/>
                    <a:gd name="connsiteY15" fmla="*/ 204537 h 1331495"/>
                    <a:gd name="connsiteX16" fmla="*/ 489284 w 1475874"/>
                    <a:gd name="connsiteY16" fmla="*/ 216569 h 1331495"/>
                    <a:gd name="connsiteX17" fmla="*/ 541421 w 1475874"/>
                    <a:gd name="connsiteY17" fmla="*/ 232611 h 1331495"/>
                    <a:gd name="connsiteX18" fmla="*/ 553453 w 1475874"/>
                    <a:gd name="connsiteY18" fmla="*/ 240632 h 1331495"/>
                    <a:gd name="connsiteX19" fmla="*/ 569495 w 1475874"/>
                    <a:gd name="connsiteY19" fmla="*/ 244642 h 1331495"/>
                    <a:gd name="connsiteX20" fmla="*/ 601579 w 1475874"/>
                    <a:gd name="connsiteY20" fmla="*/ 260684 h 1331495"/>
                    <a:gd name="connsiteX21" fmla="*/ 613611 w 1475874"/>
                    <a:gd name="connsiteY21" fmla="*/ 272716 h 1331495"/>
                    <a:gd name="connsiteX22" fmla="*/ 625642 w 1475874"/>
                    <a:gd name="connsiteY22" fmla="*/ 280737 h 1331495"/>
                    <a:gd name="connsiteX23" fmla="*/ 657727 w 1475874"/>
                    <a:gd name="connsiteY23" fmla="*/ 304800 h 1331495"/>
                    <a:gd name="connsiteX24" fmla="*/ 673769 w 1475874"/>
                    <a:gd name="connsiteY24" fmla="*/ 316832 h 1331495"/>
                    <a:gd name="connsiteX25" fmla="*/ 693821 w 1475874"/>
                    <a:gd name="connsiteY25" fmla="*/ 340895 h 1331495"/>
                    <a:gd name="connsiteX26" fmla="*/ 705853 w 1475874"/>
                    <a:gd name="connsiteY26" fmla="*/ 356937 h 1331495"/>
                    <a:gd name="connsiteX27" fmla="*/ 717884 w 1475874"/>
                    <a:gd name="connsiteY27" fmla="*/ 368969 h 1331495"/>
                    <a:gd name="connsiteX28" fmla="*/ 725905 w 1475874"/>
                    <a:gd name="connsiteY28" fmla="*/ 385011 h 1331495"/>
                    <a:gd name="connsiteX29" fmla="*/ 737937 w 1475874"/>
                    <a:gd name="connsiteY29" fmla="*/ 405063 h 1331495"/>
                    <a:gd name="connsiteX30" fmla="*/ 749969 w 1475874"/>
                    <a:gd name="connsiteY30" fmla="*/ 417095 h 1331495"/>
                    <a:gd name="connsiteX31" fmla="*/ 757990 w 1475874"/>
                    <a:gd name="connsiteY31" fmla="*/ 429127 h 1331495"/>
                    <a:gd name="connsiteX32" fmla="*/ 786063 w 1475874"/>
                    <a:gd name="connsiteY32" fmla="*/ 465221 h 1331495"/>
                    <a:gd name="connsiteX33" fmla="*/ 794084 w 1475874"/>
                    <a:gd name="connsiteY33" fmla="*/ 477253 h 1331495"/>
                    <a:gd name="connsiteX34" fmla="*/ 814137 w 1475874"/>
                    <a:gd name="connsiteY34" fmla="*/ 493295 h 1331495"/>
                    <a:gd name="connsiteX35" fmla="*/ 842211 w 1475874"/>
                    <a:gd name="connsiteY35" fmla="*/ 525379 h 1331495"/>
                    <a:gd name="connsiteX36" fmla="*/ 854242 w 1475874"/>
                    <a:gd name="connsiteY36" fmla="*/ 529390 h 1331495"/>
                    <a:gd name="connsiteX37" fmla="*/ 866274 w 1475874"/>
                    <a:gd name="connsiteY37" fmla="*/ 537411 h 1331495"/>
                    <a:gd name="connsiteX38" fmla="*/ 882316 w 1475874"/>
                    <a:gd name="connsiteY38" fmla="*/ 541421 h 1331495"/>
                    <a:gd name="connsiteX39" fmla="*/ 958516 w 1475874"/>
                    <a:gd name="connsiteY39" fmla="*/ 549442 h 1331495"/>
                    <a:gd name="connsiteX40" fmla="*/ 998621 w 1475874"/>
                    <a:gd name="connsiteY40" fmla="*/ 557463 h 1331495"/>
                    <a:gd name="connsiteX41" fmla="*/ 1022684 w 1475874"/>
                    <a:gd name="connsiteY41" fmla="*/ 565484 h 1331495"/>
                    <a:gd name="connsiteX42" fmla="*/ 1078832 w 1475874"/>
                    <a:gd name="connsiteY42" fmla="*/ 577516 h 1331495"/>
                    <a:gd name="connsiteX43" fmla="*/ 1122948 w 1475874"/>
                    <a:gd name="connsiteY43" fmla="*/ 581527 h 1331495"/>
                    <a:gd name="connsiteX44" fmla="*/ 1211179 w 1475874"/>
                    <a:gd name="connsiteY44" fmla="*/ 593558 h 1331495"/>
                    <a:gd name="connsiteX45" fmla="*/ 1275348 w 1475874"/>
                    <a:gd name="connsiteY45" fmla="*/ 609600 h 1331495"/>
                    <a:gd name="connsiteX46" fmla="*/ 1335505 w 1475874"/>
                    <a:gd name="connsiteY46" fmla="*/ 621632 h 1331495"/>
                    <a:gd name="connsiteX47" fmla="*/ 1351548 w 1475874"/>
                    <a:gd name="connsiteY47" fmla="*/ 629653 h 1331495"/>
                    <a:gd name="connsiteX48" fmla="*/ 1399674 w 1475874"/>
                    <a:gd name="connsiteY48" fmla="*/ 641684 h 1331495"/>
                    <a:gd name="connsiteX49" fmla="*/ 1443790 w 1475874"/>
                    <a:gd name="connsiteY49" fmla="*/ 673769 h 1331495"/>
                    <a:gd name="connsiteX50" fmla="*/ 1451811 w 1475874"/>
                    <a:gd name="connsiteY50" fmla="*/ 697832 h 1331495"/>
                    <a:gd name="connsiteX51" fmla="*/ 1459832 w 1475874"/>
                    <a:gd name="connsiteY51" fmla="*/ 717884 h 1331495"/>
                    <a:gd name="connsiteX52" fmla="*/ 1467853 w 1475874"/>
                    <a:gd name="connsiteY52" fmla="*/ 757990 h 1331495"/>
                    <a:gd name="connsiteX53" fmla="*/ 1475874 w 1475874"/>
                    <a:gd name="connsiteY53" fmla="*/ 794084 h 1331495"/>
                    <a:gd name="connsiteX54" fmla="*/ 1471863 w 1475874"/>
                    <a:gd name="connsiteY54" fmla="*/ 866274 h 1331495"/>
                    <a:gd name="connsiteX55" fmla="*/ 1467853 w 1475874"/>
                    <a:gd name="connsiteY55" fmla="*/ 886327 h 1331495"/>
                    <a:gd name="connsiteX56" fmla="*/ 1455821 w 1475874"/>
                    <a:gd name="connsiteY56" fmla="*/ 902369 h 1331495"/>
                    <a:gd name="connsiteX57" fmla="*/ 1443790 w 1475874"/>
                    <a:gd name="connsiteY57" fmla="*/ 926432 h 1331495"/>
                    <a:gd name="connsiteX58" fmla="*/ 1439779 w 1475874"/>
                    <a:gd name="connsiteY58" fmla="*/ 942474 h 1331495"/>
                    <a:gd name="connsiteX59" fmla="*/ 1431758 w 1475874"/>
                    <a:gd name="connsiteY59" fmla="*/ 954506 h 1331495"/>
                    <a:gd name="connsiteX60" fmla="*/ 1423737 w 1475874"/>
                    <a:gd name="connsiteY60" fmla="*/ 970548 h 1331495"/>
                    <a:gd name="connsiteX61" fmla="*/ 1395663 w 1475874"/>
                    <a:gd name="connsiteY61" fmla="*/ 1006642 h 1331495"/>
                    <a:gd name="connsiteX62" fmla="*/ 1379621 w 1475874"/>
                    <a:gd name="connsiteY62" fmla="*/ 1038727 h 1331495"/>
                    <a:gd name="connsiteX63" fmla="*/ 1367590 w 1475874"/>
                    <a:gd name="connsiteY63" fmla="*/ 1058779 h 1331495"/>
                    <a:gd name="connsiteX64" fmla="*/ 1363579 w 1475874"/>
                    <a:gd name="connsiteY64" fmla="*/ 1070811 h 1331495"/>
                    <a:gd name="connsiteX65" fmla="*/ 1343527 w 1475874"/>
                    <a:gd name="connsiteY65" fmla="*/ 1098884 h 1331495"/>
                    <a:gd name="connsiteX66" fmla="*/ 1335505 w 1475874"/>
                    <a:gd name="connsiteY66" fmla="*/ 1122948 h 1331495"/>
                    <a:gd name="connsiteX67" fmla="*/ 1299411 w 1475874"/>
                    <a:gd name="connsiteY67" fmla="*/ 1183106 h 1331495"/>
                    <a:gd name="connsiteX68" fmla="*/ 1295400 w 1475874"/>
                    <a:gd name="connsiteY68" fmla="*/ 1195137 h 1331495"/>
                    <a:gd name="connsiteX69" fmla="*/ 1271337 w 1475874"/>
                    <a:gd name="connsiteY69" fmla="*/ 1227221 h 1331495"/>
                    <a:gd name="connsiteX70" fmla="*/ 1267327 w 1475874"/>
                    <a:gd name="connsiteY70" fmla="*/ 1239253 h 1331495"/>
                    <a:gd name="connsiteX71" fmla="*/ 1259305 w 1475874"/>
                    <a:gd name="connsiteY71" fmla="*/ 1259306 h 1331495"/>
                    <a:gd name="connsiteX72" fmla="*/ 1255295 w 1475874"/>
                    <a:gd name="connsiteY72" fmla="*/ 1279358 h 1331495"/>
                    <a:gd name="connsiteX73" fmla="*/ 1243263 w 1475874"/>
                    <a:gd name="connsiteY73" fmla="*/ 1303421 h 1331495"/>
                    <a:gd name="connsiteX74" fmla="*/ 1231232 w 1475874"/>
                    <a:gd name="connsiteY74" fmla="*/ 1319463 h 1331495"/>
                    <a:gd name="connsiteX75" fmla="*/ 1231232 w 1475874"/>
                    <a:gd name="connsiteY75" fmla="*/ 1331495 h 13314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1475874" h="1331495">
                      <a:moveTo>
                        <a:pt x="0" y="0"/>
                      </a:moveTo>
                      <a:cubicBezTo>
                        <a:pt x="6684" y="6684"/>
                        <a:pt x="13058" y="13694"/>
                        <a:pt x="20053" y="20053"/>
                      </a:cubicBezTo>
                      <a:cubicBezTo>
                        <a:pt x="27779" y="27077"/>
                        <a:pt x="37034" y="32434"/>
                        <a:pt x="44116" y="40106"/>
                      </a:cubicBezTo>
                      <a:cubicBezTo>
                        <a:pt x="53183" y="49929"/>
                        <a:pt x="60158" y="61495"/>
                        <a:pt x="68179" y="72190"/>
                      </a:cubicBezTo>
                      <a:cubicBezTo>
                        <a:pt x="72189" y="77537"/>
                        <a:pt x="79191" y="79820"/>
                        <a:pt x="84221" y="84221"/>
                      </a:cubicBezTo>
                      <a:cubicBezTo>
                        <a:pt x="100324" y="98311"/>
                        <a:pt x="108621" y="114384"/>
                        <a:pt x="132348" y="120316"/>
                      </a:cubicBezTo>
                      <a:cubicBezTo>
                        <a:pt x="137695" y="121653"/>
                        <a:pt x="143229" y="122392"/>
                        <a:pt x="148390" y="124327"/>
                      </a:cubicBezTo>
                      <a:cubicBezTo>
                        <a:pt x="186285" y="138538"/>
                        <a:pt x="138550" y="127051"/>
                        <a:pt x="188495" y="140369"/>
                      </a:cubicBezTo>
                      <a:cubicBezTo>
                        <a:pt x="200404" y="143545"/>
                        <a:pt x="212681" y="145214"/>
                        <a:pt x="224590" y="148390"/>
                      </a:cubicBezTo>
                      <a:cubicBezTo>
                        <a:pt x="232759" y="150568"/>
                        <a:pt x="240555" y="153982"/>
                        <a:pt x="248653" y="156411"/>
                      </a:cubicBezTo>
                      <a:cubicBezTo>
                        <a:pt x="262021" y="160421"/>
                        <a:pt x="275272" y="164846"/>
                        <a:pt x="288758" y="168442"/>
                      </a:cubicBezTo>
                      <a:cubicBezTo>
                        <a:pt x="301679" y="171888"/>
                        <a:pt x="320106" y="173909"/>
                        <a:pt x="332874" y="176463"/>
                      </a:cubicBezTo>
                      <a:cubicBezTo>
                        <a:pt x="395226" y="188933"/>
                        <a:pt x="311314" y="173030"/>
                        <a:pt x="360948" y="184484"/>
                      </a:cubicBezTo>
                      <a:cubicBezTo>
                        <a:pt x="374232" y="187550"/>
                        <a:pt x="387827" y="189199"/>
                        <a:pt x="401053" y="192506"/>
                      </a:cubicBezTo>
                      <a:cubicBezTo>
                        <a:pt x="411748" y="195180"/>
                        <a:pt x="422327" y="198365"/>
                        <a:pt x="433137" y="200527"/>
                      </a:cubicBezTo>
                      <a:cubicBezTo>
                        <a:pt x="439821" y="201864"/>
                        <a:pt x="446613" y="202744"/>
                        <a:pt x="453190" y="204537"/>
                      </a:cubicBezTo>
                      <a:cubicBezTo>
                        <a:pt x="497449" y="216607"/>
                        <a:pt x="461140" y="208528"/>
                        <a:pt x="489284" y="216569"/>
                      </a:cubicBezTo>
                      <a:cubicBezTo>
                        <a:pt x="491952" y="217331"/>
                        <a:pt x="537258" y="229836"/>
                        <a:pt x="541421" y="232611"/>
                      </a:cubicBezTo>
                      <a:cubicBezTo>
                        <a:pt x="545432" y="235285"/>
                        <a:pt x="549023" y="238733"/>
                        <a:pt x="553453" y="240632"/>
                      </a:cubicBezTo>
                      <a:cubicBezTo>
                        <a:pt x="558519" y="242803"/>
                        <a:pt x="564195" y="243128"/>
                        <a:pt x="569495" y="244642"/>
                      </a:cubicBezTo>
                      <a:cubicBezTo>
                        <a:pt x="582779" y="248437"/>
                        <a:pt x="589228" y="251421"/>
                        <a:pt x="601579" y="260684"/>
                      </a:cubicBezTo>
                      <a:cubicBezTo>
                        <a:pt x="606117" y="264087"/>
                        <a:pt x="609254" y="269085"/>
                        <a:pt x="613611" y="272716"/>
                      </a:cubicBezTo>
                      <a:cubicBezTo>
                        <a:pt x="617314" y="275802"/>
                        <a:pt x="621744" y="277902"/>
                        <a:pt x="625642" y="280737"/>
                      </a:cubicBezTo>
                      <a:cubicBezTo>
                        <a:pt x="636454" y="288600"/>
                        <a:pt x="647032" y="296779"/>
                        <a:pt x="657727" y="304800"/>
                      </a:cubicBezTo>
                      <a:cubicBezTo>
                        <a:pt x="663074" y="308811"/>
                        <a:pt x="670061" y="311270"/>
                        <a:pt x="673769" y="316832"/>
                      </a:cubicBezTo>
                      <a:cubicBezTo>
                        <a:pt x="691496" y="343421"/>
                        <a:pt x="670663" y="313877"/>
                        <a:pt x="693821" y="340895"/>
                      </a:cubicBezTo>
                      <a:cubicBezTo>
                        <a:pt x="698171" y="345970"/>
                        <a:pt x="701503" y="351862"/>
                        <a:pt x="705853" y="356937"/>
                      </a:cubicBezTo>
                      <a:cubicBezTo>
                        <a:pt x="709544" y="361243"/>
                        <a:pt x="714587" y="364354"/>
                        <a:pt x="717884" y="368969"/>
                      </a:cubicBezTo>
                      <a:cubicBezTo>
                        <a:pt x="721359" y="373834"/>
                        <a:pt x="723001" y="379785"/>
                        <a:pt x="725905" y="385011"/>
                      </a:cubicBezTo>
                      <a:cubicBezTo>
                        <a:pt x="729691" y="391825"/>
                        <a:pt x="733260" y="398827"/>
                        <a:pt x="737937" y="405063"/>
                      </a:cubicBezTo>
                      <a:cubicBezTo>
                        <a:pt x="741340" y="409600"/>
                        <a:pt x="746338" y="412738"/>
                        <a:pt x="749969" y="417095"/>
                      </a:cubicBezTo>
                      <a:cubicBezTo>
                        <a:pt x="753055" y="420798"/>
                        <a:pt x="755098" y="425271"/>
                        <a:pt x="757990" y="429127"/>
                      </a:cubicBezTo>
                      <a:cubicBezTo>
                        <a:pt x="767135" y="441321"/>
                        <a:pt x="777608" y="452539"/>
                        <a:pt x="786063" y="465221"/>
                      </a:cubicBezTo>
                      <a:cubicBezTo>
                        <a:pt x="788737" y="469232"/>
                        <a:pt x="790676" y="473845"/>
                        <a:pt x="794084" y="477253"/>
                      </a:cubicBezTo>
                      <a:cubicBezTo>
                        <a:pt x="800137" y="483306"/>
                        <a:pt x="808084" y="487242"/>
                        <a:pt x="814137" y="493295"/>
                      </a:cubicBezTo>
                      <a:cubicBezTo>
                        <a:pt x="821124" y="500282"/>
                        <a:pt x="832473" y="518887"/>
                        <a:pt x="842211" y="525379"/>
                      </a:cubicBezTo>
                      <a:cubicBezTo>
                        <a:pt x="845728" y="527724"/>
                        <a:pt x="850461" y="527499"/>
                        <a:pt x="854242" y="529390"/>
                      </a:cubicBezTo>
                      <a:cubicBezTo>
                        <a:pt x="858553" y="531546"/>
                        <a:pt x="861844" y="535512"/>
                        <a:pt x="866274" y="537411"/>
                      </a:cubicBezTo>
                      <a:cubicBezTo>
                        <a:pt x="871340" y="539582"/>
                        <a:pt x="876935" y="540225"/>
                        <a:pt x="882316" y="541421"/>
                      </a:cubicBezTo>
                      <a:cubicBezTo>
                        <a:pt x="915107" y="548708"/>
                        <a:pt x="911150" y="546059"/>
                        <a:pt x="958516" y="549442"/>
                      </a:cubicBezTo>
                      <a:cubicBezTo>
                        <a:pt x="991879" y="560564"/>
                        <a:pt x="938720" y="543640"/>
                        <a:pt x="998621" y="557463"/>
                      </a:cubicBezTo>
                      <a:cubicBezTo>
                        <a:pt x="1006859" y="559364"/>
                        <a:pt x="1014482" y="563433"/>
                        <a:pt x="1022684" y="565484"/>
                      </a:cubicBezTo>
                      <a:cubicBezTo>
                        <a:pt x="1039337" y="569647"/>
                        <a:pt x="1064525" y="576215"/>
                        <a:pt x="1078832" y="577516"/>
                      </a:cubicBezTo>
                      <a:cubicBezTo>
                        <a:pt x="1093537" y="578853"/>
                        <a:pt x="1108272" y="579896"/>
                        <a:pt x="1122948" y="581527"/>
                      </a:cubicBezTo>
                      <a:cubicBezTo>
                        <a:pt x="1177123" y="587547"/>
                        <a:pt x="1172667" y="587140"/>
                        <a:pt x="1211179" y="593558"/>
                      </a:cubicBezTo>
                      <a:cubicBezTo>
                        <a:pt x="1243676" y="604390"/>
                        <a:pt x="1234208" y="602340"/>
                        <a:pt x="1275348" y="609600"/>
                      </a:cubicBezTo>
                      <a:cubicBezTo>
                        <a:pt x="1291048" y="612371"/>
                        <a:pt x="1321406" y="614583"/>
                        <a:pt x="1335505" y="621632"/>
                      </a:cubicBezTo>
                      <a:cubicBezTo>
                        <a:pt x="1340853" y="624306"/>
                        <a:pt x="1345841" y="627870"/>
                        <a:pt x="1351548" y="629653"/>
                      </a:cubicBezTo>
                      <a:cubicBezTo>
                        <a:pt x="1367331" y="634585"/>
                        <a:pt x="1399674" y="641684"/>
                        <a:pt x="1399674" y="641684"/>
                      </a:cubicBezTo>
                      <a:cubicBezTo>
                        <a:pt x="1404852" y="644920"/>
                        <a:pt x="1437104" y="661734"/>
                        <a:pt x="1443790" y="673769"/>
                      </a:cubicBezTo>
                      <a:cubicBezTo>
                        <a:pt x="1447896" y="681160"/>
                        <a:pt x="1448671" y="689982"/>
                        <a:pt x="1451811" y="697832"/>
                      </a:cubicBezTo>
                      <a:cubicBezTo>
                        <a:pt x="1454485" y="704516"/>
                        <a:pt x="1457556" y="711054"/>
                        <a:pt x="1459832" y="717884"/>
                      </a:cubicBezTo>
                      <a:cubicBezTo>
                        <a:pt x="1464085" y="730645"/>
                        <a:pt x="1465486" y="744970"/>
                        <a:pt x="1467853" y="757990"/>
                      </a:cubicBezTo>
                      <a:cubicBezTo>
                        <a:pt x="1471249" y="776670"/>
                        <a:pt x="1471580" y="776910"/>
                        <a:pt x="1475874" y="794084"/>
                      </a:cubicBezTo>
                      <a:cubicBezTo>
                        <a:pt x="1474537" y="818147"/>
                        <a:pt x="1473951" y="842264"/>
                        <a:pt x="1471863" y="866274"/>
                      </a:cubicBezTo>
                      <a:cubicBezTo>
                        <a:pt x="1471272" y="873065"/>
                        <a:pt x="1470621" y="880098"/>
                        <a:pt x="1467853" y="886327"/>
                      </a:cubicBezTo>
                      <a:cubicBezTo>
                        <a:pt x="1465138" y="892435"/>
                        <a:pt x="1459832" y="897022"/>
                        <a:pt x="1455821" y="902369"/>
                      </a:cubicBezTo>
                      <a:cubicBezTo>
                        <a:pt x="1438930" y="953045"/>
                        <a:pt x="1467105" y="872031"/>
                        <a:pt x="1443790" y="926432"/>
                      </a:cubicBezTo>
                      <a:cubicBezTo>
                        <a:pt x="1441619" y="931498"/>
                        <a:pt x="1441950" y="937408"/>
                        <a:pt x="1439779" y="942474"/>
                      </a:cubicBezTo>
                      <a:cubicBezTo>
                        <a:pt x="1437880" y="946904"/>
                        <a:pt x="1434149" y="950321"/>
                        <a:pt x="1431758" y="954506"/>
                      </a:cubicBezTo>
                      <a:cubicBezTo>
                        <a:pt x="1428792" y="959697"/>
                        <a:pt x="1427212" y="965683"/>
                        <a:pt x="1423737" y="970548"/>
                      </a:cubicBezTo>
                      <a:cubicBezTo>
                        <a:pt x="1401731" y="1001355"/>
                        <a:pt x="1420217" y="957532"/>
                        <a:pt x="1395663" y="1006642"/>
                      </a:cubicBezTo>
                      <a:cubicBezTo>
                        <a:pt x="1390316" y="1017337"/>
                        <a:pt x="1385290" y="1028199"/>
                        <a:pt x="1379621" y="1038727"/>
                      </a:cubicBezTo>
                      <a:cubicBezTo>
                        <a:pt x="1375926" y="1045590"/>
                        <a:pt x="1371076" y="1051807"/>
                        <a:pt x="1367590" y="1058779"/>
                      </a:cubicBezTo>
                      <a:cubicBezTo>
                        <a:pt x="1365699" y="1062560"/>
                        <a:pt x="1365470" y="1067030"/>
                        <a:pt x="1363579" y="1070811"/>
                      </a:cubicBezTo>
                      <a:cubicBezTo>
                        <a:pt x="1360648" y="1076672"/>
                        <a:pt x="1346249" y="1095255"/>
                        <a:pt x="1343527" y="1098884"/>
                      </a:cubicBezTo>
                      <a:cubicBezTo>
                        <a:pt x="1340853" y="1106905"/>
                        <a:pt x="1340195" y="1115913"/>
                        <a:pt x="1335505" y="1122948"/>
                      </a:cubicBezTo>
                      <a:cubicBezTo>
                        <a:pt x="1322668" y="1142204"/>
                        <a:pt x="1308589" y="1161691"/>
                        <a:pt x="1299411" y="1183106"/>
                      </a:cubicBezTo>
                      <a:cubicBezTo>
                        <a:pt x="1297746" y="1186992"/>
                        <a:pt x="1297670" y="1191571"/>
                        <a:pt x="1295400" y="1195137"/>
                      </a:cubicBezTo>
                      <a:cubicBezTo>
                        <a:pt x="1288223" y="1206415"/>
                        <a:pt x="1271337" y="1227221"/>
                        <a:pt x="1271337" y="1227221"/>
                      </a:cubicBezTo>
                      <a:cubicBezTo>
                        <a:pt x="1270000" y="1231232"/>
                        <a:pt x="1268811" y="1235295"/>
                        <a:pt x="1267327" y="1239253"/>
                      </a:cubicBezTo>
                      <a:cubicBezTo>
                        <a:pt x="1264799" y="1245994"/>
                        <a:pt x="1261374" y="1252410"/>
                        <a:pt x="1259305" y="1259306"/>
                      </a:cubicBezTo>
                      <a:cubicBezTo>
                        <a:pt x="1257346" y="1265835"/>
                        <a:pt x="1257624" y="1272952"/>
                        <a:pt x="1255295" y="1279358"/>
                      </a:cubicBezTo>
                      <a:cubicBezTo>
                        <a:pt x="1252230" y="1287786"/>
                        <a:pt x="1247877" y="1295731"/>
                        <a:pt x="1243263" y="1303421"/>
                      </a:cubicBezTo>
                      <a:cubicBezTo>
                        <a:pt x="1239824" y="1309153"/>
                        <a:pt x="1233865" y="1313319"/>
                        <a:pt x="1231232" y="1319463"/>
                      </a:cubicBezTo>
                      <a:cubicBezTo>
                        <a:pt x="1229652" y="1323149"/>
                        <a:pt x="1231232" y="1327484"/>
                        <a:pt x="1231232" y="1331495"/>
                      </a:cubicBezTo>
                    </a:path>
                  </a:pathLst>
                </a:custGeom>
                <a:grpFill/>
                <a:ln w="19050">
                  <a:solidFill>
                    <a:srgbClr val="EE44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737" name="타원 736">
                <a:extLst>
                  <a:ext uri="{FF2B5EF4-FFF2-40B4-BE49-F238E27FC236}">
                    <a16:creationId xmlns:a16="http://schemas.microsoft.com/office/drawing/2014/main" id="{85BFBEF0-7884-D199-09EA-B494AF2E6DEF}"/>
                  </a:ext>
                </a:extLst>
              </p:cNvPr>
              <p:cNvSpPr/>
              <p:nvPr/>
            </p:nvSpPr>
            <p:spPr>
              <a:xfrm>
                <a:off x="6307447" y="3621912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38" name="타원 737">
                <a:extLst>
                  <a:ext uri="{FF2B5EF4-FFF2-40B4-BE49-F238E27FC236}">
                    <a16:creationId xmlns:a16="http://schemas.microsoft.com/office/drawing/2014/main" id="{31A1DF7C-6A36-1D73-8B9B-914A08E696A3}"/>
                  </a:ext>
                </a:extLst>
              </p:cNvPr>
              <p:cNvSpPr/>
              <p:nvPr/>
            </p:nvSpPr>
            <p:spPr>
              <a:xfrm>
                <a:off x="6155034" y="2932836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39" name="타원 738">
                <a:extLst>
                  <a:ext uri="{FF2B5EF4-FFF2-40B4-BE49-F238E27FC236}">
                    <a16:creationId xmlns:a16="http://schemas.microsoft.com/office/drawing/2014/main" id="{762C7694-F6E1-4CAA-53D2-FA3E93936266}"/>
                  </a:ext>
                </a:extLst>
              </p:cNvPr>
              <p:cNvSpPr/>
              <p:nvPr/>
            </p:nvSpPr>
            <p:spPr>
              <a:xfrm>
                <a:off x="6412249" y="3899639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0" name="타원 739">
                <a:extLst>
                  <a:ext uri="{FF2B5EF4-FFF2-40B4-BE49-F238E27FC236}">
                    <a16:creationId xmlns:a16="http://schemas.microsoft.com/office/drawing/2014/main" id="{48E1584C-D67A-8AC9-0F27-0D8C33160339}"/>
                  </a:ext>
                </a:extLst>
              </p:cNvPr>
              <p:cNvSpPr/>
              <p:nvPr/>
            </p:nvSpPr>
            <p:spPr>
              <a:xfrm>
                <a:off x="7010446" y="4162723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1" name="타원 740">
                <a:extLst>
                  <a:ext uri="{FF2B5EF4-FFF2-40B4-BE49-F238E27FC236}">
                    <a16:creationId xmlns:a16="http://schemas.microsoft.com/office/drawing/2014/main" id="{61DD4659-6C40-6649-E94A-D67EB59B3B42}"/>
                  </a:ext>
                </a:extLst>
              </p:cNvPr>
              <p:cNvSpPr/>
              <p:nvPr/>
            </p:nvSpPr>
            <p:spPr>
              <a:xfrm>
                <a:off x="7298652" y="4443264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2" name="타원 741">
                <a:extLst>
                  <a:ext uri="{FF2B5EF4-FFF2-40B4-BE49-F238E27FC236}">
                    <a16:creationId xmlns:a16="http://schemas.microsoft.com/office/drawing/2014/main" id="{BEA9E063-6E4B-D91E-837E-CD1BE9D1F6EB}"/>
                  </a:ext>
                </a:extLst>
              </p:cNvPr>
              <p:cNvSpPr/>
              <p:nvPr/>
            </p:nvSpPr>
            <p:spPr>
              <a:xfrm>
                <a:off x="6134524" y="3412306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3" name="타원 742">
                <a:extLst>
                  <a:ext uri="{FF2B5EF4-FFF2-40B4-BE49-F238E27FC236}">
                    <a16:creationId xmlns:a16="http://schemas.microsoft.com/office/drawing/2014/main" id="{33B5EF01-BD31-4DEA-AD59-1BA400F0B6D8}"/>
                  </a:ext>
                </a:extLst>
              </p:cNvPr>
              <p:cNvSpPr/>
              <p:nvPr/>
            </p:nvSpPr>
            <p:spPr>
              <a:xfrm>
                <a:off x="6071193" y="2759913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4" name="타원 743">
                <a:extLst>
                  <a:ext uri="{FF2B5EF4-FFF2-40B4-BE49-F238E27FC236}">
                    <a16:creationId xmlns:a16="http://schemas.microsoft.com/office/drawing/2014/main" id="{5FEBC56A-1D0D-0EBB-2693-620C7F6B5123}"/>
                  </a:ext>
                </a:extLst>
              </p:cNvPr>
              <p:cNvSpPr/>
              <p:nvPr/>
            </p:nvSpPr>
            <p:spPr>
              <a:xfrm>
                <a:off x="6034512" y="2513627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5" name="타원 744">
                <a:extLst>
                  <a:ext uri="{FF2B5EF4-FFF2-40B4-BE49-F238E27FC236}">
                    <a16:creationId xmlns:a16="http://schemas.microsoft.com/office/drawing/2014/main" id="{C0AACE7F-12EC-4B57-2998-65ACB10EB789}"/>
                  </a:ext>
                </a:extLst>
              </p:cNvPr>
              <p:cNvSpPr/>
              <p:nvPr/>
            </p:nvSpPr>
            <p:spPr>
              <a:xfrm>
                <a:off x="6136695" y="2568650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6" name="타원 745">
                <a:extLst>
                  <a:ext uri="{FF2B5EF4-FFF2-40B4-BE49-F238E27FC236}">
                    <a16:creationId xmlns:a16="http://schemas.microsoft.com/office/drawing/2014/main" id="{00C922FB-A846-459B-1225-98A1E2202EDB}"/>
                  </a:ext>
                </a:extLst>
              </p:cNvPr>
              <p:cNvSpPr/>
              <p:nvPr/>
            </p:nvSpPr>
            <p:spPr>
              <a:xfrm>
                <a:off x="6059366" y="2621050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7" name="타원 746">
                <a:extLst>
                  <a:ext uri="{FF2B5EF4-FFF2-40B4-BE49-F238E27FC236}">
                    <a16:creationId xmlns:a16="http://schemas.microsoft.com/office/drawing/2014/main" id="{1911A728-DE07-A5E7-85DA-9214D2DABA30}"/>
                  </a:ext>
                </a:extLst>
              </p:cNvPr>
              <p:cNvSpPr/>
              <p:nvPr/>
            </p:nvSpPr>
            <p:spPr>
              <a:xfrm>
                <a:off x="7825284" y="4550686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8" name="타원 747">
                <a:extLst>
                  <a:ext uri="{FF2B5EF4-FFF2-40B4-BE49-F238E27FC236}">
                    <a16:creationId xmlns:a16="http://schemas.microsoft.com/office/drawing/2014/main" id="{A0D982DF-96AE-6976-EBCD-64F6F6D15EAB}"/>
                  </a:ext>
                </a:extLst>
              </p:cNvPr>
              <p:cNvSpPr/>
              <p:nvPr/>
            </p:nvSpPr>
            <p:spPr>
              <a:xfrm>
                <a:off x="7846244" y="4836272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1" name="타원 750">
                <a:extLst>
                  <a:ext uri="{FF2B5EF4-FFF2-40B4-BE49-F238E27FC236}">
                    <a16:creationId xmlns:a16="http://schemas.microsoft.com/office/drawing/2014/main" id="{63A9D0F5-EBF4-3E2E-70FD-2F1459D72BBE}"/>
                  </a:ext>
                </a:extLst>
              </p:cNvPr>
              <p:cNvSpPr/>
              <p:nvPr/>
            </p:nvSpPr>
            <p:spPr>
              <a:xfrm>
                <a:off x="7634020" y="5239761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9" name="타원 748">
                <a:extLst>
                  <a:ext uri="{FF2B5EF4-FFF2-40B4-BE49-F238E27FC236}">
                    <a16:creationId xmlns:a16="http://schemas.microsoft.com/office/drawing/2014/main" id="{12062477-D54E-BE5D-EDAD-6A119DF5E68D}"/>
                  </a:ext>
                </a:extLst>
              </p:cNvPr>
              <p:cNvSpPr/>
              <p:nvPr/>
            </p:nvSpPr>
            <p:spPr>
              <a:xfrm>
                <a:off x="7458476" y="4804832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0" name="타원 749">
                <a:extLst>
                  <a:ext uri="{FF2B5EF4-FFF2-40B4-BE49-F238E27FC236}">
                    <a16:creationId xmlns:a16="http://schemas.microsoft.com/office/drawing/2014/main" id="{9624005E-F4FE-1987-14E7-964BB95F9699}"/>
                  </a:ext>
                </a:extLst>
              </p:cNvPr>
              <p:cNvSpPr/>
              <p:nvPr/>
            </p:nvSpPr>
            <p:spPr>
              <a:xfrm>
                <a:off x="7613104" y="5140199"/>
                <a:ext cx="59084" cy="5908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EE44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27" name="자유형: 도형 826">
              <a:extLst>
                <a:ext uri="{FF2B5EF4-FFF2-40B4-BE49-F238E27FC236}">
                  <a16:creationId xmlns:a16="http://schemas.microsoft.com/office/drawing/2014/main" id="{7D71C925-6F1C-0B4F-75C9-03D31943389C}"/>
                </a:ext>
              </a:extLst>
            </p:cNvPr>
            <p:cNvSpPr/>
            <p:nvPr/>
          </p:nvSpPr>
          <p:spPr>
            <a:xfrm>
              <a:off x="8532074" y="1587350"/>
              <a:ext cx="1876480" cy="1910217"/>
            </a:xfrm>
            <a:custGeom>
              <a:avLst/>
              <a:gdLst>
                <a:gd name="connsiteX0" fmla="*/ 0 w 1401097"/>
                <a:gd name="connsiteY0" fmla="*/ 1216742 h 1216742"/>
                <a:gd name="connsiteX1" fmla="*/ 1401097 w 1401097"/>
                <a:gd name="connsiteY1" fmla="*/ 0 h 121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01097" h="1216742">
                  <a:moveTo>
                    <a:pt x="0" y="1216742"/>
                  </a:moveTo>
                  <a:lnTo>
                    <a:pt x="1401097" y="0"/>
                  </a:lnTo>
                </a:path>
              </a:pathLst>
            </a:custGeom>
            <a:solidFill>
              <a:schemeClr val="bg1"/>
            </a:solidFill>
            <a:ln w="12700">
              <a:solidFill>
                <a:srgbClr val="129AEF"/>
              </a:solidFill>
              <a:tailEnd type="oval"/>
            </a:ln>
            <a:effectLst>
              <a:outerShdw blurRad="25400" dist="25400" dir="2700000" algn="tl" rotWithShape="0">
                <a:schemeClr val="bg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28" name="그림 827">
              <a:extLst>
                <a:ext uri="{FF2B5EF4-FFF2-40B4-BE49-F238E27FC236}">
                  <a16:creationId xmlns:a16="http://schemas.microsoft.com/office/drawing/2014/main" id="{84D43283-3AAE-6FC8-A0AA-B1C7F299EA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0543263" y="948747"/>
              <a:ext cx="1031300" cy="1031298"/>
            </a:xfrm>
            <a:custGeom>
              <a:avLst/>
              <a:gdLst>
                <a:gd name="connsiteX0" fmla="*/ 515650 w 1031300"/>
                <a:gd name="connsiteY0" fmla="*/ 0 h 1031298"/>
                <a:gd name="connsiteX1" fmla="*/ 1031300 w 1031300"/>
                <a:gd name="connsiteY1" fmla="*/ 515649 h 1031298"/>
                <a:gd name="connsiteX2" fmla="*/ 515650 w 1031300"/>
                <a:gd name="connsiteY2" fmla="*/ 1031298 h 1031298"/>
                <a:gd name="connsiteX3" fmla="*/ 0 w 1031300"/>
                <a:gd name="connsiteY3" fmla="*/ 515649 h 1031298"/>
                <a:gd name="connsiteX4" fmla="*/ 515650 w 1031300"/>
                <a:gd name="connsiteY4" fmla="*/ 0 h 1031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300" h="1031298">
                  <a:moveTo>
                    <a:pt x="515650" y="0"/>
                  </a:moveTo>
                  <a:cubicBezTo>
                    <a:pt x="800436" y="0"/>
                    <a:pt x="1031300" y="230864"/>
                    <a:pt x="1031300" y="515649"/>
                  </a:cubicBezTo>
                  <a:cubicBezTo>
                    <a:pt x="1031300" y="800434"/>
                    <a:pt x="800436" y="1031298"/>
                    <a:pt x="515650" y="1031298"/>
                  </a:cubicBezTo>
                  <a:cubicBezTo>
                    <a:pt x="230864" y="1031298"/>
                    <a:pt x="0" y="800434"/>
                    <a:pt x="0" y="515649"/>
                  </a:cubicBezTo>
                  <a:cubicBezTo>
                    <a:pt x="0" y="230864"/>
                    <a:pt x="230864" y="0"/>
                    <a:pt x="515650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rgbClr val="2788BB"/>
              </a:solidFill>
            </a:ln>
            <a:effectLst>
              <a:outerShdw blurRad="114300" dist="76200" dir="2700000" algn="tl" rotWithShape="0">
                <a:schemeClr val="bg1">
                  <a:lumMod val="50000"/>
                  <a:alpha val="15000"/>
                </a:schemeClr>
              </a:outerShdw>
            </a:effectLst>
          </p:spPr>
        </p:pic>
        <p:pic>
          <p:nvPicPr>
            <p:cNvPr id="834" name="그림 833">
              <a:extLst>
                <a:ext uri="{FF2B5EF4-FFF2-40B4-BE49-F238E27FC236}">
                  <a16:creationId xmlns:a16="http://schemas.microsoft.com/office/drawing/2014/main" id="{931DF6AF-9A22-2E3E-1D67-34E7D808E2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17424" y="1581351"/>
              <a:ext cx="1031300" cy="1031298"/>
            </a:xfrm>
            <a:custGeom>
              <a:avLst/>
              <a:gdLst>
                <a:gd name="connsiteX0" fmla="*/ 515650 w 1031300"/>
                <a:gd name="connsiteY0" fmla="*/ 0 h 1031298"/>
                <a:gd name="connsiteX1" fmla="*/ 1031300 w 1031300"/>
                <a:gd name="connsiteY1" fmla="*/ 515649 h 1031298"/>
                <a:gd name="connsiteX2" fmla="*/ 515650 w 1031300"/>
                <a:gd name="connsiteY2" fmla="*/ 1031298 h 1031298"/>
                <a:gd name="connsiteX3" fmla="*/ 0 w 1031300"/>
                <a:gd name="connsiteY3" fmla="*/ 515649 h 1031298"/>
                <a:gd name="connsiteX4" fmla="*/ 515650 w 1031300"/>
                <a:gd name="connsiteY4" fmla="*/ 0 h 1031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300" h="1031298">
                  <a:moveTo>
                    <a:pt x="515650" y="0"/>
                  </a:moveTo>
                  <a:cubicBezTo>
                    <a:pt x="800436" y="0"/>
                    <a:pt x="1031300" y="230864"/>
                    <a:pt x="1031300" y="515649"/>
                  </a:cubicBezTo>
                  <a:cubicBezTo>
                    <a:pt x="1031300" y="800434"/>
                    <a:pt x="800436" y="1031298"/>
                    <a:pt x="515650" y="1031298"/>
                  </a:cubicBezTo>
                  <a:cubicBezTo>
                    <a:pt x="230864" y="1031298"/>
                    <a:pt x="0" y="800434"/>
                    <a:pt x="0" y="515649"/>
                  </a:cubicBezTo>
                  <a:cubicBezTo>
                    <a:pt x="0" y="230864"/>
                    <a:pt x="230864" y="0"/>
                    <a:pt x="515650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rgbClr val="2788BB"/>
              </a:solidFill>
            </a:ln>
            <a:effectLst>
              <a:outerShdw blurRad="114300" dist="76200" dir="2700000" algn="tl" rotWithShape="0">
                <a:schemeClr val="bg1">
                  <a:lumMod val="50000"/>
                  <a:alpha val="15000"/>
                </a:schemeClr>
              </a:outerShdw>
            </a:effectLst>
          </p:spPr>
        </p:pic>
        <p:pic>
          <p:nvPicPr>
            <p:cNvPr id="835" name="그림 834">
              <a:extLst>
                <a:ext uri="{FF2B5EF4-FFF2-40B4-BE49-F238E27FC236}">
                  <a16:creationId xmlns:a16="http://schemas.microsoft.com/office/drawing/2014/main" id="{A04E6EA7-BCDD-6FC3-426A-2858C0B476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0543263" y="3668563"/>
              <a:ext cx="1031300" cy="1031298"/>
            </a:xfrm>
            <a:custGeom>
              <a:avLst/>
              <a:gdLst>
                <a:gd name="connsiteX0" fmla="*/ 515650 w 1031300"/>
                <a:gd name="connsiteY0" fmla="*/ 0 h 1031298"/>
                <a:gd name="connsiteX1" fmla="*/ 1031300 w 1031300"/>
                <a:gd name="connsiteY1" fmla="*/ 515649 h 1031298"/>
                <a:gd name="connsiteX2" fmla="*/ 515650 w 1031300"/>
                <a:gd name="connsiteY2" fmla="*/ 1031298 h 1031298"/>
                <a:gd name="connsiteX3" fmla="*/ 0 w 1031300"/>
                <a:gd name="connsiteY3" fmla="*/ 515649 h 1031298"/>
                <a:gd name="connsiteX4" fmla="*/ 515650 w 1031300"/>
                <a:gd name="connsiteY4" fmla="*/ 0 h 1031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300" h="1031298">
                  <a:moveTo>
                    <a:pt x="515650" y="0"/>
                  </a:moveTo>
                  <a:cubicBezTo>
                    <a:pt x="800436" y="0"/>
                    <a:pt x="1031300" y="230864"/>
                    <a:pt x="1031300" y="515649"/>
                  </a:cubicBezTo>
                  <a:cubicBezTo>
                    <a:pt x="1031300" y="800434"/>
                    <a:pt x="800436" y="1031298"/>
                    <a:pt x="515650" y="1031298"/>
                  </a:cubicBezTo>
                  <a:cubicBezTo>
                    <a:pt x="230864" y="1031298"/>
                    <a:pt x="0" y="800434"/>
                    <a:pt x="0" y="515649"/>
                  </a:cubicBezTo>
                  <a:cubicBezTo>
                    <a:pt x="0" y="230864"/>
                    <a:pt x="230864" y="0"/>
                    <a:pt x="515650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rgbClr val="2788BB"/>
              </a:solidFill>
            </a:ln>
            <a:effectLst>
              <a:outerShdw blurRad="114300" dist="76200" dir="2700000" algn="tl" rotWithShape="0">
                <a:schemeClr val="bg1">
                  <a:lumMod val="50000"/>
                  <a:alpha val="15000"/>
                </a:schemeClr>
              </a:outerShdw>
            </a:effectLst>
          </p:spPr>
        </p:pic>
        <p:sp>
          <p:nvSpPr>
            <p:cNvPr id="837" name="자유형: 도형 836">
              <a:extLst>
                <a:ext uri="{FF2B5EF4-FFF2-40B4-BE49-F238E27FC236}">
                  <a16:creationId xmlns:a16="http://schemas.microsoft.com/office/drawing/2014/main" id="{A254BFDC-3CA5-314B-B74E-7C68C57C0C5D}"/>
                </a:ext>
              </a:extLst>
            </p:cNvPr>
            <p:cNvSpPr/>
            <p:nvPr/>
          </p:nvSpPr>
          <p:spPr>
            <a:xfrm rot="980445">
              <a:off x="8248249" y="3889288"/>
              <a:ext cx="2113885" cy="420765"/>
            </a:xfrm>
            <a:custGeom>
              <a:avLst/>
              <a:gdLst>
                <a:gd name="connsiteX0" fmla="*/ 0 w 1401097"/>
                <a:gd name="connsiteY0" fmla="*/ 1216742 h 1216742"/>
                <a:gd name="connsiteX1" fmla="*/ 1401097 w 1401097"/>
                <a:gd name="connsiteY1" fmla="*/ 0 h 121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01097" h="1216742">
                  <a:moveTo>
                    <a:pt x="0" y="1216742"/>
                  </a:moveTo>
                  <a:lnTo>
                    <a:pt x="1401097" y="0"/>
                  </a:lnTo>
                </a:path>
              </a:pathLst>
            </a:custGeom>
            <a:solidFill>
              <a:schemeClr val="bg1"/>
            </a:solidFill>
            <a:ln w="12700">
              <a:solidFill>
                <a:srgbClr val="129AEF"/>
              </a:solidFill>
              <a:tailEnd type="oval"/>
            </a:ln>
            <a:effectLst>
              <a:outerShdw blurRad="25400" dist="25400" dir="2700000" algn="tl" rotWithShape="0">
                <a:schemeClr val="bg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38" name="그룹 837">
              <a:extLst>
                <a:ext uri="{FF2B5EF4-FFF2-40B4-BE49-F238E27FC236}">
                  <a16:creationId xmlns:a16="http://schemas.microsoft.com/office/drawing/2014/main" id="{C5EF8E87-48DF-FBAE-BDAB-3E7F455A28E8}"/>
                </a:ext>
              </a:extLst>
            </p:cNvPr>
            <p:cNvGrpSpPr/>
            <p:nvPr/>
          </p:nvGrpSpPr>
          <p:grpSpPr>
            <a:xfrm>
              <a:off x="8196804" y="3843283"/>
              <a:ext cx="183331" cy="289216"/>
              <a:chOff x="2330863" y="2511878"/>
              <a:chExt cx="251972" cy="397501"/>
            </a:xfrm>
          </p:grpSpPr>
          <p:sp>
            <p:nvSpPr>
              <p:cNvPr id="839" name="타원 838">
                <a:extLst>
                  <a:ext uri="{FF2B5EF4-FFF2-40B4-BE49-F238E27FC236}">
                    <a16:creationId xmlns:a16="http://schemas.microsoft.com/office/drawing/2014/main" id="{E5D7E510-3E91-199E-096E-0E54E69E85B1}"/>
                  </a:ext>
                </a:extLst>
              </p:cNvPr>
              <p:cNvSpPr/>
              <p:nvPr/>
            </p:nvSpPr>
            <p:spPr>
              <a:xfrm>
                <a:off x="2365032" y="2848496"/>
                <a:ext cx="183634" cy="60883"/>
              </a:xfrm>
              <a:prstGeom prst="ellipse">
                <a:avLst/>
              </a:prstGeom>
              <a:solidFill>
                <a:schemeClr val="tx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grpSp>
            <p:nvGrpSpPr>
              <p:cNvPr id="840" name="그룹 839">
                <a:extLst>
                  <a:ext uri="{FF2B5EF4-FFF2-40B4-BE49-F238E27FC236}">
                    <a16:creationId xmlns:a16="http://schemas.microsoft.com/office/drawing/2014/main" id="{781AE075-E471-2D0F-AE9A-4E485017341B}"/>
                  </a:ext>
                </a:extLst>
              </p:cNvPr>
              <p:cNvGrpSpPr/>
              <p:nvPr/>
            </p:nvGrpSpPr>
            <p:grpSpPr>
              <a:xfrm>
                <a:off x="2330863" y="2511878"/>
                <a:ext cx="251972" cy="342687"/>
                <a:chOff x="1545241" y="2773334"/>
                <a:chExt cx="277169" cy="385626"/>
              </a:xfrm>
            </p:grpSpPr>
            <p:sp>
              <p:nvSpPr>
                <p:cNvPr id="841" name="Freeform 17">
                  <a:extLst>
                    <a:ext uri="{FF2B5EF4-FFF2-40B4-BE49-F238E27FC236}">
                      <a16:creationId xmlns:a16="http://schemas.microsoft.com/office/drawing/2014/main" id="{EB8A6834-6EA2-22BC-E71B-557BC520E2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5241" y="2773334"/>
                  <a:ext cx="277169" cy="385625"/>
                </a:xfrm>
                <a:custGeom>
                  <a:avLst/>
                  <a:gdLst>
                    <a:gd name="T0" fmla="*/ 150 w 155"/>
                    <a:gd name="T1" fmla="*/ 73 h 217"/>
                    <a:gd name="T2" fmla="*/ 77 w 155"/>
                    <a:gd name="T3" fmla="*/ 0 h 217"/>
                    <a:gd name="T4" fmla="*/ 4 w 155"/>
                    <a:gd name="T5" fmla="*/ 73 h 217"/>
                    <a:gd name="T6" fmla="*/ 77 w 155"/>
                    <a:gd name="T7" fmla="*/ 217 h 217"/>
                    <a:gd name="T8" fmla="*/ 150 w 155"/>
                    <a:gd name="T9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5" h="217">
                      <a:moveTo>
                        <a:pt x="150" y="73"/>
                      </a:moveTo>
                      <a:cubicBezTo>
                        <a:pt x="150" y="33"/>
                        <a:pt x="118" y="0"/>
                        <a:pt x="77" y="0"/>
                      </a:cubicBezTo>
                      <a:cubicBezTo>
                        <a:pt x="37" y="0"/>
                        <a:pt x="4" y="33"/>
                        <a:pt x="4" y="73"/>
                      </a:cubicBezTo>
                      <a:cubicBezTo>
                        <a:pt x="4" y="73"/>
                        <a:pt x="0" y="126"/>
                        <a:pt x="77" y="217"/>
                      </a:cubicBezTo>
                      <a:cubicBezTo>
                        <a:pt x="155" y="126"/>
                        <a:pt x="150" y="73"/>
                        <a:pt x="150" y="73"/>
                      </a:cubicBezTo>
                      <a:close/>
                    </a:path>
                  </a:pathLst>
                </a:custGeom>
                <a:solidFill>
                  <a:srgbClr val="176E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42" name="Freeform 18">
                  <a:extLst>
                    <a:ext uri="{FF2B5EF4-FFF2-40B4-BE49-F238E27FC236}">
                      <a16:creationId xmlns:a16="http://schemas.microsoft.com/office/drawing/2014/main" id="{CCC77A49-2841-82A5-9FF7-F30B0E035E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3362" y="2773335"/>
                  <a:ext cx="139048" cy="385625"/>
                </a:xfrm>
                <a:custGeom>
                  <a:avLst/>
                  <a:gdLst>
                    <a:gd name="T0" fmla="*/ 73 w 78"/>
                    <a:gd name="T1" fmla="*/ 73 h 217"/>
                    <a:gd name="T2" fmla="*/ 0 w 78"/>
                    <a:gd name="T3" fmla="*/ 0 h 217"/>
                    <a:gd name="T4" fmla="*/ 0 w 78"/>
                    <a:gd name="T5" fmla="*/ 217 h 217"/>
                    <a:gd name="T6" fmla="*/ 73 w 78"/>
                    <a:gd name="T7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8" h="217">
                      <a:moveTo>
                        <a:pt x="73" y="73"/>
                      </a:moveTo>
                      <a:cubicBezTo>
                        <a:pt x="73" y="33"/>
                        <a:pt x="41" y="0"/>
                        <a:pt x="0" y="0"/>
                      </a:cubicBezTo>
                      <a:cubicBezTo>
                        <a:pt x="0" y="217"/>
                        <a:pt x="0" y="217"/>
                        <a:pt x="0" y="217"/>
                      </a:cubicBezTo>
                      <a:cubicBezTo>
                        <a:pt x="78" y="126"/>
                        <a:pt x="73" y="73"/>
                        <a:pt x="73" y="73"/>
                      </a:cubicBezTo>
                      <a:close/>
                    </a:path>
                  </a:pathLst>
                </a:custGeom>
                <a:solidFill>
                  <a:srgbClr val="104C6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43" name="타원 842">
                  <a:extLst>
                    <a:ext uri="{FF2B5EF4-FFF2-40B4-BE49-F238E27FC236}">
                      <a16:creationId xmlns:a16="http://schemas.microsoft.com/office/drawing/2014/main" id="{8A5A35B0-D00C-B954-B1F7-25C69E4F5121}"/>
                    </a:ext>
                  </a:extLst>
                </p:cNvPr>
                <p:cNvSpPr/>
                <p:nvPr/>
              </p:nvSpPr>
              <p:spPr>
                <a:xfrm>
                  <a:off x="1608877" y="2824724"/>
                  <a:ext cx="149897" cy="14989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</p:grpSp>
        </p:grpSp>
        <p:sp>
          <p:nvSpPr>
            <p:cNvPr id="844" name="자유형: 도형 843">
              <a:extLst>
                <a:ext uri="{FF2B5EF4-FFF2-40B4-BE49-F238E27FC236}">
                  <a16:creationId xmlns:a16="http://schemas.microsoft.com/office/drawing/2014/main" id="{BC95493F-ADF3-1244-DE48-D09CB7203CEA}"/>
                </a:ext>
              </a:extLst>
            </p:cNvPr>
            <p:cNvSpPr/>
            <p:nvPr/>
          </p:nvSpPr>
          <p:spPr>
            <a:xfrm rot="11216511" flipH="1" flipV="1">
              <a:off x="8497560" y="2772971"/>
              <a:ext cx="1853115" cy="1070137"/>
            </a:xfrm>
            <a:custGeom>
              <a:avLst/>
              <a:gdLst>
                <a:gd name="connsiteX0" fmla="*/ 0 w 1401097"/>
                <a:gd name="connsiteY0" fmla="*/ 1216742 h 1216742"/>
                <a:gd name="connsiteX1" fmla="*/ 1401097 w 1401097"/>
                <a:gd name="connsiteY1" fmla="*/ 0 h 121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01097" h="1216742">
                  <a:moveTo>
                    <a:pt x="0" y="1216742"/>
                  </a:moveTo>
                  <a:lnTo>
                    <a:pt x="1401097" y="0"/>
                  </a:lnTo>
                </a:path>
              </a:pathLst>
            </a:custGeom>
            <a:solidFill>
              <a:schemeClr val="bg1"/>
            </a:solidFill>
            <a:ln w="12700">
              <a:solidFill>
                <a:srgbClr val="129AEF"/>
              </a:solidFill>
              <a:tailEnd type="oval"/>
            </a:ln>
            <a:effectLst>
              <a:outerShdw blurRad="25400" dist="25400" dir="2700000" algn="tl" rotWithShape="0">
                <a:schemeClr val="bg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45" name="그룹 844">
              <a:extLst>
                <a:ext uri="{FF2B5EF4-FFF2-40B4-BE49-F238E27FC236}">
                  <a16:creationId xmlns:a16="http://schemas.microsoft.com/office/drawing/2014/main" id="{61FFE6D4-1FC9-CFA9-6C30-D0040F0DDAD5}"/>
                </a:ext>
              </a:extLst>
            </p:cNvPr>
            <p:cNvGrpSpPr/>
            <p:nvPr/>
          </p:nvGrpSpPr>
          <p:grpSpPr>
            <a:xfrm>
              <a:off x="8391406" y="3465734"/>
              <a:ext cx="183331" cy="289216"/>
              <a:chOff x="2330863" y="2511878"/>
              <a:chExt cx="251972" cy="397501"/>
            </a:xfrm>
          </p:grpSpPr>
          <p:sp>
            <p:nvSpPr>
              <p:cNvPr id="846" name="타원 845">
                <a:extLst>
                  <a:ext uri="{FF2B5EF4-FFF2-40B4-BE49-F238E27FC236}">
                    <a16:creationId xmlns:a16="http://schemas.microsoft.com/office/drawing/2014/main" id="{D83CA719-3CC7-ABFB-7507-24DBD6764A8B}"/>
                  </a:ext>
                </a:extLst>
              </p:cNvPr>
              <p:cNvSpPr/>
              <p:nvPr/>
            </p:nvSpPr>
            <p:spPr>
              <a:xfrm>
                <a:off x="2365032" y="2848496"/>
                <a:ext cx="183634" cy="60883"/>
              </a:xfrm>
              <a:prstGeom prst="ellipse">
                <a:avLst/>
              </a:prstGeom>
              <a:solidFill>
                <a:schemeClr val="tx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grpSp>
            <p:nvGrpSpPr>
              <p:cNvPr id="847" name="그룹 846">
                <a:extLst>
                  <a:ext uri="{FF2B5EF4-FFF2-40B4-BE49-F238E27FC236}">
                    <a16:creationId xmlns:a16="http://schemas.microsoft.com/office/drawing/2014/main" id="{314DE1FB-42D7-3C78-03B0-4BDA4956058A}"/>
                  </a:ext>
                </a:extLst>
              </p:cNvPr>
              <p:cNvGrpSpPr/>
              <p:nvPr/>
            </p:nvGrpSpPr>
            <p:grpSpPr>
              <a:xfrm>
                <a:off x="2330863" y="2511878"/>
                <a:ext cx="251972" cy="342687"/>
                <a:chOff x="1545241" y="2773334"/>
                <a:chExt cx="277169" cy="385626"/>
              </a:xfrm>
            </p:grpSpPr>
            <p:sp>
              <p:nvSpPr>
                <p:cNvPr id="848" name="Freeform 17">
                  <a:extLst>
                    <a:ext uri="{FF2B5EF4-FFF2-40B4-BE49-F238E27FC236}">
                      <a16:creationId xmlns:a16="http://schemas.microsoft.com/office/drawing/2014/main" id="{DA4EF29A-B656-DA23-FCC6-97819E88BC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5241" y="2773334"/>
                  <a:ext cx="277169" cy="385625"/>
                </a:xfrm>
                <a:custGeom>
                  <a:avLst/>
                  <a:gdLst>
                    <a:gd name="T0" fmla="*/ 150 w 155"/>
                    <a:gd name="T1" fmla="*/ 73 h 217"/>
                    <a:gd name="T2" fmla="*/ 77 w 155"/>
                    <a:gd name="T3" fmla="*/ 0 h 217"/>
                    <a:gd name="T4" fmla="*/ 4 w 155"/>
                    <a:gd name="T5" fmla="*/ 73 h 217"/>
                    <a:gd name="T6" fmla="*/ 77 w 155"/>
                    <a:gd name="T7" fmla="*/ 217 h 217"/>
                    <a:gd name="T8" fmla="*/ 150 w 155"/>
                    <a:gd name="T9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5" h="217">
                      <a:moveTo>
                        <a:pt x="150" y="73"/>
                      </a:moveTo>
                      <a:cubicBezTo>
                        <a:pt x="150" y="33"/>
                        <a:pt x="118" y="0"/>
                        <a:pt x="77" y="0"/>
                      </a:cubicBezTo>
                      <a:cubicBezTo>
                        <a:pt x="37" y="0"/>
                        <a:pt x="4" y="33"/>
                        <a:pt x="4" y="73"/>
                      </a:cubicBezTo>
                      <a:cubicBezTo>
                        <a:pt x="4" y="73"/>
                        <a:pt x="0" y="126"/>
                        <a:pt x="77" y="217"/>
                      </a:cubicBezTo>
                      <a:cubicBezTo>
                        <a:pt x="155" y="126"/>
                        <a:pt x="150" y="73"/>
                        <a:pt x="150" y="73"/>
                      </a:cubicBezTo>
                      <a:close/>
                    </a:path>
                  </a:pathLst>
                </a:custGeom>
                <a:solidFill>
                  <a:srgbClr val="176E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49" name="Freeform 18">
                  <a:extLst>
                    <a:ext uri="{FF2B5EF4-FFF2-40B4-BE49-F238E27FC236}">
                      <a16:creationId xmlns:a16="http://schemas.microsoft.com/office/drawing/2014/main" id="{C2DB4E13-3C7B-351B-8878-D939949265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3362" y="2773335"/>
                  <a:ext cx="139048" cy="385625"/>
                </a:xfrm>
                <a:custGeom>
                  <a:avLst/>
                  <a:gdLst>
                    <a:gd name="T0" fmla="*/ 73 w 78"/>
                    <a:gd name="T1" fmla="*/ 73 h 217"/>
                    <a:gd name="T2" fmla="*/ 0 w 78"/>
                    <a:gd name="T3" fmla="*/ 0 h 217"/>
                    <a:gd name="T4" fmla="*/ 0 w 78"/>
                    <a:gd name="T5" fmla="*/ 217 h 217"/>
                    <a:gd name="T6" fmla="*/ 73 w 78"/>
                    <a:gd name="T7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8" h="217">
                      <a:moveTo>
                        <a:pt x="73" y="73"/>
                      </a:moveTo>
                      <a:cubicBezTo>
                        <a:pt x="73" y="33"/>
                        <a:pt x="41" y="0"/>
                        <a:pt x="0" y="0"/>
                      </a:cubicBezTo>
                      <a:cubicBezTo>
                        <a:pt x="0" y="217"/>
                        <a:pt x="0" y="217"/>
                        <a:pt x="0" y="217"/>
                      </a:cubicBezTo>
                      <a:cubicBezTo>
                        <a:pt x="78" y="126"/>
                        <a:pt x="73" y="73"/>
                        <a:pt x="73" y="73"/>
                      </a:cubicBezTo>
                      <a:close/>
                    </a:path>
                  </a:pathLst>
                </a:custGeom>
                <a:solidFill>
                  <a:srgbClr val="104C6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50" name="타원 849">
                  <a:extLst>
                    <a:ext uri="{FF2B5EF4-FFF2-40B4-BE49-F238E27FC236}">
                      <a16:creationId xmlns:a16="http://schemas.microsoft.com/office/drawing/2014/main" id="{25C9D2F3-F711-43E5-D60A-B074F1AD463D}"/>
                    </a:ext>
                  </a:extLst>
                </p:cNvPr>
                <p:cNvSpPr/>
                <p:nvPr/>
              </p:nvSpPr>
              <p:spPr>
                <a:xfrm>
                  <a:off x="1608877" y="2824724"/>
                  <a:ext cx="149897" cy="14989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</p:grpSp>
        </p:grpSp>
        <p:grpSp>
          <p:nvGrpSpPr>
            <p:cNvPr id="851" name="그룹 850">
              <a:extLst>
                <a:ext uri="{FF2B5EF4-FFF2-40B4-BE49-F238E27FC236}">
                  <a16:creationId xmlns:a16="http://schemas.microsoft.com/office/drawing/2014/main" id="{1F7E91F0-40E3-F7C0-F3BB-22F6254E8079}"/>
                </a:ext>
              </a:extLst>
            </p:cNvPr>
            <p:cNvGrpSpPr/>
            <p:nvPr/>
          </p:nvGrpSpPr>
          <p:grpSpPr>
            <a:xfrm>
              <a:off x="8318672" y="3528388"/>
              <a:ext cx="183331" cy="289216"/>
              <a:chOff x="2330863" y="2511878"/>
              <a:chExt cx="251972" cy="397501"/>
            </a:xfrm>
          </p:grpSpPr>
          <p:sp>
            <p:nvSpPr>
              <p:cNvPr id="852" name="타원 851">
                <a:extLst>
                  <a:ext uri="{FF2B5EF4-FFF2-40B4-BE49-F238E27FC236}">
                    <a16:creationId xmlns:a16="http://schemas.microsoft.com/office/drawing/2014/main" id="{C9B1C387-B832-752C-EB4E-4FB4CE5B2081}"/>
                  </a:ext>
                </a:extLst>
              </p:cNvPr>
              <p:cNvSpPr/>
              <p:nvPr/>
            </p:nvSpPr>
            <p:spPr>
              <a:xfrm>
                <a:off x="2365032" y="2848496"/>
                <a:ext cx="183634" cy="60883"/>
              </a:xfrm>
              <a:prstGeom prst="ellipse">
                <a:avLst/>
              </a:prstGeom>
              <a:solidFill>
                <a:schemeClr val="tx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grpSp>
            <p:nvGrpSpPr>
              <p:cNvPr id="853" name="그룹 852">
                <a:extLst>
                  <a:ext uri="{FF2B5EF4-FFF2-40B4-BE49-F238E27FC236}">
                    <a16:creationId xmlns:a16="http://schemas.microsoft.com/office/drawing/2014/main" id="{7E5AE509-101A-203D-4AA3-5D4E7177ED62}"/>
                  </a:ext>
                </a:extLst>
              </p:cNvPr>
              <p:cNvGrpSpPr/>
              <p:nvPr/>
            </p:nvGrpSpPr>
            <p:grpSpPr>
              <a:xfrm>
                <a:off x="2330863" y="2511878"/>
                <a:ext cx="251972" cy="342687"/>
                <a:chOff x="1545241" y="2773334"/>
                <a:chExt cx="277169" cy="385626"/>
              </a:xfrm>
            </p:grpSpPr>
            <p:sp>
              <p:nvSpPr>
                <p:cNvPr id="854" name="Freeform 17">
                  <a:extLst>
                    <a:ext uri="{FF2B5EF4-FFF2-40B4-BE49-F238E27FC236}">
                      <a16:creationId xmlns:a16="http://schemas.microsoft.com/office/drawing/2014/main" id="{D10ABD68-6A24-DD78-0253-49C13C50F5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5241" y="2773334"/>
                  <a:ext cx="277169" cy="385625"/>
                </a:xfrm>
                <a:custGeom>
                  <a:avLst/>
                  <a:gdLst>
                    <a:gd name="T0" fmla="*/ 150 w 155"/>
                    <a:gd name="T1" fmla="*/ 73 h 217"/>
                    <a:gd name="T2" fmla="*/ 77 w 155"/>
                    <a:gd name="T3" fmla="*/ 0 h 217"/>
                    <a:gd name="T4" fmla="*/ 4 w 155"/>
                    <a:gd name="T5" fmla="*/ 73 h 217"/>
                    <a:gd name="T6" fmla="*/ 77 w 155"/>
                    <a:gd name="T7" fmla="*/ 217 h 217"/>
                    <a:gd name="T8" fmla="*/ 150 w 155"/>
                    <a:gd name="T9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5" h="217">
                      <a:moveTo>
                        <a:pt x="150" y="73"/>
                      </a:moveTo>
                      <a:cubicBezTo>
                        <a:pt x="150" y="33"/>
                        <a:pt x="118" y="0"/>
                        <a:pt x="77" y="0"/>
                      </a:cubicBezTo>
                      <a:cubicBezTo>
                        <a:pt x="37" y="0"/>
                        <a:pt x="4" y="33"/>
                        <a:pt x="4" y="73"/>
                      </a:cubicBezTo>
                      <a:cubicBezTo>
                        <a:pt x="4" y="73"/>
                        <a:pt x="0" y="126"/>
                        <a:pt x="77" y="217"/>
                      </a:cubicBezTo>
                      <a:cubicBezTo>
                        <a:pt x="155" y="126"/>
                        <a:pt x="150" y="73"/>
                        <a:pt x="150" y="73"/>
                      </a:cubicBezTo>
                      <a:close/>
                    </a:path>
                  </a:pathLst>
                </a:custGeom>
                <a:solidFill>
                  <a:srgbClr val="176E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55" name="Freeform 18">
                  <a:extLst>
                    <a:ext uri="{FF2B5EF4-FFF2-40B4-BE49-F238E27FC236}">
                      <a16:creationId xmlns:a16="http://schemas.microsoft.com/office/drawing/2014/main" id="{C1EEDD92-D639-B5B6-CCCF-04D6A5C834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3362" y="2773335"/>
                  <a:ext cx="139048" cy="385625"/>
                </a:xfrm>
                <a:custGeom>
                  <a:avLst/>
                  <a:gdLst>
                    <a:gd name="T0" fmla="*/ 73 w 78"/>
                    <a:gd name="T1" fmla="*/ 73 h 217"/>
                    <a:gd name="T2" fmla="*/ 0 w 78"/>
                    <a:gd name="T3" fmla="*/ 0 h 217"/>
                    <a:gd name="T4" fmla="*/ 0 w 78"/>
                    <a:gd name="T5" fmla="*/ 217 h 217"/>
                    <a:gd name="T6" fmla="*/ 73 w 78"/>
                    <a:gd name="T7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8" h="217">
                      <a:moveTo>
                        <a:pt x="73" y="73"/>
                      </a:moveTo>
                      <a:cubicBezTo>
                        <a:pt x="73" y="33"/>
                        <a:pt x="41" y="0"/>
                        <a:pt x="0" y="0"/>
                      </a:cubicBezTo>
                      <a:cubicBezTo>
                        <a:pt x="0" y="217"/>
                        <a:pt x="0" y="217"/>
                        <a:pt x="0" y="217"/>
                      </a:cubicBezTo>
                      <a:cubicBezTo>
                        <a:pt x="78" y="126"/>
                        <a:pt x="73" y="73"/>
                        <a:pt x="73" y="73"/>
                      </a:cubicBezTo>
                      <a:close/>
                    </a:path>
                  </a:pathLst>
                </a:custGeom>
                <a:solidFill>
                  <a:srgbClr val="104C6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56" name="타원 855">
                  <a:extLst>
                    <a:ext uri="{FF2B5EF4-FFF2-40B4-BE49-F238E27FC236}">
                      <a16:creationId xmlns:a16="http://schemas.microsoft.com/office/drawing/2014/main" id="{D2DB436E-DB89-1511-92C7-AF777DE6C2CB}"/>
                    </a:ext>
                  </a:extLst>
                </p:cNvPr>
                <p:cNvSpPr/>
                <p:nvPr/>
              </p:nvSpPr>
              <p:spPr>
                <a:xfrm>
                  <a:off x="1608877" y="2824724"/>
                  <a:ext cx="149897" cy="14989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</p:grpSp>
        </p:grpSp>
        <p:sp>
          <p:nvSpPr>
            <p:cNvPr id="857" name="자유형: 도형 856">
              <a:extLst>
                <a:ext uri="{FF2B5EF4-FFF2-40B4-BE49-F238E27FC236}">
                  <a16:creationId xmlns:a16="http://schemas.microsoft.com/office/drawing/2014/main" id="{ADD58854-31EC-6E5D-1CFF-C5C633494968}"/>
                </a:ext>
              </a:extLst>
            </p:cNvPr>
            <p:cNvSpPr/>
            <p:nvPr/>
          </p:nvSpPr>
          <p:spPr>
            <a:xfrm>
              <a:off x="9479320" y="4958277"/>
              <a:ext cx="993522" cy="838465"/>
            </a:xfrm>
            <a:custGeom>
              <a:avLst/>
              <a:gdLst>
                <a:gd name="connsiteX0" fmla="*/ 0 w 580709"/>
                <a:gd name="connsiteY0" fmla="*/ 0 h 645713"/>
                <a:gd name="connsiteX1" fmla="*/ 0 w 580709"/>
                <a:gd name="connsiteY1" fmla="*/ 645713 h 645713"/>
                <a:gd name="connsiteX2" fmla="*/ 580709 w 580709"/>
                <a:gd name="connsiteY2" fmla="*/ 645713 h 645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0709" h="645713">
                  <a:moveTo>
                    <a:pt x="0" y="0"/>
                  </a:moveTo>
                  <a:lnTo>
                    <a:pt x="0" y="645713"/>
                  </a:lnTo>
                  <a:lnTo>
                    <a:pt x="580709" y="645713"/>
                  </a:lnTo>
                </a:path>
              </a:pathLst>
            </a:custGeom>
            <a:noFill/>
            <a:ln w="12700">
              <a:solidFill>
                <a:srgbClr val="129AEF"/>
              </a:solidFill>
              <a:tailEnd type="oval"/>
            </a:ln>
            <a:effectLst>
              <a:outerShdw blurRad="25400" dist="25400" dir="2700000" algn="tl" rotWithShape="0">
                <a:schemeClr val="bg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58" name="그룹 857">
              <a:extLst>
                <a:ext uri="{FF2B5EF4-FFF2-40B4-BE49-F238E27FC236}">
                  <a16:creationId xmlns:a16="http://schemas.microsoft.com/office/drawing/2014/main" id="{959BC8AB-FA2A-AD72-F573-A488C385EE9D}"/>
                </a:ext>
              </a:extLst>
            </p:cNvPr>
            <p:cNvGrpSpPr/>
            <p:nvPr/>
          </p:nvGrpSpPr>
          <p:grpSpPr>
            <a:xfrm>
              <a:off x="9389076" y="4739778"/>
              <a:ext cx="183331" cy="289216"/>
              <a:chOff x="2330863" y="2511878"/>
              <a:chExt cx="251972" cy="397501"/>
            </a:xfrm>
          </p:grpSpPr>
          <p:sp>
            <p:nvSpPr>
              <p:cNvPr id="859" name="타원 858">
                <a:extLst>
                  <a:ext uri="{FF2B5EF4-FFF2-40B4-BE49-F238E27FC236}">
                    <a16:creationId xmlns:a16="http://schemas.microsoft.com/office/drawing/2014/main" id="{AF7C4411-90E9-BBAE-2C4E-D5BE36BC79CC}"/>
                  </a:ext>
                </a:extLst>
              </p:cNvPr>
              <p:cNvSpPr/>
              <p:nvPr/>
            </p:nvSpPr>
            <p:spPr>
              <a:xfrm>
                <a:off x="2365032" y="2848496"/>
                <a:ext cx="183634" cy="60883"/>
              </a:xfrm>
              <a:prstGeom prst="ellipse">
                <a:avLst/>
              </a:prstGeom>
              <a:solidFill>
                <a:schemeClr val="tx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grpSp>
            <p:nvGrpSpPr>
              <p:cNvPr id="860" name="그룹 859">
                <a:extLst>
                  <a:ext uri="{FF2B5EF4-FFF2-40B4-BE49-F238E27FC236}">
                    <a16:creationId xmlns:a16="http://schemas.microsoft.com/office/drawing/2014/main" id="{B302FCF1-0CA7-A8F8-6310-FB07E1ADED0C}"/>
                  </a:ext>
                </a:extLst>
              </p:cNvPr>
              <p:cNvGrpSpPr/>
              <p:nvPr/>
            </p:nvGrpSpPr>
            <p:grpSpPr>
              <a:xfrm>
                <a:off x="2330863" y="2511878"/>
                <a:ext cx="251972" cy="342687"/>
                <a:chOff x="1545241" y="2773334"/>
                <a:chExt cx="277169" cy="385626"/>
              </a:xfrm>
            </p:grpSpPr>
            <p:sp>
              <p:nvSpPr>
                <p:cNvPr id="861" name="Freeform 17">
                  <a:extLst>
                    <a:ext uri="{FF2B5EF4-FFF2-40B4-BE49-F238E27FC236}">
                      <a16:creationId xmlns:a16="http://schemas.microsoft.com/office/drawing/2014/main" id="{1A144898-6939-15B3-E9B0-BA1207F152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5241" y="2773334"/>
                  <a:ext cx="277169" cy="385625"/>
                </a:xfrm>
                <a:custGeom>
                  <a:avLst/>
                  <a:gdLst>
                    <a:gd name="T0" fmla="*/ 150 w 155"/>
                    <a:gd name="T1" fmla="*/ 73 h 217"/>
                    <a:gd name="T2" fmla="*/ 77 w 155"/>
                    <a:gd name="T3" fmla="*/ 0 h 217"/>
                    <a:gd name="T4" fmla="*/ 4 w 155"/>
                    <a:gd name="T5" fmla="*/ 73 h 217"/>
                    <a:gd name="T6" fmla="*/ 77 w 155"/>
                    <a:gd name="T7" fmla="*/ 217 h 217"/>
                    <a:gd name="T8" fmla="*/ 150 w 155"/>
                    <a:gd name="T9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5" h="217">
                      <a:moveTo>
                        <a:pt x="150" y="73"/>
                      </a:moveTo>
                      <a:cubicBezTo>
                        <a:pt x="150" y="33"/>
                        <a:pt x="118" y="0"/>
                        <a:pt x="77" y="0"/>
                      </a:cubicBezTo>
                      <a:cubicBezTo>
                        <a:pt x="37" y="0"/>
                        <a:pt x="4" y="33"/>
                        <a:pt x="4" y="73"/>
                      </a:cubicBezTo>
                      <a:cubicBezTo>
                        <a:pt x="4" y="73"/>
                        <a:pt x="0" y="126"/>
                        <a:pt x="77" y="217"/>
                      </a:cubicBezTo>
                      <a:cubicBezTo>
                        <a:pt x="155" y="126"/>
                        <a:pt x="150" y="73"/>
                        <a:pt x="150" y="73"/>
                      </a:cubicBezTo>
                      <a:close/>
                    </a:path>
                  </a:pathLst>
                </a:custGeom>
                <a:solidFill>
                  <a:srgbClr val="176E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62" name="Freeform 18">
                  <a:extLst>
                    <a:ext uri="{FF2B5EF4-FFF2-40B4-BE49-F238E27FC236}">
                      <a16:creationId xmlns:a16="http://schemas.microsoft.com/office/drawing/2014/main" id="{22269C9A-E1BD-C108-4CAC-143577B61C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3362" y="2773335"/>
                  <a:ext cx="139048" cy="385625"/>
                </a:xfrm>
                <a:custGeom>
                  <a:avLst/>
                  <a:gdLst>
                    <a:gd name="T0" fmla="*/ 73 w 78"/>
                    <a:gd name="T1" fmla="*/ 73 h 217"/>
                    <a:gd name="T2" fmla="*/ 0 w 78"/>
                    <a:gd name="T3" fmla="*/ 0 h 217"/>
                    <a:gd name="T4" fmla="*/ 0 w 78"/>
                    <a:gd name="T5" fmla="*/ 217 h 217"/>
                    <a:gd name="T6" fmla="*/ 73 w 78"/>
                    <a:gd name="T7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8" h="217">
                      <a:moveTo>
                        <a:pt x="73" y="73"/>
                      </a:moveTo>
                      <a:cubicBezTo>
                        <a:pt x="73" y="33"/>
                        <a:pt x="41" y="0"/>
                        <a:pt x="0" y="0"/>
                      </a:cubicBezTo>
                      <a:cubicBezTo>
                        <a:pt x="0" y="217"/>
                        <a:pt x="0" y="217"/>
                        <a:pt x="0" y="217"/>
                      </a:cubicBezTo>
                      <a:cubicBezTo>
                        <a:pt x="78" y="126"/>
                        <a:pt x="73" y="73"/>
                        <a:pt x="73" y="73"/>
                      </a:cubicBezTo>
                      <a:close/>
                    </a:path>
                  </a:pathLst>
                </a:custGeom>
                <a:solidFill>
                  <a:srgbClr val="104C6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63" name="타원 862">
                  <a:extLst>
                    <a:ext uri="{FF2B5EF4-FFF2-40B4-BE49-F238E27FC236}">
                      <a16:creationId xmlns:a16="http://schemas.microsoft.com/office/drawing/2014/main" id="{32E7D709-B617-381D-2794-7FA13B2E35BB}"/>
                    </a:ext>
                  </a:extLst>
                </p:cNvPr>
                <p:cNvSpPr/>
                <p:nvPr/>
              </p:nvSpPr>
              <p:spPr>
                <a:xfrm>
                  <a:off x="1608877" y="2824724"/>
                  <a:ext cx="149897" cy="14989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</p:grpSp>
        </p:grpSp>
        <p:sp>
          <p:nvSpPr>
            <p:cNvPr id="864" name="자유형: 도형 863">
              <a:extLst>
                <a:ext uri="{FF2B5EF4-FFF2-40B4-BE49-F238E27FC236}">
                  <a16:creationId xmlns:a16="http://schemas.microsoft.com/office/drawing/2014/main" id="{F060C9C9-A266-444C-96B5-9990B23FDA5F}"/>
                </a:ext>
              </a:extLst>
            </p:cNvPr>
            <p:cNvSpPr/>
            <p:nvPr/>
          </p:nvSpPr>
          <p:spPr>
            <a:xfrm rot="16200000" flipV="1">
              <a:off x="7571023" y="2669592"/>
              <a:ext cx="251244" cy="702613"/>
            </a:xfrm>
            <a:custGeom>
              <a:avLst/>
              <a:gdLst>
                <a:gd name="connsiteX0" fmla="*/ 0 w 580709"/>
                <a:gd name="connsiteY0" fmla="*/ 0 h 645713"/>
                <a:gd name="connsiteX1" fmla="*/ 0 w 580709"/>
                <a:gd name="connsiteY1" fmla="*/ 645713 h 645713"/>
                <a:gd name="connsiteX2" fmla="*/ 580709 w 580709"/>
                <a:gd name="connsiteY2" fmla="*/ 645713 h 645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0709" h="645713">
                  <a:moveTo>
                    <a:pt x="0" y="0"/>
                  </a:moveTo>
                  <a:lnTo>
                    <a:pt x="0" y="645713"/>
                  </a:lnTo>
                  <a:lnTo>
                    <a:pt x="580709" y="645713"/>
                  </a:lnTo>
                </a:path>
              </a:pathLst>
            </a:custGeom>
            <a:noFill/>
            <a:ln w="12700">
              <a:solidFill>
                <a:srgbClr val="129AEF"/>
              </a:solidFill>
              <a:tailEnd type="oval"/>
            </a:ln>
            <a:effectLst>
              <a:outerShdw blurRad="25400" dist="25400" dir="2700000" algn="tl" rotWithShape="0">
                <a:schemeClr val="bg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5" name="TextBox 864">
              <a:extLst>
                <a:ext uri="{FF2B5EF4-FFF2-40B4-BE49-F238E27FC236}">
                  <a16:creationId xmlns:a16="http://schemas.microsoft.com/office/drawing/2014/main" id="{C4049E18-C40E-E903-7593-EE779550F63C}"/>
                </a:ext>
              </a:extLst>
            </p:cNvPr>
            <p:cNvSpPr txBox="1"/>
            <p:nvPr/>
          </p:nvSpPr>
          <p:spPr>
            <a:xfrm>
              <a:off x="6853027" y="2623157"/>
              <a:ext cx="892231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ctr">
                <a:defRPr kumimoji="1" sz="1100" spc="-4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defRPr>
              </a:lvl1pPr>
            </a:lstStyle>
            <a:p>
              <a:r>
                <a:rPr lang="ko-KR" altLang="en-US" dirty="0"/>
                <a:t>내용</a:t>
              </a:r>
              <a:r>
                <a:rPr lang="en-US" altLang="ko-KR" dirty="0"/>
                <a:t>내</a:t>
              </a:r>
              <a:r>
                <a:rPr lang="ko-KR" altLang="en-US" dirty="0"/>
                <a:t>내</a:t>
              </a:r>
              <a:r>
                <a:rPr lang="en-US" altLang="ko-KR" dirty="0"/>
                <a:t>내 </a:t>
              </a:r>
              <a:r>
                <a:rPr lang="ko-KR" altLang="en-US" dirty="0"/>
                <a:t>내용</a:t>
              </a:r>
            </a:p>
          </p:txBody>
        </p:sp>
        <p:grpSp>
          <p:nvGrpSpPr>
            <p:cNvPr id="866" name="그룹 865">
              <a:extLst>
                <a:ext uri="{FF2B5EF4-FFF2-40B4-BE49-F238E27FC236}">
                  <a16:creationId xmlns:a16="http://schemas.microsoft.com/office/drawing/2014/main" id="{785F6B8B-A5A5-2589-A925-8D5195827C3D}"/>
                </a:ext>
              </a:extLst>
            </p:cNvPr>
            <p:cNvGrpSpPr/>
            <p:nvPr/>
          </p:nvGrpSpPr>
          <p:grpSpPr>
            <a:xfrm>
              <a:off x="7955169" y="2912950"/>
              <a:ext cx="183331" cy="289216"/>
              <a:chOff x="2330863" y="2511878"/>
              <a:chExt cx="251972" cy="397501"/>
            </a:xfrm>
          </p:grpSpPr>
          <p:sp>
            <p:nvSpPr>
              <p:cNvPr id="867" name="타원 866">
                <a:extLst>
                  <a:ext uri="{FF2B5EF4-FFF2-40B4-BE49-F238E27FC236}">
                    <a16:creationId xmlns:a16="http://schemas.microsoft.com/office/drawing/2014/main" id="{E6CA4C10-A465-0905-414E-3F85C56E0D88}"/>
                  </a:ext>
                </a:extLst>
              </p:cNvPr>
              <p:cNvSpPr/>
              <p:nvPr/>
            </p:nvSpPr>
            <p:spPr>
              <a:xfrm>
                <a:off x="2365032" y="2848496"/>
                <a:ext cx="183634" cy="60883"/>
              </a:xfrm>
              <a:prstGeom prst="ellipse">
                <a:avLst/>
              </a:prstGeom>
              <a:solidFill>
                <a:schemeClr val="tx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grpSp>
            <p:nvGrpSpPr>
              <p:cNvPr id="868" name="그룹 867">
                <a:extLst>
                  <a:ext uri="{FF2B5EF4-FFF2-40B4-BE49-F238E27FC236}">
                    <a16:creationId xmlns:a16="http://schemas.microsoft.com/office/drawing/2014/main" id="{8D275211-D8E5-EB36-C51A-B56D8FAC6A39}"/>
                  </a:ext>
                </a:extLst>
              </p:cNvPr>
              <p:cNvGrpSpPr/>
              <p:nvPr/>
            </p:nvGrpSpPr>
            <p:grpSpPr>
              <a:xfrm>
                <a:off x="2330863" y="2511878"/>
                <a:ext cx="251972" cy="342687"/>
                <a:chOff x="1545241" y="2773334"/>
                <a:chExt cx="277169" cy="385626"/>
              </a:xfrm>
            </p:grpSpPr>
            <p:sp>
              <p:nvSpPr>
                <p:cNvPr id="869" name="Freeform 17">
                  <a:extLst>
                    <a:ext uri="{FF2B5EF4-FFF2-40B4-BE49-F238E27FC236}">
                      <a16:creationId xmlns:a16="http://schemas.microsoft.com/office/drawing/2014/main" id="{45215020-58D5-BD69-D280-267F922EA4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45241" y="2773334"/>
                  <a:ext cx="277169" cy="385625"/>
                </a:xfrm>
                <a:custGeom>
                  <a:avLst/>
                  <a:gdLst>
                    <a:gd name="T0" fmla="*/ 150 w 155"/>
                    <a:gd name="T1" fmla="*/ 73 h 217"/>
                    <a:gd name="T2" fmla="*/ 77 w 155"/>
                    <a:gd name="T3" fmla="*/ 0 h 217"/>
                    <a:gd name="T4" fmla="*/ 4 w 155"/>
                    <a:gd name="T5" fmla="*/ 73 h 217"/>
                    <a:gd name="T6" fmla="*/ 77 w 155"/>
                    <a:gd name="T7" fmla="*/ 217 h 217"/>
                    <a:gd name="T8" fmla="*/ 150 w 155"/>
                    <a:gd name="T9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5" h="217">
                      <a:moveTo>
                        <a:pt x="150" y="73"/>
                      </a:moveTo>
                      <a:cubicBezTo>
                        <a:pt x="150" y="33"/>
                        <a:pt x="118" y="0"/>
                        <a:pt x="77" y="0"/>
                      </a:cubicBezTo>
                      <a:cubicBezTo>
                        <a:pt x="37" y="0"/>
                        <a:pt x="4" y="33"/>
                        <a:pt x="4" y="73"/>
                      </a:cubicBezTo>
                      <a:cubicBezTo>
                        <a:pt x="4" y="73"/>
                        <a:pt x="0" y="126"/>
                        <a:pt x="77" y="217"/>
                      </a:cubicBezTo>
                      <a:cubicBezTo>
                        <a:pt x="155" y="126"/>
                        <a:pt x="150" y="73"/>
                        <a:pt x="150" y="73"/>
                      </a:cubicBezTo>
                      <a:close/>
                    </a:path>
                  </a:pathLst>
                </a:custGeom>
                <a:solidFill>
                  <a:srgbClr val="176E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70" name="Freeform 18">
                  <a:extLst>
                    <a:ext uri="{FF2B5EF4-FFF2-40B4-BE49-F238E27FC236}">
                      <a16:creationId xmlns:a16="http://schemas.microsoft.com/office/drawing/2014/main" id="{0FEBCCA2-7405-4798-D882-8B4D92C5F2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3362" y="2773335"/>
                  <a:ext cx="139048" cy="385625"/>
                </a:xfrm>
                <a:custGeom>
                  <a:avLst/>
                  <a:gdLst>
                    <a:gd name="T0" fmla="*/ 73 w 78"/>
                    <a:gd name="T1" fmla="*/ 73 h 217"/>
                    <a:gd name="T2" fmla="*/ 0 w 78"/>
                    <a:gd name="T3" fmla="*/ 0 h 217"/>
                    <a:gd name="T4" fmla="*/ 0 w 78"/>
                    <a:gd name="T5" fmla="*/ 217 h 217"/>
                    <a:gd name="T6" fmla="*/ 73 w 78"/>
                    <a:gd name="T7" fmla="*/ 73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8" h="217">
                      <a:moveTo>
                        <a:pt x="73" y="73"/>
                      </a:moveTo>
                      <a:cubicBezTo>
                        <a:pt x="73" y="33"/>
                        <a:pt x="41" y="0"/>
                        <a:pt x="0" y="0"/>
                      </a:cubicBezTo>
                      <a:cubicBezTo>
                        <a:pt x="0" y="217"/>
                        <a:pt x="0" y="217"/>
                        <a:pt x="0" y="217"/>
                      </a:cubicBezTo>
                      <a:cubicBezTo>
                        <a:pt x="78" y="126"/>
                        <a:pt x="73" y="73"/>
                        <a:pt x="73" y="73"/>
                      </a:cubicBezTo>
                      <a:close/>
                    </a:path>
                  </a:pathLst>
                </a:custGeom>
                <a:solidFill>
                  <a:srgbClr val="104C6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  <p:sp>
              <p:nvSpPr>
                <p:cNvPr id="871" name="타원 870">
                  <a:extLst>
                    <a:ext uri="{FF2B5EF4-FFF2-40B4-BE49-F238E27FC236}">
                      <a16:creationId xmlns:a16="http://schemas.microsoft.com/office/drawing/2014/main" id="{8FF16CF8-C0E5-3067-A555-09D9BCC48540}"/>
                    </a:ext>
                  </a:extLst>
                </p:cNvPr>
                <p:cNvSpPr/>
                <p:nvPr/>
              </p:nvSpPr>
              <p:spPr>
                <a:xfrm>
                  <a:off x="1608877" y="2824724"/>
                  <a:ext cx="149897" cy="14989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Pretendard" panose="02000503000000020004" pitchFamily="2" charset="-127"/>
                    <a:ea typeface="Pretendard" panose="02000503000000020004" pitchFamily="2" charset="-127"/>
                  </a:endParaRPr>
                </a:p>
              </p:txBody>
            </p:sp>
          </p:grpSp>
        </p:grpSp>
        <p:pic>
          <p:nvPicPr>
            <p:cNvPr id="4" name="Picture 2" descr="국토부, 무가선 저상트램 2015년 실용화 - 국토일보">
              <a:extLst>
                <a:ext uri="{FF2B5EF4-FFF2-40B4-BE49-F238E27FC236}">
                  <a16:creationId xmlns:a16="http://schemas.microsoft.com/office/drawing/2014/main" id="{BC7AA7EB-E956-42CC-6002-48B0FDCB9FF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379"/>
            <a:stretch>
              <a:fillRect/>
            </a:stretch>
          </p:blipFill>
          <p:spPr bwMode="auto">
            <a:xfrm>
              <a:off x="10543263" y="2308655"/>
              <a:ext cx="1031300" cy="103129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2788BB"/>
              </a:solidFill>
            </a:ln>
            <a:effectLst>
              <a:outerShdw blurRad="114300" dist="76200" dir="2700000" algn="tl" rotWithShape="0">
                <a:schemeClr val="bg1">
                  <a:lumMod val="50000"/>
                  <a:alpha val="15000"/>
                </a:schemeClr>
              </a:outerShdw>
            </a:effectLst>
          </p:spPr>
        </p:pic>
        <p:sp>
          <p:nvSpPr>
            <p:cNvPr id="829" name="TextBox 828">
              <a:extLst>
                <a:ext uri="{FF2B5EF4-FFF2-40B4-BE49-F238E27FC236}">
                  <a16:creationId xmlns:a16="http://schemas.microsoft.com/office/drawing/2014/main" id="{30A01ED1-AC6D-0469-03E4-6B475D387DBF}"/>
                </a:ext>
              </a:extLst>
            </p:cNvPr>
            <p:cNvSpPr txBox="1"/>
            <p:nvPr/>
          </p:nvSpPr>
          <p:spPr>
            <a:xfrm>
              <a:off x="10471252" y="1989491"/>
              <a:ext cx="1175322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>
                <a:defRPr sz="12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accent4"/>
                  </a:solidFill>
                  <a:latin typeface="프리젠테이션 7 Bold" pitchFamily="2" charset="-127"/>
                  <a:ea typeface="프리젠테이션 7 Bold" pitchFamily="2" charset="-127"/>
                </a:defRPr>
              </a:lvl1pPr>
            </a:lstStyle>
            <a:p>
              <a:r>
                <a:rPr kumimoji="1" lang="ko-KR" altLang="en-US" sz="11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력내</a:t>
              </a:r>
            </a:p>
          </p:txBody>
        </p:sp>
        <p:sp>
          <p:nvSpPr>
            <p:cNvPr id="831" name="TextBox 830">
              <a:extLst>
                <a:ext uri="{FF2B5EF4-FFF2-40B4-BE49-F238E27FC236}">
                  <a16:creationId xmlns:a16="http://schemas.microsoft.com/office/drawing/2014/main" id="{E49732A0-3B8D-EE85-DF1D-B482C20EB77F}"/>
                </a:ext>
              </a:extLst>
            </p:cNvPr>
            <p:cNvSpPr txBox="1"/>
            <p:nvPr/>
          </p:nvSpPr>
          <p:spPr>
            <a:xfrm>
              <a:off x="10427170" y="4717885"/>
              <a:ext cx="126348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ctr">
                <a:defRPr kumimoji="1" sz="1100" spc="-4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defRPr>
              </a:lvl1pPr>
            </a:lstStyle>
            <a:p>
              <a:r>
                <a:rPr lang="ko-KR" altLang="en-US" dirty="0"/>
                <a:t>내용입 력내용</a:t>
              </a:r>
            </a:p>
          </p:txBody>
        </p:sp>
        <p:sp>
          <p:nvSpPr>
            <p:cNvPr id="836" name="TextBox 835">
              <a:extLst>
                <a:ext uri="{FF2B5EF4-FFF2-40B4-BE49-F238E27FC236}">
                  <a16:creationId xmlns:a16="http://schemas.microsoft.com/office/drawing/2014/main" id="{4AD606D6-0436-E631-0AB6-A7A2A0AB0B2B}"/>
                </a:ext>
              </a:extLst>
            </p:cNvPr>
            <p:cNvSpPr txBox="1"/>
            <p:nvPr/>
          </p:nvSpPr>
          <p:spPr>
            <a:xfrm>
              <a:off x="10301969" y="3353688"/>
              <a:ext cx="151389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ctr">
                <a:defRPr sz="12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accent4"/>
                  </a:solidFill>
                  <a:latin typeface="프리젠테이션 7 Bold" pitchFamily="2" charset="-127"/>
                  <a:ea typeface="프리젠테이션 7 Bold" pitchFamily="2" charset="-127"/>
                </a:defRPr>
              </a:lvl1pPr>
            </a:lstStyle>
            <a:p>
              <a:r>
                <a:rPr kumimoji="1" lang="ko-KR" altLang="en-US" sz="11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ko-KR" altLang="en-US" sz="11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1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r>
                <a:rPr kumimoji="1" lang="en-US" altLang="ko-KR" sz="11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1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</a:p>
          </p:txBody>
        </p:sp>
        <p:sp>
          <p:nvSpPr>
            <p:cNvPr id="830" name="TextBox 829">
              <a:extLst>
                <a:ext uri="{FF2B5EF4-FFF2-40B4-BE49-F238E27FC236}">
                  <a16:creationId xmlns:a16="http://schemas.microsoft.com/office/drawing/2014/main" id="{2BE51BA6-B209-4706-4C57-E64D52BC54E0}"/>
                </a:ext>
              </a:extLst>
            </p:cNvPr>
            <p:cNvSpPr txBox="1"/>
            <p:nvPr/>
          </p:nvSpPr>
          <p:spPr>
            <a:xfrm>
              <a:off x="10469649" y="6082081"/>
              <a:ext cx="117852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ctr">
                <a:defRPr kumimoji="1" sz="1100" spc="-4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defRPr>
              </a:lvl1pPr>
            </a:lstStyle>
            <a:p>
              <a:r>
                <a:rPr lang="ko-KR" altLang="en-US" dirty="0"/>
                <a:t>내용 입 력내</a:t>
              </a:r>
            </a:p>
          </p:txBody>
        </p:sp>
        <p:pic>
          <p:nvPicPr>
            <p:cNvPr id="1028" name="Picture 4" descr="K-AGT 전용 고무차륜 상용화 물꼬 터...국가연구개발사업 본격 추진 &lt; 국내기술동향 &lt; 기술 &lt; 기사본문 - 철도경제신문">
              <a:extLst>
                <a:ext uri="{FF2B5EF4-FFF2-40B4-BE49-F238E27FC236}">
                  <a16:creationId xmlns:a16="http://schemas.microsoft.com/office/drawing/2014/main" id="{DBE50D6C-6720-8226-80BA-89C80D5CADF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6650"/>
            <a:stretch>
              <a:fillRect/>
            </a:stretch>
          </p:blipFill>
          <p:spPr bwMode="auto">
            <a:xfrm>
              <a:off x="10543263" y="5028471"/>
              <a:ext cx="1031300" cy="103129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2788BB"/>
              </a:solidFill>
            </a:ln>
            <a:effectLst>
              <a:outerShdw blurRad="114300" dist="76200" dir="2700000" algn="tl" rotWithShape="0">
                <a:schemeClr val="bg1">
                  <a:lumMod val="50000"/>
                  <a:alpha val="15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9776159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모서리가 둥근 직사각형 54">
            <a:extLst>
              <a:ext uri="{FF2B5EF4-FFF2-40B4-BE49-F238E27FC236}">
                <a16:creationId xmlns:a16="http://schemas.microsoft.com/office/drawing/2014/main" id="{096C3B4E-B749-BB01-FB60-73CCB9548512}"/>
              </a:ext>
            </a:extLst>
          </p:cNvPr>
          <p:cNvSpPr/>
          <p:nvPr/>
        </p:nvSpPr>
        <p:spPr>
          <a:xfrm>
            <a:off x="790291" y="981304"/>
            <a:ext cx="11401709" cy="443923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00549A"/>
              </a:gs>
              <a:gs pos="0">
                <a:srgbClr val="00ACB0"/>
              </a:gs>
              <a:gs pos="47000">
                <a:srgbClr val="31A5E2"/>
              </a:gs>
            </a:gsLst>
            <a:lin ang="42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0" bIns="18000" rtlCol="0" anchor="ctr"/>
          <a:lstStyle/>
          <a:p>
            <a:pPr fontAlgn="b" latinLnBrk="0"/>
            <a:r>
              <a:rPr lang="ko-KR" altLang="en-US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 내용 입력 내 용 입력 내용 입력 내 용입 력내</a:t>
            </a:r>
            <a:r>
              <a:rPr lang="en-US" altLang="ko-KR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내</a:t>
            </a:r>
            <a:r>
              <a:rPr lang="ko-KR" altLang="en-US" sz="2000" kern="0" dirty="0">
                <a:ln>
                  <a:solidFill>
                    <a:srgbClr val="39BCBD">
                      <a:alpha val="0"/>
                    </a:srgbClr>
                  </a:solidFill>
                </a:ln>
                <a:solidFill>
                  <a:prstClr val="white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Variable SemiBold" pitchFamily="2" charset="-127"/>
              </a:rPr>
              <a:t>내용  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386B1D5-88EC-E430-4423-92F0CC789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392AF8F8-7477-4778-DCD2-7D41C4A33A2D}"/>
              </a:ext>
            </a:extLst>
          </p:cNvPr>
          <p:cNvGrpSpPr/>
          <p:nvPr/>
        </p:nvGrpSpPr>
        <p:grpSpPr>
          <a:xfrm>
            <a:off x="5161438" y="4996190"/>
            <a:ext cx="2365935" cy="1249984"/>
            <a:chOff x="5206440" y="5008283"/>
            <a:chExt cx="2122869" cy="1249984"/>
          </a:xfrm>
        </p:grpSpPr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E9F59259-9B5E-95F9-19D3-A7B66847F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06440" y="5008283"/>
              <a:ext cx="1020208" cy="1249984"/>
            </a:xfrm>
            <a:prstGeom prst="rect">
              <a:avLst/>
            </a:prstGeom>
          </p:spPr>
        </p:pic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3996C564-6BDB-8939-BCD3-F946496FA8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>
            <a:xfrm>
              <a:off x="6226648" y="5008283"/>
              <a:ext cx="1102661" cy="1249984"/>
            </a:xfrm>
            <a:prstGeom prst="rect">
              <a:avLst/>
            </a:prstGeom>
          </p:spPr>
        </p:pic>
      </p:grpSp>
      <p:pic>
        <p:nvPicPr>
          <p:cNvPr id="49" name="Picture 2" descr="C:\DOCUME~1\ADMINI~1\LOCALS~1\Temp\Hnc\BinData\EMB000000780724.jpg">
            <a:extLst>
              <a:ext uri="{FF2B5EF4-FFF2-40B4-BE49-F238E27FC236}">
                <a16:creationId xmlns:a16="http://schemas.microsoft.com/office/drawing/2014/main" id="{F45E77ED-3BE5-7C55-1563-6CF743450BE5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9291676" y="5003273"/>
            <a:ext cx="2091229" cy="1242901"/>
          </a:xfrm>
          <a:prstGeom prst="rect">
            <a:avLst/>
          </a:prstGeom>
        </p:spPr>
      </p:pic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907DE8BD-8887-F0C8-40F8-7328812E2E25}"/>
              </a:ext>
            </a:extLst>
          </p:cNvPr>
          <p:cNvCxnSpPr>
            <a:cxnSpLocks/>
          </p:cNvCxnSpPr>
          <p:nvPr/>
        </p:nvCxnSpPr>
        <p:spPr>
          <a:xfrm>
            <a:off x="529105" y="4302175"/>
            <a:ext cx="8656703" cy="0"/>
          </a:xfrm>
          <a:prstGeom prst="line">
            <a:avLst/>
          </a:prstGeom>
          <a:noFill/>
          <a:ln w="28575" cap="flat" cmpd="sng" algn="ctr">
            <a:solidFill>
              <a:srgbClr val="39BBCB"/>
            </a:solidFill>
            <a:prstDash val="solid"/>
            <a:miter lim="800000"/>
          </a:ln>
          <a:effectLst/>
        </p:spPr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8A6A5543-DE82-26E9-0442-07E03056232F}"/>
              </a:ext>
            </a:extLst>
          </p:cNvPr>
          <p:cNvSpPr txBox="1"/>
          <p:nvPr/>
        </p:nvSpPr>
        <p:spPr>
          <a:xfrm>
            <a:off x="948535" y="1854568"/>
            <a:ext cx="818944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spc="-40" dirty="0">
                <a:ln>
                  <a:solidFill>
                    <a:srgbClr val="5B9BD5">
                      <a:alpha val="0"/>
                    </a:srgbClr>
                  </a:solidFill>
                </a:ln>
                <a:gradFill>
                  <a:gsLst>
                    <a:gs pos="0">
                      <a:sysClr val="windowText" lastClr="000000"/>
                    </a:gs>
                    <a:gs pos="100000">
                      <a:sysClr val="windowText" lastClr="000000"/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 </a:t>
            </a:r>
            <a:r>
              <a:rPr lang="en-US" altLang="ko-KR" sz="13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 </a:t>
            </a:r>
            <a:r>
              <a:rPr lang="ko-KR" altLang="en-US" sz="1300" spc="-4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내용입</a:t>
            </a:r>
            <a:r>
              <a:rPr lang="ko-KR" altLang="en-US" sz="13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내용입</a:t>
            </a:r>
            <a:r>
              <a:rPr lang="en-US" altLang="ko-KR" sz="13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 </a:t>
            </a:r>
            <a:r>
              <a:rPr lang="ko-KR" altLang="en-US" sz="13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내용입 력내용입력</a:t>
            </a:r>
            <a:r>
              <a:rPr lang="en-US" altLang="ko-KR" sz="13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 </a:t>
            </a:r>
            <a:r>
              <a:rPr lang="ko-KR" altLang="en-US" sz="13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 입</a:t>
            </a:r>
            <a:r>
              <a:rPr lang="en-US" altLang="ko-KR" sz="13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</a:t>
            </a:r>
            <a:r>
              <a:rPr lang="ko-KR" altLang="en-US" sz="13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 입력내 </a:t>
            </a:r>
          </a:p>
        </p:txBody>
      </p:sp>
      <p:pic>
        <p:nvPicPr>
          <p:cNvPr id="58" name="Picture 4" descr="C:\DOCUME~1\ADMINI~1\LOCALS~1\Temp\UNI00000078072f.gif">
            <a:extLst>
              <a:ext uri="{FF2B5EF4-FFF2-40B4-BE49-F238E27FC236}">
                <a16:creationId xmlns:a16="http://schemas.microsoft.com/office/drawing/2014/main" id="{4FB9CCD8-605E-F3EB-63BD-E3C73E372B76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62" t="3327" r="2609" b="4167"/>
          <a:stretch>
            <a:fillRect/>
          </a:stretch>
        </p:blipFill>
        <p:spPr bwMode="auto">
          <a:xfrm>
            <a:off x="6960886" y="2538175"/>
            <a:ext cx="2002471" cy="1244256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A8F4E05E-428D-32BC-3759-9682D73B00B6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2170049" y="2538175"/>
            <a:ext cx="1997145" cy="1249983"/>
          </a:xfrm>
          <a:prstGeom prst="rect">
            <a:avLst/>
          </a:prstGeom>
        </p:spPr>
      </p:pic>
      <p:pic>
        <p:nvPicPr>
          <p:cNvPr id="60" name="Picture 3">
            <a:extLst>
              <a:ext uri="{FF2B5EF4-FFF2-40B4-BE49-F238E27FC236}">
                <a16:creationId xmlns:a16="http://schemas.microsoft.com/office/drawing/2014/main" id="{D3EFD68B-7C1E-E72D-FD7E-A8AC893E0BA5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47863" y="4996191"/>
            <a:ext cx="2002471" cy="1249983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01C8C8E5-4683-1AFC-B6F9-E116DF7C573E}"/>
              </a:ext>
            </a:extLst>
          </p:cNvPr>
          <p:cNvSpPr txBox="1"/>
          <p:nvPr/>
        </p:nvSpPr>
        <p:spPr>
          <a:xfrm>
            <a:off x="9207324" y="4514682"/>
            <a:ext cx="1645963" cy="297838"/>
          </a:xfrm>
          <a:prstGeom prst="rect">
            <a:avLst/>
          </a:prstGeom>
          <a:noFill/>
        </p:spPr>
        <p:txBody>
          <a:bodyPr wrap="none" anchor="b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sz="14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5 Medium" pitchFamily="2" charset="-127"/>
                <a:ea typeface="프리젠테이션 5 Medium" pitchFamily="2" charset="-127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입력내 용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F8E3D9D-7280-348C-6A07-E55378B7FD1E}"/>
              </a:ext>
            </a:extLst>
          </p:cNvPr>
          <p:cNvSpPr txBox="1"/>
          <p:nvPr/>
        </p:nvSpPr>
        <p:spPr>
          <a:xfrm>
            <a:off x="5100707" y="4437297"/>
            <a:ext cx="1742785" cy="297838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300" b="1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 </a:t>
            </a:r>
            <a:r>
              <a:rPr lang="ko-KR" altLang="en-US" sz="1300" b="1" spc="-4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</a:t>
            </a:r>
            <a:r>
              <a:rPr lang="ko-KR" altLang="en-US" sz="1300" b="1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내용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987E9AC-A0B6-6B31-E71C-BD40F43FCAD0}"/>
              </a:ext>
            </a:extLst>
          </p:cNvPr>
          <p:cNvSpPr txBox="1"/>
          <p:nvPr/>
        </p:nvSpPr>
        <p:spPr>
          <a:xfrm>
            <a:off x="5079191" y="4675727"/>
            <a:ext cx="2787943" cy="2583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</a:t>
            </a:r>
            <a:r>
              <a:rPr lang="ko-KR" altLang="en-US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 용</a:t>
            </a:r>
            <a:r>
              <a:rPr lang="en-US" altLang="ko-KR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 33용 </a:t>
            </a:r>
            <a:r>
              <a:rPr lang="ko-KR" altLang="en-US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내용입</a:t>
            </a:r>
            <a:r>
              <a:rPr lang="en-US" altLang="ko-KR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 </a:t>
            </a:r>
            <a:r>
              <a:rPr lang="ko-KR" altLang="en-US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</a:t>
            </a:r>
            <a:r>
              <a:rPr lang="en-US" altLang="ko-KR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</a:t>
            </a:r>
            <a:r>
              <a:rPr lang="ko-KR" altLang="en-US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</a:t>
            </a:r>
            <a:r>
              <a:rPr lang="en-US" altLang="ko-KR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</a:t>
            </a:r>
            <a:r>
              <a:rPr lang="ko-KR" altLang="en-US" sz="10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 입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DB0B295-42EA-74BD-229C-50861C3194F9}"/>
              </a:ext>
            </a:extLst>
          </p:cNvPr>
          <p:cNvSpPr txBox="1"/>
          <p:nvPr/>
        </p:nvSpPr>
        <p:spPr>
          <a:xfrm>
            <a:off x="2091931" y="3808142"/>
            <a:ext cx="915315" cy="297838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300" b="1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입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495A481-9C2C-4424-301C-3618EEC674C8}"/>
              </a:ext>
            </a:extLst>
          </p:cNvPr>
          <p:cNvSpPr txBox="1"/>
          <p:nvPr/>
        </p:nvSpPr>
        <p:spPr>
          <a:xfrm>
            <a:off x="420595" y="3926163"/>
            <a:ext cx="1040670" cy="503279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26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9BCBD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5146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4A82502-9E68-A138-2436-43DEB4837007}"/>
              </a:ext>
            </a:extLst>
          </p:cNvPr>
          <p:cNvSpPr txBox="1"/>
          <p:nvPr/>
        </p:nvSpPr>
        <p:spPr>
          <a:xfrm>
            <a:off x="1503381" y="4437297"/>
            <a:ext cx="2021066" cy="297838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300" b="1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 </a:t>
            </a:r>
            <a:r>
              <a:rPr lang="ko-KR" altLang="en-US" sz="1300" b="1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 </a:t>
            </a:r>
            <a:r>
              <a:rPr lang="ko-KR" altLang="en-US" sz="1300" b="1" spc="-4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r>
              <a:rPr lang="ko-KR" altLang="en-US" sz="1300" b="1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내용입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E806490-9DCA-8FD7-96EC-D198D0CFC453}"/>
              </a:ext>
            </a:extLst>
          </p:cNvPr>
          <p:cNvSpPr txBox="1"/>
          <p:nvPr/>
        </p:nvSpPr>
        <p:spPr>
          <a:xfrm>
            <a:off x="1503381" y="4675727"/>
            <a:ext cx="2936381" cy="26622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내용입 </a:t>
            </a:r>
            <a:r>
              <a:rPr lang="en-US" altLang="ko-KR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331내용 7</a:t>
            </a:r>
            <a:r>
              <a:rPr lang="ko-KR" altLang="en-US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 </a:t>
            </a:r>
            <a:r>
              <a:rPr lang="ko-KR" altLang="en-US" sz="1100" spc="-4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내용입</a:t>
            </a:r>
            <a:r>
              <a:rPr lang="en-US" altLang="ko-KR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 </a:t>
            </a:r>
            <a:r>
              <a:rPr lang="ko-KR" altLang="en-US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</a:t>
            </a:r>
            <a:r>
              <a:rPr lang="en-US" altLang="ko-KR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</a:t>
            </a:r>
            <a:r>
              <a:rPr lang="ko-KR" altLang="en-US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</a:t>
            </a:r>
            <a:r>
              <a:rPr lang="en-US" altLang="ko-KR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</a:t>
            </a:r>
            <a:r>
              <a:rPr lang="ko-KR" altLang="en-US" sz="11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내용 입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5DBC61C-0C18-AF8D-A870-C9C269C62C16}"/>
              </a:ext>
            </a:extLst>
          </p:cNvPr>
          <p:cNvSpPr txBox="1"/>
          <p:nvPr/>
        </p:nvSpPr>
        <p:spPr>
          <a:xfrm>
            <a:off x="4485508" y="3808142"/>
            <a:ext cx="1367682" cy="297838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300" b="1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내용입 력내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AE66D29-F7DC-53EA-30B4-7E645D01A482}"/>
              </a:ext>
            </a:extLst>
          </p:cNvPr>
          <p:cNvSpPr txBox="1"/>
          <p:nvPr/>
        </p:nvSpPr>
        <p:spPr>
          <a:xfrm>
            <a:off x="6870243" y="3808142"/>
            <a:ext cx="1785104" cy="297838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300" b="1" spc="-4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r>
              <a:rPr lang="ko-KR" altLang="en-US" sz="1300" b="1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내용입 력내용</a:t>
            </a:r>
          </a:p>
        </p:txBody>
      </p:sp>
      <p:pic>
        <p:nvPicPr>
          <p:cNvPr id="70" name="Picture 3">
            <a:extLst>
              <a:ext uri="{FF2B5EF4-FFF2-40B4-BE49-F238E27FC236}">
                <a16:creationId xmlns:a16="http://schemas.microsoft.com/office/drawing/2014/main" id="{3B3F35CF-C7A6-0AD2-0BEB-D26BB037BFF7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62804" y="2538175"/>
            <a:ext cx="2002471" cy="1249983"/>
          </a:xfrm>
          <a:prstGeom prst="rect">
            <a:avLst/>
          </a:prstGeom>
        </p:spPr>
      </p:pic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5E2A0489-5065-BD28-9AC7-9627EA623E8C}"/>
              </a:ext>
            </a:extLst>
          </p:cNvPr>
          <p:cNvCxnSpPr>
            <a:cxnSpLocks/>
          </p:cNvCxnSpPr>
          <p:nvPr/>
        </p:nvCxnSpPr>
        <p:spPr>
          <a:xfrm>
            <a:off x="9181021" y="4302175"/>
            <a:ext cx="3010979" cy="0"/>
          </a:xfrm>
          <a:prstGeom prst="line">
            <a:avLst/>
          </a:prstGeom>
          <a:noFill/>
          <a:ln w="28575" cap="flat" cmpd="sng" algn="ctr">
            <a:solidFill>
              <a:srgbClr val="31A5E2"/>
            </a:solidFill>
            <a:prstDash val="solid"/>
            <a:miter lim="800000"/>
          </a:ln>
          <a:effectLst/>
        </p:spPr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2DD8B10E-B70B-DA8C-9594-7D5C04CE917F}"/>
              </a:ext>
            </a:extLst>
          </p:cNvPr>
          <p:cNvSpPr txBox="1"/>
          <p:nvPr/>
        </p:nvSpPr>
        <p:spPr>
          <a:xfrm>
            <a:off x="9073112" y="3926163"/>
            <a:ext cx="1242663" cy="503279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260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1A5E2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5148</a:t>
            </a: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F08EB417-F907-ECF7-6FB6-158B9E2A2D5C}"/>
              </a:ext>
            </a:extLst>
          </p:cNvPr>
          <p:cNvCxnSpPr>
            <a:cxnSpLocks/>
          </p:cNvCxnSpPr>
          <p:nvPr/>
        </p:nvCxnSpPr>
        <p:spPr>
          <a:xfrm>
            <a:off x="1441995" y="4302174"/>
            <a:ext cx="0" cy="1944000"/>
          </a:xfrm>
          <a:prstGeom prst="line">
            <a:avLst/>
          </a:prstGeom>
          <a:noFill/>
          <a:ln w="9525" cap="flat" cmpd="sng" algn="ctr">
            <a:solidFill>
              <a:srgbClr val="39BBCB"/>
            </a:solidFill>
            <a:prstDash val="solid"/>
            <a:miter lim="800000"/>
          </a:ln>
          <a:effectLst/>
        </p:spPr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569A0E68-538B-2140-B93D-9D1D2AEE7856}"/>
              </a:ext>
            </a:extLst>
          </p:cNvPr>
          <p:cNvCxnSpPr>
            <a:cxnSpLocks/>
          </p:cNvCxnSpPr>
          <p:nvPr/>
        </p:nvCxnSpPr>
        <p:spPr>
          <a:xfrm>
            <a:off x="5055570" y="4302174"/>
            <a:ext cx="0" cy="1944000"/>
          </a:xfrm>
          <a:prstGeom prst="line">
            <a:avLst/>
          </a:prstGeom>
          <a:noFill/>
          <a:ln w="9525" cap="flat" cmpd="sng" algn="ctr">
            <a:solidFill>
              <a:srgbClr val="39BBCB"/>
            </a:solidFill>
            <a:prstDash val="solid"/>
            <a:miter lim="800000"/>
          </a:ln>
          <a:effectLst/>
        </p:spPr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FE1E4226-1C00-38FC-420B-7F560587501F}"/>
              </a:ext>
            </a:extLst>
          </p:cNvPr>
          <p:cNvCxnSpPr>
            <a:cxnSpLocks/>
          </p:cNvCxnSpPr>
          <p:nvPr/>
        </p:nvCxnSpPr>
        <p:spPr>
          <a:xfrm>
            <a:off x="2059155" y="2538175"/>
            <a:ext cx="0" cy="1764000"/>
          </a:xfrm>
          <a:prstGeom prst="line">
            <a:avLst/>
          </a:prstGeom>
          <a:noFill/>
          <a:ln w="9525" cap="flat" cmpd="sng" algn="ctr">
            <a:solidFill>
              <a:srgbClr val="39BBCB"/>
            </a:solidFill>
            <a:prstDash val="solid"/>
            <a:miter lim="800000"/>
          </a:ln>
          <a:effectLst/>
        </p:spPr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60B2C7E4-DF60-9A75-334B-49410AB99712}"/>
              </a:ext>
            </a:extLst>
          </p:cNvPr>
          <p:cNvCxnSpPr>
            <a:cxnSpLocks/>
          </p:cNvCxnSpPr>
          <p:nvPr/>
        </p:nvCxnSpPr>
        <p:spPr>
          <a:xfrm>
            <a:off x="4454574" y="2538175"/>
            <a:ext cx="0" cy="1764000"/>
          </a:xfrm>
          <a:prstGeom prst="line">
            <a:avLst/>
          </a:prstGeom>
          <a:noFill/>
          <a:ln w="9525" cap="flat" cmpd="sng" algn="ctr">
            <a:solidFill>
              <a:srgbClr val="39BBCB"/>
            </a:solidFill>
            <a:prstDash val="solid"/>
            <a:miter lim="800000"/>
          </a:ln>
          <a:effectLst/>
        </p:spPr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3E4DAB22-BFC0-6582-C8A9-038EF095C5E8}"/>
              </a:ext>
            </a:extLst>
          </p:cNvPr>
          <p:cNvCxnSpPr>
            <a:cxnSpLocks/>
          </p:cNvCxnSpPr>
          <p:nvPr/>
        </p:nvCxnSpPr>
        <p:spPr>
          <a:xfrm>
            <a:off x="6849993" y="2538175"/>
            <a:ext cx="0" cy="1764000"/>
          </a:xfrm>
          <a:prstGeom prst="line">
            <a:avLst/>
          </a:prstGeom>
          <a:noFill/>
          <a:ln w="9525" cap="flat" cmpd="sng" algn="ctr">
            <a:solidFill>
              <a:srgbClr val="39BBCB"/>
            </a:solidFill>
            <a:prstDash val="solid"/>
            <a:miter lim="800000"/>
          </a:ln>
          <a:effectLst/>
        </p:spPr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32795496-55C5-FF95-F9E4-A06169A348AA}"/>
              </a:ext>
            </a:extLst>
          </p:cNvPr>
          <p:cNvCxnSpPr>
            <a:cxnSpLocks/>
          </p:cNvCxnSpPr>
          <p:nvPr/>
        </p:nvCxnSpPr>
        <p:spPr>
          <a:xfrm flipV="1">
            <a:off x="9185808" y="4302174"/>
            <a:ext cx="0" cy="1944000"/>
          </a:xfrm>
          <a:prstGeom prst="line">
            <a:avLst/>
          </a:prstGeom>
          <a:noFill/>
          <a:ln w="9525" cap="flat" cmpd="sng" algn="ctr">
            <a:solidFill>
              <a:srgbClr val="31A5E2"/>
            </a:solidFill>
            <a:prstDash val="solid"/>
            <a:miter lim="800000"/>
          </a:ln>
          <a:effectLst/>
        </p:spPr>
      </p:cxn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AB558C04-6CFE-824C-98D9-6F96C1786820}"/>
              </a:ext>
            </a:extLst>
          </p:cNvPr>
          <p:cNvGrpSpPr/>
          <p:nvPr/>
        </p:nvGrpSpPr>
        <p:grpSpPr>
          <a:xfrm>
            <a:off x="9533587" y="1190479"/>
            <a:ext cx="2027492" cy="2027492"/>
            <a:chOff x="9683533" y="1251884"/>
            <a:chExt cx="2027492" cy="2027492"/>
          </a:xfrm>
        </p:grpSpPr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37ABEE1C-EC60-B795-CF8D-906E6758ED91}"/>
                </a:ext>
              </a:extLst>
            </p:cNvPr>
            <p:cNvGrpSpPr/>
            <p:nvPr/>
          </p:nvGrpSpPr>
          <p:grpSpPr>
            <a:xfrm>
              <a:off x="9683533" y="1251884"/>
              <a:ext cx="2027492" cy="2027492"/>
              <a:chOff x="5167446" y="3052897"/>
              <a:chExt cx="1857104" cy="1857104"/>
            </a:xfrm>
          </p:grpSpPr>
          <p:sp>
            <p:nvSpPr>
              <p:cNvPr id="82" name="타원 81">
                <a:extLst>
                  <a:ext uri="{FF2B5EF4-FFF2-40B4-BE49-F238E27FC236}">
                    <a16:creationId xmlns:a16="http://schemas.microsoft.com/office/drawing/2014/main" id="{2C1B40B4-85C1-6D39-1EC4-63CB1DF885F3}"/>
                  </a:ext>
                </a:extLst>
              </p:cNvPr>
              <p:cNvSpPr/>
              <p:nvPr/>
            </p:nvSpPr>
            <p:spPr>
              <a:xfrm>
                <a:off x="5167446" y="3052897"/>
                <a:ext cx="1857104" cy="1857104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03200" algn="ctr" rotWithShape="0">
                  <a:srgbClr val="31A5E2">
                    <a:alpha val="3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83" name="타원 82">
                <a:extLst>
                  <a:ext uri="{FF2B5EF4-FFF2-40B4-BE49-F238E27FC236}">
                    <a16:creationId xmlns:a16="http://schemas.microsoft.com/office/drawing/2014/main" id="{6B34EED7-2A48-9D4B-A184-CF3D2D02778D}"/>
                  </a:ext>
                </a:extLst>
              </p:cNvPr>
              <p:cNvSpPr/>
              <p:nvPr/>
            </p:nvSpPr>
            <p:spPr>
              <a:xfrm>
                <a:off x="5261672" y="3147124"/>
                <a:ext cx="1668655" cy="1668653"/>
              </a:xfrm>
              <a:prstGeom prst="ellipse">
                <a:avLst/>
              </a:prstGeom>
              <a:gradFill>
                <a:gsLst>
                  <a:gs pos="0">
                    <a:srgbClr val="39BCBD"/>
                  </a:gs>
                  <a:gs pos="100000">
                    <a:srgbClr val="31A5E2"/>
                  </a:gs>
                </a:gsLst>
                <a:lin ang="30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84" name="타원 83">
                <a:extLst>
                  <a:ext uri="{FF2B5EF4-FFF2-40B4-BE49-F238E27FC236}">
                    <a16:creationId xmlns:a16="http://schemas.microsoft.com/office/drawing/2014/main" id="{02722823-5854-67C6-A21A-F86FB68D66EC}"/>
                  </a:ext>
                </a:extLst>
              </p:cNvPr>
              <p:cNvSpPr/>
              <p:nvPr/>
            </p:nvSpPr>
            <p:spPr>
              <a:xfrm>
                <a:off x="5321002" y="3206453"/>
                <a:ext cx="1549996" cy="1549996"/>
              </a:xfrm>
              <a:prstGeom prst="ellipse">
                <a:avLst/>
              </a:prstGeom>
              <a:solidFill>
                <a:srgbClr val="12437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none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ko-KR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+mn-cs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  <a:cs typeface="+mn-cs"/>
                  </a:rPr>
                  <a:t>내용 입</a:t>
                </a:r>
                <a:endParaRPr kumimoji="0" lang="en-US" altLang="ko-KR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+mn-cs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  <a:cs typeface="+mn-cs"/>
                  </a:rPr>
                  <a:t>내용 입력내</a:t>
                </a:r>
                <a:endParaRPr kumimoji="0" lang="en-US" altLang="ko-KR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+mn-cs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b="0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  <a:cs typeface="+mn-cs"/>
                  </a:rPr>
                  <a:t>내용</a:t>
                </a:r>
                <a:r>
                  <a:rPr kumimoji="0" lang="en-US" altLang="ko-KR" b="0" i="1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 ExtraBold" panose="02000903000000020004" pitchFamily="2" charset="-127"/>
                    <a:ea typeface="Pretendard ExtraBold" panose="02000903000000020004" pitchFamily="2" charset="-127"/>
                    <a:cs typeface="+mn-cs"/>
                  </a:rPr>
                  <a:t>내</a:t>
                </a:r>
                <a:endParaRPr kumimoji="0" lang="ko-KR" altLang="en-US" sz="2000" b="0" i="1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+mn-cs"/>
                </a:endParaRPr>
              </a:p>
            </p:txBody>
          </p:sp>
        </p:grpSp>
        <p:sp>
          <p:nvSpPr>
            <p:cNvPr id="81" name="Freeform 1523">
              <a:extLst>
                <a:ext uri="{FF2B5EF4-FFF2-40B4-BE49-F238E27FC236}">
                  <a16:creationId xmlns:a16="http://schemas.microsoft.com/office/drawing/2014/main" id="{DF1C53DF-29A4-94D2-A218-655132E29AA9}"/>
                </a:ext>
              </a:extLst>
            </p:cNvPr>
            <p:cNvSpPr>
              <a:spLocks noEditPoints="1"/>
            </p:cNvSpPr>
            <p:nvPr/>
          </p:nvSpPr>
          <p:spPr bwMode="gray">
            <a:xfrm rot="20298125">
              <a:off x="10541685" y="1568818"/>
              <a:ext cx="311184" cy="314818"/>
            </a:xfrm>
            <a:custGeom>
              <a:avLst/>
              <a:gdLst>
                <a:gd name="T0" fmla="*/ 2147483647 w 266"/>
                <a:gd name="T1" fmla="*/ 2147483647 h 270"/>
                <a:gd name="T2" fmla="*/ 2147483647 w 266"/>
                <a:gd name="T3" fmla="*/ 2147483647 h 270"/>
                <a:gd name="T4" fmla="*/ 2147483647 w 266"/>
                <a:gd name="T5" fmla="*/ 2147483647 h 270"/>
                <a:gd name="T6" fmla="*/ 2147483647 w 266"/>
                <a:gd name="T7" fmla="*/ 2147483647 h 270"/>
                <a:gd name="T8" fmla="*/ 2147483647 w 266"/>
                <a:gd name="T9" fmla="*/ 0 h 270"/>
                <a:gd name="T10" fmla="*/ 2147483647 w 266"/>
                <a:gd name="T11" fmla="*/ 0 h 270"/>
                <a:gd name="T12" fmla="*/ 2147483647 w 266"/>
                <a:gd name="T13" fmla="*/ 2147483647 h 270"/>
                <a:gd name="T14" fmla="*/ 2147483647 w 266"/>
                <a:gd name="T15" fmla="*/ 2147483647 h 270"/>
                <a:gd name="T16" fmla="*/ 2147483647 w 266"/>
                <a:gd name="T17" fmla="*/ 2147483647 h 270"/>
                <a:gd name="T18" fmla="*/ 2147483647 w 266"/>
                <a:gd name="T19" fmla="*/ 2147483647 h 270"/>
                <a:gd name="T20" fmla="*/ 2147483647 w 266"/>
                <a:gd name="T21" fmla="*/ 2147483647 h 270"/>
                <a:gd name="T22" fmla="*/ 2147483647 w 266"/>
                <a:gd name="T23" fmla="*/ 2147483647 h 270"/>
                <a:gd name="T24" fmla="*/ 2147483647 w 266"/>
                <a:gd name="T25" fmla="*/ 2147483647 h 270"/>
                <a:gd name="T26" fmla="*/ 2147483647 w 266"/>
                <a:gd name="T27" fmla="*/ 2147483647 h 270"/>
                <a:gd name="T28" fmla="*/ 2147483647 w 266"/>
                <a:gd name="T29" fmla="*/ 2147483647 h 270"/>
                <a:gd name="T30" fmla="*/ 2147483647 w 266"/>
                <a:gd name="T31" fmla="*/ 2147483647 h 270"/>
                <a:gd name="T32" fmla="*/ 2147483647 w 266"/>
                <a:gd name="T33" fmla="*/ 2147483647 h 270"/>
                <a:gd name="T34" fmla="*/ 2147483647 w 266"/>
                <a:gd name="T35" fmla="*/ 2147483647 h 270"/>
                <a:gd name="T36" fmla="*/ 2147483647 w 266"/>
                <a:gd name="T37" fmla="*/ 2147483647 h 270"/>
                <a:gd name="T38" fmla="*/ 2147483647 w 266"/>
                <a:gd name="T39" fmla="*/ 2147483647 h 270"/>
                <a:gd name="T40" fmla="*/ 2147483647 w 266"/>
                <a:gd name="T41" fmla="*/ 2147483647 h 270"/>
                <a:gd name="T42" fmla="*/ 2147483647 w 266"/>
                <a:gd name="T43" fmla="*/ 2147483647 h 270"/>
                <a:gd name="T44" fmla="*/ 2147483647 w 266"/>
                <a:gd name="T45" fmla="*/ 2147483647 h 270"/>
                <a:gd name="T46" fmla="*/ 2147483647 w 266"/>
                <a:gd name="T47" fmla="*/ 2147483647 h 270"/>
                <a:gd name="T48" fmla="*/ 2147483647 w 266"/>
                <a:gd name="T49" fmla="*/ 2147483647 h 270"/>
                <a:gd name="T50" fmla="*/ 2147483647 w 266"/>
                <a:gd name="T51" fmla="*/ 2147483647 h 270"/>
                <a:gd name="T52" fmla="*/ 2147483647 w 266"/>
                <a:gd name="T53" fmla="*/ 2147483647 h 270"/>
                <a:gd name="T54" fmla="*/ 2147483647 w 266"/>
                <a:gd name="T55" fmla="*/ 2147483647 h 270"/>
                <a:gd name="T56" fmla="*/ 2147483647 w 266"/>
                <a:gd name="T57" fmla="*/ 2147483647 h 270"/>
                <a:gd name="T58" fmla="*/ 2147483647 w 266"/>
                <a:gd name="T59" fmla="*/ 2147483647 h 270"/>
                <a:gd name="T60" fmla="*/ 2147483647 w 266"/>
                <a:gd name="T61" fmla="*/ 2147483647 h 270"/>
                <a:gd name="T62" fmla="*/ 2147483647 w 266"/>
                <a:gd name="T63" fmla="*/ 2147483647 h 270"/>
                <a:gd name="T64" fmla="*/ 2147483647 w 266"/>
                <a:gd name="T65" fmla="*/ 2147483647 h 270"/>
                <a:gd name="T66" fmla="*/ 2147483647 w 266"/>
                <a:gd name="T67" fmla="*/ 2147483647 h 270"/>
                <a:gd name="T68" fmla="*/ 2147483647 w 266"/>
                <a:gd name="T69" fmla="*/ 2147483647 h 270"/>
                <a:gd name="T70" fmla="*/ 2147483647 w 266"/>
                <a:gd name="T71" fmla="*/ 2147483647 h 270"/>
                <a:gd name="T72" fmla="*/ 2147483647 w 266"/>
                <a:gd name="T73" fmla="*/ 2147483647 h 270"/>
                <a:gd name="T74" fmla="*/ 2147483647 w 266"/>
                <a:gd name="T75" fmla="*/ 2147483647 h 270"/>
                <a:gd name="T76" fmla="*/ 2147483647 w 266"/>
                <a:gd name="T77" fmla="*/ 2147483647 h 270"/>
                <a:gd name="T78" fmla="*/ 0 w 266"/>
                <a:gd name="T79" fmla="*/ 2147483647 h 270"/>
                <a:gd name="T80" fmla="*/ 0 w 266"/>
                <a:gd name="T81" fmla="*/ 2147483647 h 270"/>
                <a:gd name="T82" fmla="*/ 2147483647 w 266"/>
                <a:gd name="T83" fmla="*/ 2147483647 h 270"/>
                <a:gd name="T84" fmla="*/ 2147483647 w 266"/>
                <a:gd name="T85" fmla="*/ 2147483647 h 270"/>
                <a:gd name="T86" fmla="*/ 2147483647 w 266"/>
                <a:gd name="T87" fmla="*/ 2147483647 h 270"/>
                <a:gd name="T88" fmla="*/ 2147483647 w 266"/>
                <a:gd name="T89" fmla="*/ 2147483647 h 270"/>
                <a:gd name="T90" fmla="*/ 2147483647 w 266"/>
                <a:gd name="T91" fmla="*/ 2147483647 h 270"/>
                <a:gd name="T92" fmla="*/ 2147483647 w 266"/>
                <a:gd name="T93" fmla="*/ 2147483647 h 270"/>
                <a:gd name="T94" fmla="*/ 2147483647 w 266"/>
                <a:gd name="T95" fmla="*/ 2147483647 h 270"/>
                <a:gd name="T96" fmla="*/ 2147483647 w 266"/>
                <a:gd name="T97" fmla="*/ 2147483647 h 270"/>
                <a:gd name="T98" fmla="*/ 2147483647 w 266"/>
                <a:gd name="T99" fmla="*/ 2147483647 h 270"/>
                <a:gd name="T100" fmla="*/ 2147483647 w 266"/>
                <a:gd name="T101" fmla="*/ 2147483647 h 270"/>
                <a:gd name="T102" fmla="*/ 2147483647 w 266"/>
                <a:gd name="T103" fmla="*/ 2147483647 h 270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266" h="270">
                  <a:moveTo>
                    <a:pt x="51" y="26"/>
                  </a:moveTo>
                  <a:cubicBezTo>
                    <a:pt x="57" y="29"/>
                    <a:pt x="63" y="32"/>
                    <a:pt x="69" y="35"/>
                  </a:cubicBezTo>
                  <a:cubicBezTo>
                    <a:pt x="86" y="43"/>
                    <a:pt x="102" y="36"/>
                    <a:pt x="108" y="18"/>
                  </a:cubicBezTo>
                  <a:cubicBezTo>
                    <a:pt x="110" y="13"/>
                    <a:pt x="112" y="8"/>
                    <a:pt x="113" y="3"/>
                  </a:cubicBezTo>
                  <a:cubicBezTo>
                    <a:pt x="114" y="1"/>
                    <a:pt x="116" y="0"/>
                    <a:pt x="118" y="0"/>
                  </a:cubicBezTo>
                  <a:cubicBezTo>
                    <a:pt x="128" y="0"/>
                    <a:pt x="137" y="0"/>
                    <a:pt x="147" y="0"/>
                  </a:cubicBezTo>
                  <a:cubicBezTo>
                    <a:pt x="150" y="0"/>
                    <a:pt x="151" y="1"/>
                    <a:pt x="152" y="4"/>
                  </a:cubicBezTo>
                  <a:cubicBezTo>
                    <a:pt x="154" y="10"/>
                    <a:pt x="156" y="16"/>
                    <a:pt x="158" y="21"/>
                  </a:cubicBezTo>
                  <a:cubicBezTo>
                    <a:pt x="165" y="35"/>
                    <a:pt x="179" y="42"/>
                    <a:pt x="194" y="36"/>
                  </a:cubicBezTo>
                  <a:cubicBezTo>
                    <a:pt x="199" y="34"/>
                    <a:pt x="205" y="31"/>
                    <a:pt x="210" y="28"/>
                  </a:cubicBezTo>
                  <a:cubicBezTo>
                    <a:pt x="213" y="27"/>
                    <a:pt x="214" y="27"/>
                    <a:pt x="217" y="29"/>
                  </a:cubicBezTo>
                  <a:cubicBezTo>
                    <a:pt x="223" y="36"/>
                    <a:pt x="230" y="43"/>
                    <a:pt x="237" y="50"/>
                  </a:cubicBezTo>
                  <a:cubicBezTo>
                    <a:pt x="239" y="52"/>
                    <a:pt x="239" y="53"/>
                    <a:pt x="238" y="55"/>
                  </a:cubicBezTo>
                  <a:cubicBezTo>
                    <a:pt x="236" y="60"/>
                    <a:pt x="233" y="65"/>
                    <a:pt x="231" y="70"/>
                  </a:cubicBezTo>
                  <a:cubicBezTo>
                    <a:pt x="223" y="87"/>
                    <a:pt x="230" y="103"/>
                    <a:pt x="247" y="110"/>
                  </a:cubicBezTo>
                  <a:cubicBezTo>
                    <a:pt x="252" y="112"/>
                    <a:pt x="257" y="114"/>
                    <a:pt x="262" y="115"/>
                  </a:cubicBezTo>
                  <a:cubicBezTo>
                    <a:pt x="265" y="116"/>
                    <a:pt x="266" y="118"/>
                    <a:pt x="266" y="121"/>
                  </a:cubicBezTo>
                  <a:cubicBezTo>
                    <a:pt x="265" y="130"/>
                    <a:pt x="265" y="139"/>
                    <a:pt x="266" y="148"/>
                  </a:cubicBezTo>
                  <a:cubicBezTo>
                    <a:pt x="266" y="152"/>
                    <a:pt x="264" y="154"/>
                    <a:pt x="261" y="155"/>
                  </a:cubicBezTo>
                  <a:cubicBezTo>
                    <a:pt x="255" y="156"/>
                    <a:pt x="250" y="158"/>
                    <a:pt x="244" y="161"/>
                  </a:cubicBezTo>
                  <a:cubicBezTo>
                    <a:pt x="231" y="167"/>
                    <a:pt x="224" y="182"/>
                    <a:pt x="230" y="196"/>
                  </a:cubicBezTo>
                  <a:cubicBezTo>
                    <a:pt x="232" y="203"/>
                    <a:pt x="236" y="210"/>
                    <a:pt x="239" y="217"/>
                  </a:cubicBezTo>
                  <a:cubicBezTo>
                    <a:pt x="231" y="225"/>
                    <a:pt x="224" y="233"/>
                    <a:pt x="216" y="241"/>
                  </a:cubicBezTo>
                  <a:cubicBezTo>
                    <a:pt x="215" y="242"/>
                    <a:pt x="212" y="242"/>
                    <a:pt x="211" y="241"/>
                  </a:cubicBezTo>
                  <a:cubicBezTo>
                    <a:pt x="206" y="239"/>
                    <a:pt x="200" y="236"/>
                    <a:pt x="195" y="234"/>
                  </a:cubicBezTo>
                  <a:cubicBezTo>
                    <a:pt x="180" y="228"/>
                    <a:pt x="165" y="234"/>
                    <a:pt x="158" y="249"/>
                  </a:cubicBezTo>
                  <a:cubicBezTo>
                    <a:pt x="156" y="254"/>
                    <a:pt x="154" y="261"/>
                    <a:pt x="152" y="266"/>
                  </a:cubicBezTo>
                  <a:cubicBezTo>
                    <a:pt x="151" y="268"/>
                    <a:pt x="149" y="269"/>
                    <a:pt x="147" y="269"/>
                  </a:cubicBezTo>
                  <a:cubicBezTo>
                    <a:pt x="137" y="270"/>
                    <a:pt x="128" y="270"/>
                    <a:pt x="118" y="269"/>
                  </a:cubicBezTo>
                  <a:cubicBezTo>
                    <a:pt x="116" y="269"/>
                    <a:pt x="114" y="268"/>
                    <a:pt x="114" y="266"/>
                  </a:cubicBezTo>
                  <a:cubicBezTo>
                    <a:pt x="112" y="261"/>
                    <a:pt x="110" y="256"/>
                    <a:pt x="108" y="251"/>
                  </a:cubicBezTo>
                  <a:cubicBezTo>
                    <a:pt x="102" y="234"/>
                    <a:pt x="86" y="227"/>
                    <a:pt x="70" y="234"/>
                  </a:cubicBezTo>
                  <a:cubicBezTo>
                    <a:pt x="65" y="236"/>
                    <a:pt x="59" y="239"/>
                    <a:pt x="54" y="241"/>
                  </a:cubicBezTo>
                  <a:cubicBezTo>
                    <a:pt x="53" y="242"/>
                    <a:pt x="50" y="242"/>
                    <a:pt x="49" y="241"/>
                  </a:cubicBezTo>
                  <a:cubicBezTo>
                    <a:pt x="42" y="234"/>
                    <a:pt x="35" y="227"/>
                    <a:pt x="28" y="220"/>
                  </a:cubicBezTo>
                  <a:cubicBezTo>
                    <a:pt x="26" y="218"/>
                    <a:pt x="26" y="216"/>
                    <a:pt x="28" y="214"/>
                  </a:cubicBezTo>
                  <a:cubicBezTo>
                    <a:pt x="30" y="208"/>
                    <a:pt x="33" y="202"/>
                    <a:pt x="36" y="196"/>
                  </a:cubicBezTo>
                  <a:cubicBezTo>
                    <a:pt x="41" y="182"/>
                    <a:pt x="35" y="167"/>
                    <a:pt x="22" y="161"/>
                  </a:cubicBezTo>
                  <a:cubicBezTo>
                    <a:pt x="16" y="158"/>
                    <a:pt x="9" y="156"/>
                    <a:pt x="3" y="154"/>
                  </a:cubicBezTo>
                  <a:cubicBezTo>
                    <a:pt x="1" y="153"/>
                    <a:pt x="0" y="152"/>
                    <a:pt x="0" y="149"/>
                  </a:cubicBezTo>
                  <a:cubicBezTo>
                    <a:pt x="0" y="139"/>
                    <a:pt x="0" y="130"/>
                    <a:pt x="0" y="120"/>
                  </a:cubicBezTo>
                  <a:cubicBezTo>
                    <a:pt x="0" y="117"/>
                    <a:pt x="0" y="116"/>
                    <a:pt x="3" y="115"/>
                  </a:cubicBezTo>
                  <a:cubicBezTo>
                    <a:pt x="8" y="113"/>
                    <a:pt x="14" y="112"/>
                    <a:pt x="19" y="109"/>
                  </a:cubicBezTo>
                  <a:cubicBezTo>
                    <a:pt x="35" y="103"/>
                    <a:pt x="42" y="86"/>
                    <a:pt x="34" y="70"/>
                  </a:cubicBezTo>
                  <a:cubicBezTo>
                    <a:pt x="32" y="65"/>
                    <a:pt x="30" y="60"/>
                    <a:pt x="28" y="55"/>
                  </a:cubicBezTo>
                  <a:cubicBezTo>
                    <a:pt x="27" y="54"/>
                    <a:pt x="27" y="51"/>
                    <a:pt x="28" y="50"/>
                  </a:cubicBezTo>
                  <a:cubicBezTo>
                    <a:pt x="36" y="42"/>
                    <a:pt x="43" y="34"/>
                    <a:pt x="51" y="26"/>
                  </a:cubicBezTo>
                  <a:close/>
                  <a:moveTo>
                    <a:pt x="181" y="135"/>
                  </a:moveTo>
                  <a:cubicBezTo>
                    <a:pt x="181" y="107"/>
                    <a:pt x="160" y="85"/>
                    <a:pt x="133" y="85"/>
                  </a:cubicBezTo>
                  <a:cubicBezTo>
                    <a:pt x="106" y="85"/>
                    <a:pt x="84" y="107"/>
                    <a:pt x="84" y="135"/>
                  </a:cubicBezTo>
                  <a:cubicBezTo>
                    <a:pt x="84" y="162"/>
                    <a:pt x="106" y="185"/>
                    <a:pt x="133" y="184"/>
                  </a:cubicBezTo>
                  <a:cubicBezTo>
                    <a:pt x="160" y="184"/>
                    <a:pt x="181" y="162"/>
                    <a:pt x="181" y="135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FDFA4F33-5232-FAA2-79C9-6E3B72B98767}"/>
              </a:ext>
            </a:extLst>
          </p:cNvPr>
          <p:cNvGrpSpPr/>
          <p:nvPr/>
        </p:nvGrpSpPr>
        <p:grpSpPr>
          <a:xfrm>
            <a:off x="802403" y="1544762"/>
            <a:ext cx="8576522" cy="338554"/>
            <a:chOff x="802403" y="1544762"/>
            <a:chExt cx="8576522" cy="338554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FBD3F7D-B62B-1762-546A-33CCFD7EED93}"/>
                </a:ext>
              </a:extLst>
            </p:cNvPr>
            <p:cNvSpPr txBox="1"/>
            <p:nvPr/>
          </p:nvSpPr>
          <p:spPr>
            <a:xfrm>
              <a:off x="982396" y="1544762"/>
              <a:ext cx="8396529" cy="338554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내용입 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253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내용입력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내용입 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28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내용입력내 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33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 용 입력 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497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 용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내용입 력 내</a:t>
              </a:r>
            </a:p>
          </p:txBody>
        </p: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B293836C-D2A7-FD9E-3B63-1FA9218BE83B}"/>
                </a:ext>
              </a:extLst>
            </p:cNvPr>
            <p:cNvGrpSpPr/>
            <p:nvPr/>
          </p:nvGrpSpPr>
          <p:grpSpPr>
            <a:xfrm rot="16200000">
              <a:off x="802403" y="1617182"/>
              <a:ext cx="184108" cy="184108"/>
              <a:chOff x="3571592" y="2993994"/>
              <a:chExt cx="229782" cy="229782"/>
            </a:xfrm>
          </p:grpSpPr>
          <p:sp>
            <p:nvSpPr>
              <p:cNvPr id="101" name="타원 100">
                <a:extLst>
                  <a:ext uri="{FF2B5EF4-FFF2-40B4-BE49-F238E27FC236}">
                    <a16:creationId xmlns:a16="http://schemas.microsoft.com/office/drawing/2014/main" id="{EC188739-CDAE-5BD6-2876-044BDACC4681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102" name="그래픽 101">
                <a:extLst>
                  <a:ext uri="{FF2B5EF4-FFF2-40B4-BE49-F238E27FC236}">
                    <a16:creationId xmlns:a16="http://schemas.microsoft.com/office/drawing/2014/main" id="{0D72644B-6317-2BDB-D2B4-89D9F237E7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64EF0BEA-9EA7-7017-A90A-576F322298AE}"/>
              </a:ext>
            </a:extLst>
          </p:cNvPr>
          <p:cNvGrpSpPr/>
          <p:nvPr/>
        </p:nvGrpSpPr>
        <p:grpSpPr>
          <a:xfrm>
            <a:off x="284489" y="991163"/>
            <a:ext cx="426088" cy="426088"/>
            <a:chOff x="284489" y="903299"/>
            <a:chExt cx="426088" cy="426088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8AB4B158-7869-C3D7-DC23-D37EF4F75A32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1" name="그래픽 10">
              <a:extLst>
                <a:ext uri="{FF2B5EF4-FFF2-40B4-BE49-F238E27FC236}">
                  <a16:creationId xmlns:a16="http://schemas.microsoft.com/office/drawing/2014/main" id="{38CED9C7-2E4A-F23C-0F56-849B607748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721829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그룹 76">
            <a:extLst>
              <a:ext uri="{FF2B5EF4-FFF2-40B4-BE49-F238E27FC236}">
                <a16:creationId xmlns:a16="http://schemas.microsoft.com/office/drawing/2014/main" id="{7B5FB271-A1F3-8732-FFCC-E12FFF6FBB0A}"/>
              </a:ext>
            </a:extLst>
          </p:cNvPr>
          <p:cNvGrpSpPr/>
          <p:nvPr/>
        </p:nvGrpSpPr>
        <p:grpSpPr>
          <a:xfrm>
            <a:off x="408027" y="973877"/>
            <a:ext cx="11371598" cy="2565885"/>
            <a:chOff x="408027" y="973877"/>
            <a:chExt cx="11371598" cy="256588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17A6E2B-868E-8053-84A8-3547231184B5}"/>
                </a:ext>
              </a:extLst>
            </p:cNvPr>
            <p:cNvSpPr/>
            <p:nvPr/>
          </p:nvSpPr>
          <p:spPr>
            <a:xfrm>
              <a:off x="412378" y="1297879"/>
              <a:ext cx="11367247" cy="2241883"/>
            </a:xfrm>
            <a:prstGeom prst="rect">
              <a:avLst/>
            </a:prstGeom>
            <a:solidFill>
              <a:srgbClr val="274893">
                <a:alpha val="5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" name="직선 연결선[R] 4">
              <a:extLst>
                <a:ext uri="{FF2B5EF4-FFF2-40B4-BE49-F238E27FC236}">
                  <a16:creationId xmlns:a16="http://schemas.microsoft.com/office/drawing/2014/main" id="{7F8680B8-5B8A-AAE4-2702-D22751941807}"/>
                </a:ext>
              </a:extLst>
            </p:cNvPr>
            <p:cNvCxnSpPr>
              <a:cxnSpLocks/>
            </p:cNvCxnSpPr>
            <p:nvPr/>
          </p:nvCxnSpPr>
          <p:spPr>
            <a:xfrm>
              <a:off x="412377" y="1297877"/>
              <a:ext cx="11367247" cy="0"/>
            </a:xfrm>
            <a:prstGeom prst="line">
              <a:avLst/>
            </a:prstGeom>
            <a:ln w="19050">
              <a:solidFill>
                <a:srgbClr val="00549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양쪽 모서리가 둥근 사각형 3">
              <a:extLst>
                <a:ext uri="{FF2B5EF4-FFF2-40B4-BE49-F238E27FC236}">
                  <a16:creationId xmlns:a16="http://schemas.microsoft.com/office/drawing/2014/main" id="{CCE48FE5-1B85-A932-5844-FD12AA6D3B6C}"/>
                </a:ext>
              </a:extLst>
            </p:cNvPr>
            <p:cNvSpPr/>
            <p:nvPr/>
          </p:nvSpPr>
          <p:spPr>
            <a:xfrm>
              <a:off x="408027" y="973877"/>
              <a:ext cx="2289661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00549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ko-KR" b="1" spc="-40" dirty="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 력내용입력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DB884AB4-FF05-4859-75FF-4F488333CE97}"/>
              </a:ext>
            </a:extLst>
          </p:cNvPr>
          <p:cNvGrpSpPr/>
          <p:nvPr/>
        </p:nvGrpSpPr>
        <p:grpSpPr>
          <a:xfrm>
            <a:off x="408027" y="3717564"/>
            <a:ext cx="11371598" cy="2565885"/>
            <a:chOff x="408027" y="3717564"/>
            <a:chExt cx="11371598" cy="2565885"/>
          </a:xfrm>
        </p:grpSpPr>
        <p:sp>
          <p:nvSpPr>
            <p:cNvPr id="8" name="양쪽 모서리가 둥근 사각형 8">
              <a:extLst>
                <a:ext uri="{FF2B5EF4-FFF2-40B4-BE49-F238E27FC236}">
                  <a16:creationId xmlns:a16="http://schemas.microsoft.com/office/drawing/2014/main" id="{70056D0C-89B7-4D08-5651-ACB6E370FC1F}"/>
                </a:ext>
              </a:extLst>
            </p:cNvPr>
            <p:cNvSpPr/>
            <p:nvPr/>
          </p:nvSpPr>
          <p:spPr>
            <a:xfrm>
              <a:off x="408027" y="3717564"/>
              <a:ext cx="2289661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00999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kumimoji="1" lang="en-US" altLang="ko-KR" b="1" spc="-40">
                  <a:solidFill>
                    <a:schemeClr val="bg1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 력내용</a:t>
              </a:r>
              <a:endParaRPr kumimoji="1" lang="en-US" altLang="ko-KR" b="1" spc="-4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DD79542-2289-70B6-ADF6-7791AFAC474F}"/>
                </a:ext>
              </a:extLst>
            </p:cNvPr>
            <p:cNvSpPr/>
            <p:nvPr/>
          </p:nvSpPr>
          <p:spPr>
            <a:xfrm>
              <a:off x="412378" y="4041566"/>
              <a:ext cx="11367247" cy="2241883"/>
            </a:xfrm>
            <a:prstGeom prst="rect">
              <a:avLst/>
            </a:prstGeom>
            <a:solidFill>
              <a:srgbClr val="00999F">
                <a:alpha val="5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1" name="직선 연결선[R] 15">
              <a:extLst>
                <a:ext uri="{FF2B5EF4-FFF2-40B4-BE49-F238E27FC236}">
                  <a16:creationId xmlns:a16="http://schemas.microsoft.com/office/drawing/2014/main" id="{FB3FF43E-CE75-63B1-A1A6-BC874F77EA3F}"/>
                </a:ext>
              </a:extLst>
            </p:cNvPr>
            <p:cNvCxnSpPr>
              <a:cxnSpLocks/>
            </p:cNvCxnSpPr>
            <p:nvPr/>
          </p:nvCxnSpPr>
          <p:spPr>
            <a:xfrm>
              <a:off x="412377" y="4041564"/>
              <a:ext cx="11367247" cy="0"/>
            </a:xfrm>
            <a:prstGeom prst="line">
              <a:avLst/>
            </a:prstGeom>
            <a:ln w="19050">
              <a:solidFill>
                <a:srgbClr val="00999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1325EF4C-5982-9A1C-5499-AC98AD5E0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9E4D3C-B49C-3299-2818-7EB8FAA23F27}"/>
              </a:ext>
            </a:extLst>
          </p:cNvPr>
          <p:cNvSpPr txBox="1"/>
          <p:nvPr/>
        </p:nvSpPr>
        <p:spPr>
          <a:xfrm>
            <a:off x="408027" y="6368834"/>
            <a:ext cx="7669173" cy="1580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" altLang="ko-KR" sz="10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용입력내 용입력 내용입 력내용입 력내용입력내용입 력 </a:t>
            </a:r>
            <a:r>
              <a:rPr kumimoji="1" lang="ko-KR" altLang="en-US" sz="10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 용입력내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2115A44-C152-FBA2-FAAF-9B1835C31AF3}"/>
              </a:ext>
            </a:extLst>
          </p:cNvPr>
          <p:cNvGrpSpPr/>
          <p:nvPr/>
        </p:nvGrpSpPr>
        <p:grpSpPr>
          <a:xfrm>
            <a:off x="563940" y="4162612"/>
            <a:ext cx="11057900" cy="1984094"/>
            <a:chOff x="563940" y="4162612"/>
            <a:chExt cx="11057900" cy="1984094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6B5DFD26-8F35-66BA-054F-D2FAF6DE532F}"/>
                </a:ext>
              </a:extLst>
            </p:cNvPr>
            <p:cNvSpPr/>
            <p:nvPr/>
          </p:nvSpPr>
          <p:spPr>
            <a:xfrm>
              <a:off x="563940" y="4265642"/>
              <a:ext cx="2671214" cy="1547627"/>
            </a:xfrm>
            <a:prstGeom prst="rect">
              <a:avLst/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EFF9FB7A-2C08-2E5F-6657-02FABDC997B6}"/>
                </a:ext>
              </a:extLst>
            </p:cNvPr>
            <p:cNvSpPr/>
            <p:nvPr/>
          </p:nvSpPr>
          <p:spPr>
            <a:xfrm>
              <a:off x="3361063" y="4265642"/>
              <a:ext cx="2671214" cy="1543802"/>
            </a:xfrm>
            <a:prstGeom prst="rect">
              <a:avLst/>
            </a:prstGeom>
            <a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D8334BBA-99AB-4A7A-0A13-30159BB19AE1}"/>
                </a:ext>
              </a:extLst>
            </p:cNvPr>
            <p:cNvSpPr/>
            <p:nvPr/>
          </p:nvSpPr>
          <p:spPr>
            <a:xfrm>
              <a:off x="6153504" y="4265642"/>
              <a:ext cx="2671214" cy="1543802"/>
            </a:xfrm>
            <a:prstGeom prst="rect">
              <a:avLst/>
            </a:prstGeom>
            <a:blipFill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 t="-3499" b="-11613"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FF453622-34AB-4474-6FE1-1806C6F11B96}"/>
                </a:ext>
              </a:extLst>
            </p:cNvPr>
            <p:cNvSpPr/>
            <p:nvPr/>
          </p:nvSpPr>
          <p:spPr>
            <a:xfrm>
              <a:off x="8950626" y="4265642"/>
              <a:ext cx="2671214" cy="1543802"/>
            </a:xfrm>
            <a:prstGeom prst="rect">
              <a:avLst/>
            </a:prstGeom>
            <a:blipFill>
              <a:blip r:embed="rId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D2B9F4B-E76E-8446-B5B4-5FE2FD189EE2}"/>
                </a:ext>
              </a:extLst>
            </p:cNvPr>
            <p:cNvSpPr txBox="1"/>
            <p:nvPr/>
          </p:nvSpPr>
          <p:spPr>
            <a:xfrm>
              <a:off x="563940" y="5977429"/>
              <a:ext cx="2671214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11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1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8C5F2A9-41A2-CB61-6238-24404801ECA9}"/>
                </a:ext>
              </a:extLst>
            </p:cNvPr>
            <p:cNvSpPr txBox="1"/>
            <p:nvPr/>
          </p:nvSpPr>
          <p:spPr>
            <a:xfrm>
              <a:off x="3361063" y="5977429"/>
              <a:ext cx="2671214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1100" b="1" spc="-4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100" b="1" spc="-4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538844A-FADC-AA86-82B2-B65219DE1FFB}"/>
                </a:ext>
              </a:extLst>
            </p:cNvPr>
            <p:cNvSpPr txBox="1"/>
            <p:nvPr/>
          </p:nvSpPr>
          <p:spPr>
            <a:xfrm>
              <a:off x="6153504" y="5977429"/>
              <a:ext cx="2671214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1100" b="1" spc="-4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6F72E92-C990-F702-E975-F67B47619614}"/>
                </a:ext>
              </a:extLst>
            </p:cNvPr>
            <p:cNvSpPr txBox="1"/>
            <p:nvPr/>
          </p:nvSpPr>
          <p:spPr>
            <a:xfrm>
              <a:off x="8950626" y="5977429"/>
              <a:ext cx="2671214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1100" b="1" spc="-4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</a:t>
              </a:r>
              <a:r>
                <a:rPr kumimoji="1" lang="en-US" altLang="ko-KR" sz="1100" b="1" spc="-4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100" b="1" spc="-4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  <p:sp>
          <p:nvSpPr>
            <p:cNvPr id="60" name="모서리가 둥근 직사각형 157">
              <a:extLst>
                <a:ext uri="{FF2B5EF4-FFF2-40B4-BE49-F238E27FC236}">
                  <a16:creationId xmlns:a16="http://schemas.microsoft.com/office/drawing/2014/main" id="{D9B8631E-4AF3-8572-F651-90985F9F0C27}"/>
                </a:ext>
              </a:extLst>
            </p:cNvPr>
            <p:cNvSpPr/>
            <p:nvPr/>
          </p:nvSpPr>
          <p:spPr>
            <a:xfrm>
              <a:off x="639547" y="4162612"/>
              <a:ext cx="2520000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00999F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" altLang="ko-KR" sz="1200" spc="-70" dirty="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 </a:t>
              </a:r>
              <a:r>
                <a:rPr kumimoji="1" lang="ko-KR" altLang="en-US" sz="1200" spc="-70" dirty="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</a:t>
              </a:r>
              <a:r>
                <a:rPr kumimoji="1" lang="en-US" altLang="ko-KR" sz="1200" spc="-70" dirty="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kumimoji="1" lang="ko-KR" altLang="en-US" sz="1200" spc="-70" dirty="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 력내</a:t>
              </a:r>
              <a:r>
                <a:rPr kumimoji="1" lang="en-US" altLang="ko-KR" sz="1200" spc="-70" dirty="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내</a:t>
              </a:r>
              <a:r>
                <a:rPr kumimoji="1" lang="en" altLang="ko-KR" sz="1200" spc="-70" dirty="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내용입력내</a:t>
              </a:r>
            </a:p>
          </p:txBody>
        </p:sp>
        <p:sp>
          <p:nvSpPr>
            <p:cNvPr id="61" name="모서리가 둥근 직사각형 158">
              <a:extLst>
                <a:ext uri="{FF2B5EF4-FFF2-40B4-BE49-F238E27FC236}">
                  <a16:creationId xmlns:a16="http://schemas.microsoft.com/office/drawing/2014/main" id="{B9A32E2D-AD1A-CFEB-243A-315704F32445}"/>
                </a:ext>
              </a:extLst>
            </p:cNvPr>
            <p:cNvSpPr/>
            <p:nvPr/>
          </p:nvSpPr>
          <p:spPr>
            <a:xfrm>
              <a:off x="3580670" y="4162612"/>
              <a:ext cx="2232000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00999F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200" spc="-4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입력</a:t>
              </a:r>
              <a:r>
                <a:rPr kumimoji="1" lang="en-US" altLang="ko-KR" sz="1200" spc="-4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내1.2</a:t>
              </a:r>
              <a:r>
                <a:rPr kumimoji="1" lang="en" altLang="ko-KR" sz="1200" spc="-4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241입력내</a:t>
              </a:r>
            </a:p>
          </p:txBody>
        </p:sp>
        <p:sp>
          <p:nvSpPr>
            <p:cNvPr id="62" name="모서리가 둥근 직사각형 159">
              <a:extLst>
                <a:ext uri="{FF2B5EF4-FFF2-40B4-BE49-F238E27FC236}">
                  <a16:creationId xmlns:a16="http://schemas.microsoft.com/office/drawing/2014/main" id="{43DFFA57-4DF5-9692-003F-DCB380CB3DF2}"/>
                </a:ext>
              </a:extLst>
            </p:cNvPr>
            <p:cNvSpPr/>
            <p:nvPr/>
          </p:nvSpPr>
          <p:spPr>
            <a:xfrm>
              <a:off x="6805111" y="4162612"/>
              <a:ext cx="1368000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00999F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200" spc="-40" dirty="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</a:t>
              </a:r>
              <a:r>
                <a:rPr kumimoji="1" lang="en-US" altLang="ko-KR" sz="1200" spc="-40" dirty="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kumimoji="1" lang="ko-KR" altLang="en-US" sz="1200" spc="-40" dirty="0" err="1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endParaRPr kumimoji="1" lang="ko-KR" altLang="en-US" sz="1200" spc="-40" dirty="0">
                <a:solidFill>
                  <a:srgbClr val="00999F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63" name="모서리가 둥근 직사각형 160">
              <a:extLst>
                <a:ext uri="{FF2B5EF4-FFF2-40B4-BE49-F238E27FC236}">
                  <a16:creationId xmlns:a16="http://schemas.microsoft.com/office/drawing/2014/main" id="{9D753D42-AB5A-6B89-9CA9-997B4B3FB816}"/>
                </a:ext>
              </a:extLst>
            </p:cNvPr>
            <p:cNvSpPr/>
            <p:nvPr/>
          </p:nvSpPr>
          <p:spPr>
            <a:xfrm>
              <a:off x="9728233" y="4162612"/>
              <a:ext cx="1116000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00999F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200" spc="-40">
                  <a:solidFill>
                    <a:srgbClr val="00999F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내용입력</a:t>
              </a:r>
            </a:p>
          </p:txBody>
        </p: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104542AD-F378-73F3-E4AE-6F1588A7C7BE}"/>
                </a:ext>
              </a:extLst>
            </p:cNvPr>
            <p:cNvGrpSpPr/>
            <p:nvPr/>
          </p:nvGrpSpPr>
          <p:grpSpPr>
            <a:xfrm>
              <a:off x="1807493" y="5707936"/>
              <a:ext cx="184108" cy="184108"/>
              <a:chOff x="3571592" y="2993994"/>
              <a:chExt cx="229782" cy="229782"/>
            </a:xfrm>
          </p:grpSpPr>
          <p:sp>
            <p:nvSpPr>
              <p:cNvPr id="65" name="타원 64">
                <a:extLst>
                  <a:ext uri="{FF2B5EF4-FFF2-40B4-BE49-F238E27FC236}">
                    <a16:creationId xmlns:a16="http://schemas.microsoft.com/office/drawing/2014/main" id="{7D039E06-B3B4-5C98-EF0F-108798FA0381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66" name="그래픽 65">
                <a:extLst>
                  <a:ext uri="{FF2B5EF4-FFF2-40B4-BE49-F238E27FC236}">
                    <a16:creationId xmlns:a16="http://schemas.microsoft.com/office/drawing/2014/main" id="{7FC6259E-6FC4-1DA0-9E2F-807A0BCC76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624330FC-7279-735F-671F-B9CD9282FAF1}"/>
                </a:ext>
              </a:extLst>
            </p:cNvPr>
            <p:cNvGrpSpPr/>
            <p:nvPr/>
          </p:nvGrpSpPr>
          <p:grpSpPr>
            <a:xfrm>
              <a:off x="4604616" y="5707936"/>
              <a:ext cx="184108" cy="184108"/>
              <a:chOff x="3571592" y="2993994"/>
              <a:chExt cx="229782" cy="229782"/>
            </a:xfrm>
          </p:grpSpPr>
          <p:sp>
            <p:nvSpPr>
              <p:cNvPr id="68" name="타원 67">
                <a:extLst>
                  <a:ext uri="{FF2B5EF4-FFF2-40B4-BE49-F238E27FC236}">
                    <a16:creationId xmlns:a16="http://schemas.microsoft.com/office/drawing/2014/main" id="{93230BA1-CD52-A83A-48FE-9025A1E8A107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69" name="그래픽 68">
                <a:extLst>
                  <a:ext uri="{FF2B5EF4-FFF2-40B4-BE49-F238E27FC236}">
                    <a16:creationId xmlns:a16="http://schemas.microsoft.com/office/drawing/2014/main" id="{7110A71E-C2C6-074B-B759-4253A9EDA8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CD8558A1-6231-2BBE-15F7-153ECB6A6691}"/>
                </a:ext>
              </a:extLst>
            </p:cNvPr>
            <p:cNvGrpSpPr/>
            <p:nvPr/>
          </p:nvGrpSpPr>
          <p:grpSpPr>
            <a:xfrm>
              <a:off x="7397057" y="5707936"/>
              <a:ext cx="184108" cy="184108"/>
              <a:chOff x="3571592" y="2993994"/>
              <a:chExt cx="229782" cy="229782"/>
            </a:xfrm>
          </p:grpSpPr>
          <p:sp>
            <p:nvSpPr>
              <p:cNvPr id="71" name="타원 70">
                <a:extLst>
                  <a:ext uri="{FF2B5EF4-FFF2-40B4-BE49-F238E27FC236}">
                    <a16:creationId xmlns:a16="http://schemas.microsoft.com/office/drawing/2014/main" id="{68642E8B-3F85-8BF5-79F9-3FF6CF4189BA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72" name="그래픽 71">
                <a:extLst>
                  <a:ext uri="{FF2B5EF4-FFF2-40B4-BE49-F238E27FC236}">
                    <a16:creationId xmlns:a16="http://schemas.microsoft.com/office/drawing/2014/main" id="{AB0D08DF-7186-F17E-D99A-59F1796514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FB82B7D6-A15C-49D9-1928-0F805DBDCA69}"/>
                </a:ext>
              </a:extLst>
            </p:cNvPr>
            <p:cNvGrpSpPr/>
            <p:nvPr/>
          </p:nvGrpSpPr>
          <p:grpSpPr>
            <a:xfrm>
              <a:off x="10194179" y="5707936"/>
              <a:ext cx="184108" cy="184108"/>
              <a:chOff x="3571592" y="2993994"/>
              <a:chExt cx="229782" cy="229782"/>
            </a:xfrm>
          </p:grpSpPr>
          <p:sp>
            <p:nvSpPr>
              <p:cNvPr id="74" name="타원 73">
                <a:extLst>
                  <a:ext uri="{FF2B5EF4-FFF2-40B4-BE49-F238E27FC236}">
                    <a16:creationId xmlns:a16="http://schemas.microsoft.com/office/drawing/2014/main" id="{2348918B-8854-5DB1-D82A-4268E486DF35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0C2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75" name="그래픽 74">
                <a:extLst>
                  <a:ext uri="{FF2B5EF4-FFF2-40B4-BE49-F238E27FC236}">
                    <a16:creationId xmlns:a16="http://schemas.microsoft.com/office/drawing/2014/main" id="{7A9FE52E-75A0-4A93-2EA9-F8E9CC7B64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68911ADC-810E-3B06-8C51-C167BA9E8808}"/>
              </a:ext>
            </a:extLst>
          </p:cNvPr>
          <p:cNvGrpSpPr/>
          <p:nvPr/>
        </p:nvGrpSpPr>
        <p:grpSpPr>
          <a:xfrm>
            <a:off x="563940" y="1423697"/>
            <a:ext cx="11064120" cy="2038018"/>
            <a:chOff x="563940" y="1423697"/>
            <a:chExt cx="11064120" cy="2038018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45C1C32-B102-F7E6-ED33-9A7218713C7C}"/>
                </a:ext>
              </a:extLst>
            </p:cNvPr>
            <p:cNvSpPr/>
            <p:nvPr/>
          </p:nvSpPr>
          <p:spPr>
            <a:xfrm>
              <a:off x="563940" y="1530371"/>
              <a:ext cx="2133749" cy="1470676"/>
            </a:xfrm>
            <a:prstGeom prst="rect">
              <a:avLst/>
            </a:prstGeom>
            <a:blipFill dpi="0" rotWithShape="1">
              <a:blip r:embed="rId7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 l="-1776" t="-23086" b="-11441"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DFA3132-BC30-97EB-E13D-AA15CF6E07AA}"/>
                </a:ext>
              </a:extLst>
            </p:cNvPr>
            <p:cNvSpPr/>
            <p:nvPr/>
          </p:nvSpPr>
          <p:spPr>
            <a:xfrm>
              <a:off x="2796533" y="1530370"/>
              <a:ext cx="2133749" cy="1467041"/>
            </a:xfrm>
            <a:prstGeom prst="rect">
              <a:avLst/>
            </a:prstGeom>
            <a:blipFill>
              <a:blip r:embed="rId8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3CE936B-602B-42CD-3355-B5A4E20086A9}"/>
                </a:ext>
              </a:extLst>
            </p:cNvPr>
            <p:cNvSpPr/>
            <p:nvPr/>
          </p:nvSpPr>
          <p:spPr>
            <a:xfrm>
              <a:off x="5029125" y="1530370"/>
              <a:ext cx="2133749" cy="1467041"/>
            </a:xfrm>
            <a:prstGeom prst="rect">
              <a:avLst/>
            </a:prstGeom>
            <a:blipFill>
              <a:blip r:embed="rId9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 l="-1058" t="-33018" r="-1642" b="-492"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9623410-5298-898A-A35A-6563A5818A36}"/>
                </a:ext>
              </a:extLst>
            </p:cNvPr>
            <p:cNvSpPr/>
            <p:nvPr/>
          </p:nvSpPr>
          <p:spPr>
            <a:xfrm>
              <a:off x="7261718" y="1530370"/>
              <a:ext cx="2133749" cy="1467041"/>
            </a:xfrm>
            <a:prstGeom prst="rect">
              <a:avLst/>
            </a:prstGeom>
            <a:blipFill>
              <a:blip r:embed="rId10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 t="-15095" b="-3399"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F7FD02A-286D-88F9-9841-3D9B9F3265DE}"/>
                </a:ext>
              </a:extLst>
            </p:cNvPr>
            <p:cNvSpPr/>
            <p:nvPr/>
          </p:nvSpPr>
          <p:spPr>
            <a:xfrm>
              <a:off x="9494311" y="1530370"/>
              <a:ext cx="2133749" cy="1467041"/>
            </a:xfrm>
            <a:prstGeom prst="rect">
              <a:avLst/>
            </a:prstGeom>
            <a:blipFill>
              <a:blip r:embed="rId11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 l="-3977" r="-3977"/>
              </a:stretch>
            </a:blip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2A89748-0047-331B-39ED-F172F6C72E87}"/>
                </a:ext>
              </a:extLst>
            </p:cNvPr>
            <p:cNvSpPr txBox="1"/>
            <p:nvPr/>
          </p:nvSpPr>
          <p:spPr>
            <a:xfrm>
              <a:off x="563940" y="3123161"/>
              <a:ext cx="2133749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</a:p>
            <a:p>
              <a:pPr algn="ctr"/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A70237B-8561-3033-BBDE-BA37DC121600}"/>
                </a:ext>
              </a:extLst>
            </p:cNvPr>
            <p:cNvSpPr/>
            <p:nvPr/>
          </p:nvSpPr>
          <p:spPr>
            <a:xfrm>
              <a:off x="563940" y="2695506"/>
              <a:ext cx="2133748" cy="301906"/>
            </a:xfrm>
            <a:prstGeom prst="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 spc="-3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0E81644-9DC3-C433-911E-85318F6E6AF4}"/>
                </a:ext>
              </a:extLst>
            </p:cNvPr>
            <p:cNvSpPr txBox="1"/>
            <p:nvPr/>
          </p:nvSpPr>
          <p:spPr>
            <a:xfrm>
              <a:off x="563940" y="2747071"/>
              <a:ext cx="213374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" altLang="ko-KR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481내용입</a:t>
              </a:r>
              <a:r>
                <a:rPr kumimoji="1" lang="ko-KR" altLang="en-US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 용 입 </a:t>
              </a:r>
              <a:r>
                <a:rPr kumimoji="1" lang="en-US" altLang="ko-KR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  <a:r>
                <a:rPr kumimoji="1" lang="ko-KR" altLang="en-US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en-US" altLang="ko-KR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4</a:t>
              </a:r>
              <a:r>
                <a:rPr kumimoji="1" lang="ko-KR" altLang="en-US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입력내</a:t>
              </a:r>
              <a:r>
                <a:rPr kumimoji="1" lang="en-US" altLang="ko-KR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6A9707D-DB7D-F9B3-F767-0062E0D55A3D}"/>
                </a:ext>
              </a:extLst>
            </p:cNvPr>
            <p:cNvSpPr txBox="1"/>
            <p:nvPr/>
          </p:nvSpPr>
          <p:spPr>
            <a:xfrm>
              <a:off x="2799998" y="3123161"/>
              <a:ext cx="2133749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  <a:p>
              <a:pPr algn="ctr"/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A2F22344-1576-3E18-B533-6B136D2F5ED5}"/>
                </a:ext>
              </a:extLst>
            </p:cNvPr>
            <p:cNvSpPr/>
            <p:nvPr/>
          </p:nvSpPr>
          <p:spPr>
            <a:xfrm>
              <a:off x="2799998" y="2695506"/>
              <a:ext cx="2133748" cy="301906"/>
            </a:xfrm>
            <a:prstGeom prst="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 spc="-3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4E0EC6B-A717-B565-8FEF-B4B8775763ED}"/>
                </a:ext>
              </a:extLst>
            </p:cNvPr>
            <p:cNvSpPr txBox="1"/>
            <p:nvPr/>
          </p:nvSpPr>
          <p:spPr>
            <a:xfrm>
              <a:off x="2799998" y="2747071"/>
              <a:ext cx="213374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r>
                <a:rPr kumimoji="1" lang="en-US" altLang="ko-KR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내</a:t>
              </a:r>
              <a:r>
                <a:rPr kumimoji="1" lang="ko-KR" altLang="en-US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 </a:t>
              </a:r>
              <a:r>
                <a:rPr kumimoji="1" lang="en-US" altLang="ko-KR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552</a:t>
              </a:r>
              <a:r>
                <a:rPr kumimoji="1" lang="en" altLang="ko-KR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63B02DC-B7D7-2877-7EC4-FF03512CFBE2}"/>
                </a:ext>
              </a:extLst>
            </p:cNvPr>
            <p:cNvSpPr txBox="1"/>
            <p:nvPr/>
          </p:nvSpPr>
          <p:spPr>
            <a:xfrm>
              <a:off x="5028577" y="3123161"/>
              <a:ext cx="2133749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kumimoji="1" lang="en-US" altLang="ko-KR" sz="1100" b="1" spc="-4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2BEA8FF1-9AB2-17A5-61C9-35CE8DA60F90}"/>
                </a:ext>
              </a:extLst>
            </p:cNvPr>
            <p:cNvSpPr/>
            <p:nvPr/>
          </p:nvSpPr>
          <p:spPr>
            <a:xfrm>
              <a:off x="5028577" y="2695506"/>
              <a:ext cx="2133748" cy="301906"/>
            </a:xfrm>
            <a:prstGeom prst="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 spc="-3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D749381-D3BC-F547-4CEE-1B222941B51A}"/>
                </a:ext>
              </a:extLst>
            </p:cNvPr>
            <p:cNvSpPr txBox="1"/>
            <p:nvPr/>
          </p:nvSpPr>
          <p:spPr>
            <a:xfrm>
              <a:off x="5028577" y="2747071"/>
              <a:ext cx="213374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en-US" altLang="ko-KR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4</a:t>
              </a:r>
              <a:r>
                <a:rPr kumimoji="1" lang="ko-KR" altLang="en-US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 </a:t>
              </a:r>
              <a:r>
                <a:rPr kumimoji="1" lang="ko-KR" altLang="en-US" sz="900" spc="-40" dirty="0" err="1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r>
                <a:rPr kumimoji="1" lang="ko-KR" altLang="en-US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kumimoji="1" lang="ko-KR" altLang="en-US" sz="900" spc="-40" dirty="0" err="1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r>
                <a:rPr kumimoji="1" lang="ko-KR" altLang="en-US" sz="900" spc="-40" dirty="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 내용입 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17348A7-7E6D-99F0-CF6B-A502C6ACE108}"/>
                </a:ext>
              </a:extLst>
            </p:cNvPr>
            <p:cNvSpPr txBox="1"/>
            <p:nvPr/>
          </p:nvSpPr>
          <p:spPr>
            <a:xfrm>
              <a:off x="7264634" y="3123161"/>
              <a:ext cx="2133749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  <a:p>
              <a:pPr algn="ctr"/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CECF81F7-C602-88D3-5EBC-004B1537352B}"/>
                </a:ext>
              </a:extLst>
            </p:cNvPr>
            <p:cNvSpPr/>
            <p:nvPr/>
          </p:nvSpPr>
          <p:spPr>
            <a:xfrm>
              <a:off x="7264634" y="2695506"/>
              <a:ext cx="2133748" cy="301906"/>
            </a:xfrm>
            <a:prstGeom prst="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 spc="-3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CCC0C67-63DD-8932-1204-78D9020DE297}"/>
                </a:ext>
              </a:extLst>
            </p:cNvPr>
            <p:cNvSpPr txBox="1"/>
            <p:nvPr/>
          </p:nvSpPr>
          <p:spPr>
            <a:xfrm>
              <a:off x="7264634" y="2747071"/>
              <a:ext cx="213374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입력 내</a:t>
              </a:r>
              <a:r>
                <a:rPr kumimoji="1" lang="en-US" altLang="ko-KR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 </a:t>
              </a:r>
              <a:r>
                <a:rPr kumimoji="1" lang="ko-KR" altLang="en-US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  력내용 입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4BCC5FA-40BE-1976-EA38-A702C89F3DC8}"/>
                </a:ext>
              </a:extLst>
            </p:cNvPr>
            <p:cNvSpPr txBox="1"/>
            <p:nvPr/>
          </p:nvSpPr>
          <p:spPr>
            <a:xfrm>
              <a:off x="9489917" y="3123161"/>
              <a:ext cx="2133749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kumimoji="1" lang="en-US" altLang="ko-KR" sz="1100" b="1" spc="-40">
                <a:solidFill>
                  <a:srgbClr val="2748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kumimoji="1" lang="ko-KR" altLang="en-US" sz="1100" b="1" spc="-40">
                  <a:solidFill>
                    <a:srgbClr val="27489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E930FB1D-D696-6821-66EB-48498F9D8B5A}"/>
                </a:ext>
              </a:extLst>
            </p:cNvPr>
            <p:cNvSpPr/>
            <p:nvPr/>
          </p:nvSpPr>
          <p:spPr>
            <a:xfrm>
              <a:off x="9489917" y="2695506"/>
              <a:ext cx="2133748" cy="301906"/>
            </a:xfrm>
            <a:prstGeom prst="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 spc="-3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00F71F7-1E3F-B096-EAA5-EC55D9269A40}"/>
                </a:ext>
              </a:extLst>
            </p:cNvPr>
            <p:cNvSpPr txBox="1"/>
            <p:nvPr/>
          </p:nvSpPr>
          <p:spPr>
            <a:xfrm>
              <a:off x="9489917" y="2747071"/>
              <a:ext cx="213374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 력 내</a:t>
              </a:r>
              <a:r>
                <a:rPr kumimoji="1" lang="en-US" altLang="ko-KR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 </a:t>
              </a:r>
              <a:r>
                <a:rPr kumimoji="1" lang="ko-KR" altLang="en-US" sz="900" spc="-40">
                  <a:solidFill>
                    <a:schemeClr val="bg1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입 력내</a:t>
              </a:r>
            </a:p>
          </p:txBody>
        </p:sp>
        <p:sp>
          <p:nvSpPr>
            <p:cNvPr id="47" name="모서리가 둥근 직사각형 152">
              <a:extLst>
                <a:ext uri="{FF2B5EF4-FFF2-40B4-BE49-F238E27FC236}">
                  <a16:creationId xmlns:a16="http://schemas.microsoft.com/office/drawing/2014/main" id="{62ECAFFB-DC25-3C82-C6CF-5002BAC5CC86}"/>
                </a:ext>
              </a:extLst>
            </p:cNvPr>
            <p:cNvSpPr/>
            <p:nvPr/>
          </p:nvSpPr>
          <p:spPr>
            <a:xfrm>
              <a:off x="1054814" y="1423697"/>
              <a:ext cx="1152000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5875">
              <a:solidFill>
                <a:srgbClr val="274893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200" spc="-40" dirty="0">
                  <a:solidFill>
                    <a:srgbClr val="274893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입력내</a:t>
              </a:r>
            </a:p>
          </p:txBody>
        </p:sp>
        <p:sp>
          <p:nvSpPr>
            <p:cNvPr id="48" name="모서리가 둥근 직사각형 153">
              <a:extLst>
                <a:ext uri="{FF2B5EF4-FFF2-40B4-BE49-F238E27FC236}">
                  <a16:creationId xmlns:a16="http://schemas.microsoft.com/office/drawing/2014/main" id="{416CF6AA-2A46-E730-6D0E-1D60A7DC147E}"/>
                </a:ext>
              </a:extLst>
            </p:cNvPr>
            <p:cNvSpPr/>
            <p:nvPr/>
          </p:nvSpPr>
          <p:spPr>
            <a:xfrm>
              <a:off x="3347765" y="1423697"/>
              <a:ext cx="1038215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5875">
              <a:solidFill>
                <a:srgbClr val="274893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" altLang="ko-KR" sz="1200" spc="-40" dirty="0">
                  <a:solidFill>
                    <a:srgbClr val="274893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 561</a:t>
              </a:r>
            </a:p>
          </p:txBody>
        </p:sp>
        <p:sp>
          <p:nvSpPr>
            <p:cNvPr id="49" name="모서리가 둥근 직사각형 154">
              <a:extLst>
                <a:ext uri="{FF2B5EF4-FFF2-40B4-BE49-F238E27FC236}">
                  <a16:creationId xmlns:a16="http://schemas.microsoft.com/office/drawing/2014/main" id="{BB19ADD6-117A-6505-ABAD-6E39E8D33CA0}"/>
                </a:ext>
              </a:extLst>
            </p:cNvPr>
            <p:cNvSpPr/>
            <p:nvPr/>
          </p:nvSpPr>
          <p:spPr>
            <a:xfrm>
              <a:off x="5576344" y="1423697"/>
              <a:ext cx="1038215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5875">
              <a:solidFill>
                <a:srgbClr val="274893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" altLang="ko-KR" sz="1200" spc="-40">
                  <a:solidFill>
                    <a:srgbClr val="274893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endParaRPr kumimoji="1" lang="ko-KR" altLang="en-US" sz="1200" spc="-40">
                <a:solidFill>
                  <a:srgbClr val="274893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50" name="모서리가 둥근 직사각형 155">
              <a:extLst>
                <a:ext uri="{FF2B5EF4-FFF2-40B4-BE49-F238E27FC236}">
                  <a16:creationId xmlns:a16="http://schemas.microsoft.com/office/drawing/2014/main" id="{37DD00A0-1158-D5A8-9C9C-F6A988549E29}"/>
                </a:ext>
              </a:extLst>
            </p:cNvPr>
            <p:cNvSpPr/>
            <p:nvPr/>
          </p:nvSpPr>
          <p:spPr>
            <a:xfrm>
              <a:off x="7812401" y="1423697"/>
              <a:ext cx="1038215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5875">
              <a:solidFill>
                <a:srgbClr val="274893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1200" spc="-40" dirty="0">
                  <a:solidFill>
                    <a:srgbClr val="274893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내용입력</a:t>
              </a:r>
            </a:p>
          </p:txBody>
        </p:sp>
        <p:sp>
          <p:nvSpPr>
            <p:cNvPr id="51" name="모서리가 둥근 직사각형 156">
              <a:extLst>
                <a:ext uri="{FF2B5EF4-FFF2-40B4-BE49-F238E27FC236}">
                  <a16:creationId xmlns:a16="http://schemas.microsoft.com/office/drawing/2014/main" id="{4BAF740E-DA18-D8E2-27A0-51C6C4CFC19E}"/>
                </a:ext>
              </a:extLst>
            </p:cNvPr>
            <p:cNvSpPr/>
            <p:nvPr/>
          </p:nvSpPr>
          <p:spPr>
            <a:xfrm>
              <a:off x="10037684" y="1423697"/>
              <a:ext cx="1038215" cy="24473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5875">
              <a:solidFill>
                <a:srgbClr val="274893"/>
              </a:solidFill>
            </a:ln>
            <a:effectLst>
              <a:outerShdw blurRad="38100" dist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" altLang="ko-KR" sz="1200" spc="-40" dirty="0">
                  <a:solidFill>
                    <a:srgbClr val="274893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 </a:t>
              </a:r>
              <a:r>
                <a:rPr kumimoji="1" lang="ko-KR" altLang="en-US" sz="1200" spc="-40" dirty="0">
                  <a:solidFill>
                    <a:srgbClr val="274893"/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</a:t>
              </a: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846368D8-B444-600B-2521-DCC52DCD0681}"/>
                </a:ext>
              </a:extLst>
            </p:cNvPr>
            <p:cNvGrpSpPr/>
            <p:nvPr/>
          </p:nvGrpSpPr>
          <p:grpSpPr>
            <a:xfrm>
              <a:off x="1538760" y="2903310"/>
              <a:ext cx="184108" cy="184108"/>
              <a:chOff x="3571592" y="2993994"/>
              <a:chExt cx="229782" cy="229782"/>
            </a:xfrm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5D588172-4BA9-23AE-0401-BAE626565323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E53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22" name="그래픽 21">
                <a:extLst>
                  <a:ext uri="{FF2B5EF4-FFF2-40B4-BE49-F238E27FC236}">
                    <a16:creationId xmlns:a16="http://schemas.microsoft.com/office/drawing/2014/main" id="{CF8AE704-FFD0-B5B9-9492-D508A86344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3757D3BB-FDD4-05DF-078A-12D9F5D3B143}"/>
                </a:ext>
              </a:extLst>
            </p:cNvPr>
            <p:cNvGrpSpPr/>
            <p:nvPr/>
          </p:nvGrpSpPr>
          <p:grpSpPr>
            <a:xfrm>
              <a:off x="3774818" y="2903310"/>
              <a:ext cx="184108" cy="184108"/>
              <a:chOff x="3571592" y="2993994"/>
              <a:chExt cx="229782" cy="229782"/>
            </a:xfrm>
          </p:grpSpPr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3E95F674-C217-264C-205A-01B05960D318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E53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28" name="그래픽 27">
                <a:extLst>
                  <a:ext uri="{FF2B5EF4-FFF2-40B4-BE49-F238E27FC236}">
                    <a16:creationId xmlns:a16="http://schemas.microsoft.com/office/drawing/2014/main" id="{207BD8C6-A64C-1F9B-5522-8CCC156FC6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588263B9-9E4F-278C-7031-158FE24D560A}"/>
                </a:ext>
              </a:extLst>
            </p:cNvPr>
            <p:cNvGrpSpPr/>
            <p:nvPr/>
          </p:nvGrpSpPr>
          <p:grpSpPr>
            <a:xfrm>
              <a:off x="6003397" y="2903310"/>
              <a:ext cx="184108" cy="184108"/>
              <a:chOff x="3571592" y="2993994"/>
              <a:chExt cx="229782" cy="229782"/>
            </a:xfrm>
          </p:grpSpPr>
          <p:sp>
            <p:nvSpPr>
              <p:cNvPr id="33" name="타원 32">
                <a:extLst>
                  <a:ext uri="{FF2B5EF4-FFF2-40B4-BE49-F238E27FC236}">
                    <a16:creationId xmlns:a16="http://schemas.microsoft.com/office/drawing/2014/main" id="{72781960-2DE5-884B-26D9-8B5FA1D2D815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E53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34" name="그래픽 33">
                <a:extLst>
                  <a:ext uri="{FF2B5EF4-FFF2-40B4-BE49-F238E27FC236}">
                    <a16:creationId xmlns:a16="http://schemas.microsoft.com/office/drawing/2014/main" id="{EDD999FF-8427-5917-BF09-D6DCA2D873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596DAD39-E139-2BFD-A3F1-C3BC64B23856}"/>
                </a:ext>
              </a:extLst>
            </p:cNvPr>
            <p:cNvGrpSpPr/>
            <p:nvPr/>
          </p:nvGrpSpPr>
          <p:grpSpPr>
            <a:xfrm>
              <a:off x="8239454" y="2903310"/>
              <a:ext cx="184108" cy="184108"/>
              <a:chOff x="3571592" y="2993994"/>
              <a:chExt cx="229782" cy="229782"/>
            </a:xfrm>
          </p:grpSpPr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AD427CC9-2844-B34F-6449-9B863957AE60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E53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40" name="그래픽 39">
                <a:extLst>
                  <a:ext uri="{FF2B5EF4-FFF2-40B4-BE49-F238E27FC236}">
                    <a16:creationId xmlns:a16="http://schemas.microsoft.com/office/drawing/2014/main" id="{3FDB11FC-157F-1377-2B94-F5E40F0D64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23F3F63-B023-1F3C-1328-E401C87102C0}"/>
                </a:ext>
              </a:extLst>
            </p:cNvPr>
            <p:cNvGrpSpPr/>
            <p:nvPr/>
          </p:nvGrpSpPr>
          <p:grpSpPr>
            <a:xfrm>
              <a:off x="10464737" y="2903310"/>
              <a:ext cx="184108" cy="184108"/>
              <a:chOff x="3571592" y="2993994"/>
              <a:chExt cx="229782" cy="229782"/>
            </a:xfrm>
          </p:grpSpPr>
          <p:sp>
            <p:nvSpPr>
              <p:cNvPr id="45" name="타원 44">
                <a:extLst>
                  <a:ext uri="{FF2B5EF4-FFF2-40B4-BE49-F238E27FC236}">
                    <a16:creationId xmlns:a16="http://schemas.microsoft.com/office/drawing/2014/main" id="{09E6DBAC-3782-ADC9-D481-EC3C40DC250E}"/>
                  </a:ext>
                </a:extLst>
              </p:cNvPr>
              <p:cNvSpPr/>
              <p:nvPr/>
            </p:nvSpPr>
            <p:spPr>
              <a:xfrm>
                <a:off x="3571592" y="2993994"/>
                <a:ext cx="229782" cy="229782"/>
              </a:xfrm>
              <a:prstGeom prst="ellipse">
                <a:avLst/>
              </a:prstGeom>
              <a:solidFill>
                <a:srgbClr val="0E53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2000" spc="-3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pic>
            <p:nvPicPr>
              <p:cNvPr id="46" name="그래픽 45">
                <a:extLst>
                  <a:ext uri="{FF2B5EF4-FFF2-40B4-BE49-F238E27FC236}">
                    <a16:creationId xmlns:a16="http://schemas.microsoft.com/office/drawing/2014/main" id="{C62C8F04-7BA5-C63E-4DAE-22C1468104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3633256" y="3064666"/>
                <a:ext cx="106454" cy="10645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825285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EDB1C565-55FF-0622-EC77-7C68C09534A3}"/>
              </a:ext>
            </a:extLst>
          </p:cNvPr>
          <p:cNvSpPr/>
          <p:nvPr/>
        </p:nvSpPr>
        <p:spPr>
          <a:xfrm>
            <a:off x="0" y="5166079"/>
            <a:ext cx="12192000" cy="1691921"/>
          </a:xfrm>
          <a:prstGeom prst="rect">
            <a:avLst/>
          </a:prstGeom>
          <a:solidFill>
            <a:srgbClr val="F4F5F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58A8BB-C971-8DAB-B9D8-B62726E84E50}"/>
              </a:ext>
            </a:extLst>
          </p:cNvPr>
          <p:cNvSpPr txBox="1"/>
          <p:nvPr/>
        </p:nvSpPr>
        <p:spPr>
          <a:xfrm>
            <a:off x="1743311" y="1745016"/>
            <a:ext cx="8705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내</a:t>
            </a:r>
            <a:r>
              <a:rPr lang="en-US" altLang="ko-KR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내용</a:t>
            </a:r>
            <a:r>
              <a:rPr lang="ko-KR" altLang="en-US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내용입  력내용 입 </a:t>
            </a:r>
            <a:r>
              <a:rPr lang="ko-KR" altLang="en-US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 </a:t>
            </a:r>
            <a:r>
              <a:rPr lang="ko-KR" altLang="en-US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내용 입 력내</a:t>
            </a:r>
            <a:r>
              <a:rPr lang="en-US" altLang="ko-KR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내 용</a:t>
            </a:r>
            <a:r>
              <a:rPr lang="ko-KR" altLang="en-US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내용입 력내용입 력</a:t>
            </a:r>
            <a:r>
              <a:rPr lang="en-US" altLang="ko-KR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내 </a:t>
            </a:r>
            <a:r>
              <a:rPr lang="ko-KR" altLang="en-US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4546A">
                    <a:lumMod val="5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t>내용 입력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1703207-0553-756B-201C-1E8F94855ADB}"/>
              </a:ext>
            </a:extLst>
          </p:cNvPr>
          <p:cNvGrpSpPr/>
          <p:nvPr/>
        </p:nvGrpSpPr>
        <p:grpSpPr>
          <a:xfrm>
            <a:off x="7989883" y="2438400"/>
            <a:ext cx="3097382" cy="3309353"/>
            <a:chOff x="7989883" y="2438400"/>
            <a:chExt cx="3097382" cy="3309353"/>
          </a:xfrm>
        </p:grpSpPr>
        <p:sp>
          <p:nvSpPr>
            <p:cNvPr id="32" name="사각형: 둥근 위쪽 모서리 31">
              <a:extLst>
                <a:ext uri="{FF2B5EF4-FFF2-40B4-BE49-F238E27FC236}">
                  <a16:creationId xmlns:a16="http://schemas.microsoft.com/office/drawing/2014/main" id="{1601B034-EA6A-3195-1590-757A974C660C}"/>
                </a:ext>
              </a:extLst>
            </p:cNvPr>
            <p:cNvSpPr/>
            <p:nvPr/>
          </p:nvSpPr>
          <p:spPr>
            <a:xfrm>
              <a:off x="7989883" y="2438400"/>
              <a:ext cx="3097382" cy="3309353"/>
            </a:xfrm>
            <a:prstGeom prst="round2SameRect">
              <a:avLst/>
            </a:prstGeom>
            <a:solidFill>
              <a:srgbClr val="00549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5DABAED-6971-D497-90A4-21BD45F5670B}"/>
                </a:ext>
              </a:extLst>
            </p:cNvPr>
            <p:cNvSpPr txBox="1"/>
            <p:nvPr/>
          </p:nvSpPr>
          <p:spPr>
            <a:xfrm>
              <a:off x="8016902" y="2831572"/>
              <a:ext cx="3043345" cy="943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200"/>
                </a:spcAft>
                <a:defRPr/>
              </a:pPr>
              <a:r>
                <a:rPr lang="ko-KR" altLang="en-US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2060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내용 입</a:t>
              </a:r>
              <a:endParaRPr lang="en-US" altLang="ko-KR" sz="16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4200000" scaled="0"/>
                </a:gradFill>
                <a:effectLst>
                  <a:glow rad="38100">
                    <a:srgbClr val="002060">
                      <a:alpha val="61000"/>
                    </a:srgbClr>
                  </a:glow>
                  <a:outerShdw blurRad="38100" dist="12700" dir="2700000" algn="tl">
                    <a:srgbClr val="000000">
                      <a:alpha val="30000"/>
                    </a:srgbClr>
                  </a:outerShdw>
                </a:effectLs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ctr">
                <a:spcAft>
                  <a:spcPts val="200"/>
                </a:spcAft>
                <a:defRPr/>
              </a:pPr>
              <a:r>
                <a:rPr lang="ko-KR" altLang="en-US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2060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내용 </a:t>
              </a:r>
              <a:r>
                <a:rPr lang="ko-KR" altLang="en-US" sz="1600" spc="-50" dirty="0" err="1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2060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내용</a:t>
              </a:r>
              <a:r>
                <a:rPr lang="ko-KR" altLang="en-US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2060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내용 </a:t>
              </a:r>
              <a:endParaRPr lang="en-US" altLang="ko-KR" sz="16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4200000" scaled="0"/>
                </a:gradFill>
                <a:effectLst>
                  <a:glow rad="38100">
                    <a:srgbClr val="002060">
                      <a:alpha val="61000"/>
                    </a:srgbClr>
                  </a:glow>
                  <a:outerShdw blurRad="38100" dist="12700" dir="2700000" algn="tl">
                    <a:srgbClr val="000000">
                      <a:alpha val="30000"/>
                    </a:srgbClr>
                  </a:outerShdw>
                </a:effectLs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ctr">
                <a:spcAft>
                  <a:spcPts val="200"/>
                </a:spcAft>
                <a:defRPr/>
              </a:pPr>
              <a:r>
                <a:rPr lang="ko-KR" altLang="en-US" sz="2000" spc="-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2060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 입 </a:t>
              </a:r>
              <a:r>
                <a:rPr lang="ko-KR" altLang="en-US" sz="2000" spc="-50" dirty="0" err="1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2060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내용입</a:t>
              </a:r>
              <a:r>
                <a:rPr lang="ko-KR" altLang="en-US" sz="2000" spc="-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2060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 내용</a:t>
              </a:r>
            </a:p>
          </p:txBody>
        </p:sp>
        <p:sp>
          <p:nvSpPr>
            <p:cNvPr id="36" name="모서리가 둥근 직사각형 247">
              <a:extLst>
                <a:ext uri="{FF2B5EF4-FFF2-40B4-BE49-F238E27FC236}">
                  <a16:creationId xmlns:a16="http://schemas.microsoft.com/office/drawing/2014/main" id="{EED8E3F9-AF15-E14C-024F-AD9EC03A7689}"/>
                </a:ext>
              </a:extLst>
            </p:cNvPr>
            <p:cNvSpPr/>
            <p:nvPr/>
          </p:nvSpPr>
          <p:spPr>
            <a:xfrm>
              <a:off x="9139089" y="2522234"/>
              <a:ext cx="798971" cy="239757"/>
            </a:xfrm>
            <a:prstGeom prst="roundRect">
              <a:avLst>
                <a:gd name="adj" fmla="val 5000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kumimoji="0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내용 </a:t>
              </a:r>
              <a:r>
                <a:rPr kumimoji="0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3</a:t>
              </a:r>
            </a:p>
          </p:txBody>
        </p:sp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30024D9B-4288-B673-E71F-79E447598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989884" y="3874403"/>
              <a:ext cx="3097381" cy="1786236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4C96571-458A-C193-7698-FCAB8A5F2099}"/>
              </a:ext>
            </a:extLst>
          </p:cNvPr>
          <p:cNvGrpSpPr/>
          <p:nvPr/>
        </p:nvGrpSpPr>
        <p:grpSpPr>
          <a:xfrm>
            <a:off x="4478290" y="2416875"/>
            <a:ext cx="3235418" cy="3330878"/>
            <a:chOff x="4478290" y="2416875"/>
            <a:chExt cx="3235418" cy="3330878"/>
          </a:xfrm>
        </p:grpSpPr>
        <p:sp>
          <p:nvSpPr>
            <p:cNvPr id="31" name="사각형: 둥근 위쪽 모서리 30">
              <a:extLst>
                <a:ext uri="{FF2B5EF4-FFF2-40B4-BE49-F238E27FC236}">
                  <a16:creationId xmlns:a16="http://schemas.microsoft.com/office/drawing/2014/main" id="{51575AF6-9213-F576-AE71-88E4055A586C}"/>
                </a:ext>
              </a:extLst>
            </p:cNvPr>
            <p:cNvSpPr/>
            <p:nvPr/>
          </p:nvSpPr>
          <p:spPr>
            <a:xfrm>
              <a:off x="4547308" y="2416875"/>
              <a:ext cx="3097382" cy="3330878"/>
            </a:xfrm>
            <a:prstGeom prst="round2SameRect">
              <a:avLst/>
            </a:prstGeom>
            <a:solidFill>
              <a:srgbClr val="31A5E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8061918-F357-26D9-3DD1-1542A3B008AA}"/>
                </a:ext>
              </a:extLst>
            </p:cNvPr>
            <p:cNvSpPr txBox="1"/>
            <p:nvPr/>
          </p:nvSpPr>
          <p:spPr>
            <a:xfrm>
              <a:off x="4478290" y="2831572"/>
              <a:ext cx="3235418" cy="943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200"/>
                </a:spcAft>
                <a:defRPr/>
              </a:pPr>
              <a:r>
                <a:rPr lang="ko-KR" altLang="en-US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197FB5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내용입 력 내 용  입력</a:t>
              </a:r>
              <a:r>
                <a:rPr lang="en-US" altLang="ko-KR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197FB5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 </a:t>
              </a:r>
            </a:p>
            <a:p>
              <a:pPr algn="ctr">
                <a:spcAft>
                  <a:spcPts val="200"/>
                </a:spcAft>
                <a:defRPr/>
              </a:pPr>
              <a:r>
                <a:rPr lang="ko-KR" altLang="en-US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197FB5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내용입  력내</a:t>
              </a:r>
              <a:endParaRPr lang="en-US" altLang="ko-KR" sz="16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4200000" scaled="0"/>
                </a:gradFill>
                <a:effectLst>
                  <a:glow rad="38100">
                    <a:srgbClr val="197FB5">
                      <a:alpha val="61000"/>
                    </a:srgbClr>
                  </a:glow>
                  <a:outerShdw blurRad="38100" dist="12700" dir="2700000" algn="tl">
                    <a:srgbClr val="000000">
                      <a:alpha val="30000"/>
                    </a:srgbClr>
                  </a:outerShdw>
                </a:effectLs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ctr">
                <a:spcAft>
                  <a:spcPts val="200"/>
                </a:spcAft>
                <a:defRPr/>
              </a:pPr>
              <a:r>
                <a:rPr lang="ko-KR" altLang="en-US" sz="2000" spc="-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197FB5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 입력내 용</a:t>
              </a:r>
              <a:r>
                <a:rPr lang="en-US" altLang="ko-KR" sz="2000" spc="-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197FB5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 </a:t>
              </a:r>
              <a:r>
                <a:rPr lang="ko-KR" altLang="en-US" sz="2000" spc="-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197FB5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</a:t>
              </a:r>
            </a:p>
          </p:txBody>
        </p:sp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CE3699E4-CDF0-24F8-EA5B-65CBD321B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53575" y="3874403"/>
              <a:ext cx="3084849" cy="1786236"/>
            </a:xfrm>
            <a:prstGeom prst="rect">
              <a:avLst/>
            </a:prstGeom>
          </p:spPr>
        </p:pic>
        <p:sp>
          <p:nvSpPr>
            <p:cNvPr id="42" name="모서리가 둥근 직사각형 247">
              <a:extLst>
                <a:ext uri="{FF2B5EF4-FFF2-40B4-BE49-F238E27FC236}">
                  <a16:creationId xmlns:a16="http://schemas.microsoft.com/office/drawing/2014/main" id="{5A813FD9-0AB8-2B0B-A6CC-58694695F1EC}"/>
                </a:ext>
              </a:extLst>
            </p:cNvPr>
            <p:cNvSpPr/>
            <p:nvPr/>
          </p:nvSpPr>
          <p:spPr>
            <a:xfrm>
              <a:off x="5696514" y="2522234"/>
              <a:ext cx="798971" cy="239757"/>
            </a:xfrm>
            <a:prstGeom prst="roundRect">
              <a:avLst>
                <a:gd name="adj" fmla="val 5000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kumimoji="0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내용 </a:t>
              </a:r>
              <a:r>
                <a:rPr kumimoji="0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55D9D32-EFA7-0F1B-83F4-83F386E1D2D3}"/>
              </a:ext>
            </a:extLst>
          </p:cNvPr>
          <p:cNvGrpSpPr/>
          <p:nvPr/>
        </p:nvGrpSpPr>
        <p:grpSpPr>
          <a:xfrm>
            <a:off x="1104733" y="2424430"/>
            <a:ext cx="3097382" cy="3323324"/>
            <a:chOff x="1104733" y="2424430"/>
            <a:chExt cx="3097382" cy="3323324"/>
          </a:xfrm>
        </p:grpSpPr>
        <p:sp>
          <p:nvSpPr>
            <p:cNvPr id="30" name="사각형: 둥근 위쪽 모서리 29">
              <a:extLst>
                <a:ext uri="{FF2B5EF4-FFF2-40B4-BE49-F238E27FC236}">
                  <a16:creationId xmlns:a16="http://schemas.microsoft.com/office/drawing/2014/main" id="{74F795EC-BCE2-C3A1-5417-42BA6301D849}"/>
                </a:ext>
              </a:extLst>
            </p:cNvPr>
            <p:cNvSpPr/>
            <p:nvPr/>
          </p:nvSpPr>
          <p:spPr>
            <a:xfrm>
              <a:off x="1104733" y="2424430"/>
              <a:ext cx="3097382" cy="3323324"/>
            </a:xfrm>
            <a:prstGeom prst="round2SameRect">
              <a:avLst/>
            </a:prstGeom>
            <a:solidFill>
              <a:srgbClr val="00C3C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C667805-ACE1-4035-DAC1-3CAF93CB3D91}"/>
                </a:ext>
              </a:extLst>
            </p:cNvPr>
            <p:cNvSpPr txBox="1"/>
            <p:nvPr/>
          </p:nvSpPr>
          <p:spPr>
            <a:xfrm>
              <a:off x="1498213" y="2831572"/>
              <a:ext cx="2310423" cy="943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200"/>
                </a:spcAft>
                <a:defRPr/>
              </a:pPr>
              <a:r>
                <a:rPr lang="en-US" altLang="ko-KR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999F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내용 </a:t>
              </a:r>
              <a:r>
                <a:rPr lang="ko-KR" altLang="en-US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999F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내용입 력내</a:t>
              </a:r>
              <a:endParaRPr lang="en-US" altLang="ko-KR" sz="16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4200000" scaled="0"/>
                </a:gradFill>
                <a:effectLst>
                  <a:glow rad="38100">
                    <a:srgbClr val="00999F">
                      <a:alpha val="61000"/>
                    </a:srgbClr>
                  </a:glow>
                  <a:outerShdw blurRad="38100" dist="12700" dir="2700000" algn="tl">
                    <a:srgbClr val="000000">
                      <a:alpha val="30000"/>
                    </a:srgbClr>
                  </a:outerShdw>
                </a:effectLs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ctr">
                <a:spcAft>
                  <a:spcPts val="200"/>
                </a:spcAft>
                <a:defRPr/>
              </a:pPr>
              <a:r>
                <a:rPr lang="ko-KR" altLang="en-US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999F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내용 입 력 내용</a:t>
              </a:r>
              <a:r>
                <a:rPr lang="en-US" altLang="ko-KR" sz="16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999F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내</a:t>
              </a:r>
              <a:endParaRPr lang="ko-KR" altLang="en-US" sz="16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4200000" scaled="0"/>
                </a:gradFill>
                <a:effectLst>
                  <a:glow rad="38100">
                    <a:srgbClr val="00999F">
                      <a:alpha val="61000"/>
                    </a:srgbClr>
                  </a:glow>
                  <a:outerShdw blurRad="38100" dist="12700" dir="2700000" algn="tl">
                    <a:srgbClr val="000000">
                      <a:alpha val="30000"/>
                    </a:srgbClr>
                  </a:outerShdw>
                </a:effectLs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  <a:p>
              <a:pPr algn="ctr">
                <a:spcAft>
                  <a:spcPts val="200"/>
                </a:spcAft>
                <a:defRPr/>
              </a:pPr>
              <a:r>
                <a:rPr lang="ko-KR" altLang="en-US" sz="2000" spc="-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999F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 </a:t>
              </a:r>
              <a:r>
                <a:rPr lang="en-US" altLang="ko-KR" sz="2000" spc="-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999F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내용</a:t>
              </a:r>
              <a:r>
                <a:rPr lang="ko-KR" altLang="en-US" sz="2000" spc="-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4200000" scaled="0"/>
                  </a:gradFill>
                  <a:effectLst>
                    <a:glow rad="38100">
                      <a:srgbClr val="00999F">
                        <a:alpha val="61000"/>
                      </a:srgbClr>
                    </a:glow>
                    <a:outerShdw blurRad="38100" dist="12700" dir="2700000" algn="tl">
                      <a:srgbClr val="000000">
                        <a:alpha val="30000"/>
                      </a:srgbClr>
                    </a:outerShdw>
                  </a:effectLst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 내용 </a:t>
              </a:r>
            </a:p>
          </p:txBody>
        </p:sp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973FB2B0-6A4E-B410-14BD-DD463F4D7B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11656" y="3859481"/>
              <a:ext cx="3083536" cy="1801158"/>
            </a:xfrm>
            <a:prstGeom prst="rect">
              <a:avLst/>
            </a:prstGeom>
          </p:spPr>
        </p:pic>
        <p:sp>
          <p:nvSpPr>
            <p:cNvPr id="43" name="모서리가 둥근 직사각형 247">
              <a:extLst>
                <a:ext uri="{FF2B5EF4-FFF2-40B4-BE49-F238E27FC236}">
                  <a16:creationId xmlns:a16="http://schemas.microsoft.com/office/drawing/2014/main" id="{A24B4EF0-0440-30BF-055A-202A6EF47E95}"/>
                </a:ext>
              </a:extLst>
            </p:cNvPr>
            <p:cNvSpPr/>
            <p:nvPr/>
          </p:nvSpPr>
          <p:spPr>
            <a:xfrm>
              <a:off x="2253939" y="2522234"/>
              <a:ext cx="798971" cy="239757"/>
            </a:xfrm>
            <a:prstGeom prst="roundRect">
              <a:avLst>
                <a:gd name="adj" fmla="val 5000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kumimoji="0" lang="ko-KR" altLang="en-US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내용 </a:t>
              </a:r>
              <a:r>
                <a:rPr kumimoji="0" lang="en-US" altLang="ko-KR" sz="14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BA69667F-3547-A2B9-A54C-405615AA5D46}"/>
              </a:ext>
            </a:extLst>
          </p:cNvPr>
          <p:cNvGrpSpPr/>
          <p:nvPr/>
        </p:nvGrpSpPr>
        <p:grpSpPr>
          <a:xfrm>
            <a:off x="696000" y="5928245"/>
            <a:ext cx="10816771" cy="452499"/>
            <a:chOff x="696000" y="5928245"/>
            <a:chExt cx="10816771" cy="452499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9624FB6-700D-86C9-E03E-ACCED5B9A7A9}"/>
                </a:ext>
              </a:extLst>
            </p:cNvPr>
            <p:cNvSpPr/>
            <p:nvPr/>
          </p:nvSpPr>
          <p:spPr>
            <a:xfrm>
              <a:off x="696000" y="5928245"/>
              <a:ext cx="10800000" cy="452499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51EE524E-F4A3-D470-C55A-6EEA03A51424}"/>
                </a:ext>
              </a:extLst>
            </p:cNvPr>
            <p:cNvSpPr/>
            <p:nvPr/>
          </p:nvSpPr>
          <p:spPr>
            <a:xfrm>
              <a:off x="696000" y="6118171"/>
              <a:ext cx="10800000" cy="72646"/>
            </a:xfrm>
            <a:prstGeom prst="rect">
              <a:avLst/>
            </a:prstGeom>
            <a:solidFill>
              <a:srgbClr val="EAEAE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AA16E7E1-87F5-8D10-940C-87873DF73F7B}"/>
                </a:ext>
              </a:extLst>
            </p:cNvPr>
            <p:cNvSpPr/>
            <p:nvPr/>
          </p:nvSpPr>
          <p:spPr>
            <a:xfrm>
              <a:off x="8262177" y="6118171"/>
              <a:ext cx="3250594" cy="72646"/>
            </a:xfrm>
            <a:prstGeom prst="rect">
              <a:avLst/>
            </a:prstGeom>
            <a:solidFill>
              <a:srgbClr val="EAEAE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D1FDD055-19ED-C141-B4D4-2094CF319A8C}"/>
                </a:ext>
              </a:extLst>
            </p:cNvPr>
            <p:cNvSpPr/>
            <p:nvPr/>
          </p:nvSpPr>
          <p:spPr>
            <a:xfrm>
              <a:off x="1854311" y="5985217"/>
              <a:ext cx="8483413" cy="338554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none" anchor="t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B0600000101010101" charset="-127"/>
                </a:rPr>
                <a:t>내 용입 력 내 용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B0600000101010101" charset="-127"/>
                </a:rPr>
                <a:t>   내 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B0600000101010101" charset="-127"/>
                </a:rPr>
                <a:t>내용 입 력내 용 입력 </a:t>
              </a:r>
              <a:r>
                <a:rPr kumimoji="0" lang="en-US" altLang="ko-KR" sz="1600" b="0" i="0" u="none" strike="noStrike" kern="0" cap="none" spc="-40" normalizeH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B0600000101010101" charset="-127"/>
                </a:rPr>
                <a:t>  내 </a:t>
              </a:r>
              <a:r>
                <a:rPr kumimoji="0" lang="ko-KR" altLang="en-US" sz="1600" b="0" i="0" u="none" strike="noStrike" kern="0" cap="none" spc="-40" normalizeH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B0600000101010101" charset="-127"/>
                </a:rPr>
                <a:t>내용입 력내 용입 력내 용입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C9257DE4-DB4D-B368-11AE-8D0DBF878D6B}"/>
              </a:ext>
            </a:extLst>
          </p:cNvPr>
          <p:cNvGrpSpPr/>
          <p:nvPr/>
        </p:nvGrpSpPr>
        <p:grpSpPr>
          <a:xfrm>
            <a:off x="1609321" y="1144865"/>
            <a:ext cx="8973358" cy="553998"/>
            <a:chOff x="1609321" y="1144865"/>
            <a:chExt cx="8973358" cy="553998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D8589B9-2F59-9E0E-9ACC-6E40CFE68475}"/>
                </a:ext>
              </a:extLst>
            </p:cNvPr>
            <p:cNvSpPr txBox="1"/>
            <p:nvPr/>
          </p:nvSpPr>
          <p:spPr>
            <a:xfrm>
              <a:off x="1885555" y="1144865"/>
              <a:ext cx="8420895" cy="55399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2600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내용입 력내용  입력 </a:t>
              </a:r>
              <a:r>
                <a:rPr lang="ko-KR" altLang="en-US" sz="30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3000000" scaled="0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내용입 </a:t>
              </a:r>
              <a:r>
                <a:rPr lang="en-US" altLang="ko-KR" sz="30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3000000" scaled="0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내용입 </a:t>
              </a:r>
              <a:r>
                <a:rPr lang="ko-KR" altLang="en-US" sz="30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3000000" scaled="0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내용 </a:t>
              </a:r>
              <a:r>
                <a:rPr lang="en-US" altLang="ko-KR" sz="3000" spc="-5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gradFill>
                    <a:gsLst>
                      <a:gs pos="0">
                        <a:srgbClr val="39BCBD"/>
                      </a:gs>
                      <a:gs pos="100000">
                        <a:srgbClr val="31A5E2"/>
                      </a:gs>
                    </a:gsLst>
                    <a:lin ang="3000000" scaled="0"/>
                  </a:gra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내용입</a:t>
              </a:r>
              <a:endParaRPr lang="ko-KR" altLang="en-US" sz="30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721E252-0F67-CAC6-E5DE-ABF494CAB47F}"/>
                </a:ext>
              </a:extLst>
            </p:cNvPr>
            <p:cNvSpPr txBox="1"/>
            <p:nvPr/>
          </p:nvSpPr>
          <p:spPr>
            <a:xfrm>
              <a:off x="1609321" y="1175166"/>
              <a:ext cx="232952" cy="179778"/>
            </a:xfrm>
            <a:custGeom>
              <a:avLst/>
              <a:gdLst/>
              <a:ahLst/>
              <a:cxnLst/>
              <a:rect l="l" t="t" r="r" b="b"/>
              <a:pathLst>
                <a:path w="308458" h="238049">
                  <a:moveTo>
                    <a:pt x="274092" y="0"/>
                  </a:moveTo>
                  <a:lnTo>
                    <a:pt x="300076" y="33528"/>
                  </a:lnTo>
                  <a:cubicBezTo>
                    <a:pt x="287223" y="43028"/>
                    <a:pt x="276327" y="54343"/>
                    <a:pt x="267386" y="67475"/>
                  </a:cubicBezTo>
                  <a:cubicBezTo>
                    <a:pt x="258445" y="80607"/>
                    <a:pt x="252019" y="94437"/>
                    <a:pt x="248107" y="108966"/>
                  </a:cubicBezTo>
                  <a:cubicBezTo>
                    <a:pt x="266548" y="111201"/>
                    <a:pt x="281216" y="118186"/>
                    <a:pt x="292113" y="129921"/>
                  </a:cubicBezTo>
                  <a:cubicBezTo>
                    <a:pt x="303010" y="141656"/>
                    <a:pt x="308458" y="155905"/>
                    <a:pt x="308458" y="172669"/>
                  </a:cubicBezTo>
                  <a:cubicBezTo>
                    <a:pt x="308458" y="191669"/>
                    <a:pt x="302171" y="207315"/>
                    <a:pt x="289598" y="219609"/>
                  </a:cubicBezTo>
                  <a:cubicBezTo>
                    <a:pt x="277025" y="231902"/>
                    <a:pt x="260401" y="238049"/>
                    <a:pt x="239725" y="238049"/>
                  </a:cubicBezTo>
                  <a:cubicBezTo>
                    <a:pt x="221844" y="238049"/>
                    <a:pt x="206756" y="232880"/>
                    <a:pt x="194463" y="222542"/>
                  </a:cubicBezTo>
                  <a:cubicBezTo>
                    <a:pt x="182169" y="212204"/>
                    <a:pt x="174905" y="198933"/>
                    <a:pt x="172669" y="182728"/>
                  </a:cubicBezTo>
                  <a:cubicBezTo>
                    <a:pt x="170434" y="173228"/>
                    <a:pt x="169317" y="163170"/>
                    <a:pt x="169317" y="152553"/>
                  </a:cubicBezTo>
                  <a:cubicBezTo>
                    <a:pt x="169317" y="126848"/>
                    <a:pt x="176022" y="102819"/>
                    <a:pt x="189433" y="80467"/>
                  </a:cubicBezTo>
                  <a:cubicBezTo>
                    <a:pt x="200051" y="62027"/>
                    <a:pt x="213462" y="45542"/>
                    <a:pt x="229667" y="31013"/>
                  </a:cubicBezTo>
                  <a:cubicBezTo>
                    <a:pt x="245872" y="16485"/>
                    <a:pt x="260680" y="6147"/>
                    <a:pt x="274092" y="0"/>
                  </a:cubicBezTo>
                  <a:close/>
                  <a:moveTo>
                    <a:pt x="104775" y="0"/>
                  </a:moveTo>
                  <a:lnTo>
                    <a:pt x="130759" y="33528"/>
                  </a:lnTo>
                  <a:cubicBezTo>
                    <a:pt x="117907" y="43028"/>
                    <a:pt x="107010" y="54343"/>
                    <a:pt x="98070" y="67475"/>
                  </a:cubicBezTo>
                  <a:cubicBezTo>
                    <a:pt x="89129" y="80607"/>
                    <a:pt x="82703" y="94437"/>
                    <a:pt x="78791" y="108966"/>
                  </a:cubicBezTo>
                  <a:cubicBezTo>
                    <a:pt x="97231" y="111201"/>
                    <a:pt x="111900" y="118186"/>
                    <a:pt x="122797" y="129921"/>
                  </a:cubicBezTo>
                  <a:cubicBezTo>
                    <a:pt x="133693" y="141656"/>
                    <a:pt x="139141" y="155905"/>
                    <a:pt x="139141" y="172669"/>
                  </a:cubicBezTo>
                  <a:cubicBezTo>
                    <a:pt x="139141" y="191669"/>
                    <a:pt x="132855" y="207315"/>
                    <a:pt x="120282" y="219609"/>
                  </a:cubicBezTo>
                  <a:cubicBezTo>
                    <a:pt x="107709" y="231902"/>
                    <a:pt x="91085" y="238049"/>
                    <a:pt x="70409" y="238049"/>
                  </a:cubicBezTo>
                  <a:cubicBezTo>
                    <a:pt x="52527" y="238049"/>
                    <a:pt x="37440" y="232880"/>
                    <a:pt x="25146" y="222542"/>
                  </a:cubicBezTo>
                  <a:cubicBezTo>
                    <a:pt x="12853" y="212204"/>
                    <a:pt x="5588" y="198933"/>
                    <a:pt x="3353" y="182728"/>
                  </a:cubicBezTo>
                  <a:cubicBezTo>
                    <a:pt x="1118" y="173228"/>
                    <a:pt x="0" y="163170"/>
                    <a:pt x="0" y="152553"/>
                  </a:cubicBezTo>
                  <a:cubicBezTo>
                    <a:pt x="0" y="126848"/>
                    <a:pt x="6706" y="102819"/>
                    <a:pt x="20117" y="80467"/>
                  </a:cubicBezTo>
                  <a:cubicBezTo>
                    <a:pt x="30734" y="62027"/>
                    <a:pt x="44145" y="45542"/>
                    <a:pt x="60351" y="31013"/>
                  </a:cubicBezTo>
                  <a:cubicBezTo>
                    <a:pt x="76556" y="16485"/>
                    <a:pt x="91364" y="6147"/>
                    <a:pt x="104775" y="0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>
              <a:solidFill>
                <a:sysClr val="window" lastClr="FFFFFF">
                  <a:alpha val="0"/>
                </a:sys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6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</a:endParaRPr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97FB2F8F-16CF-7A60-262D-1B9C3F7BCE03}"/>
                </a:ext>
              </a:extLst>
            </p:cNvPr>
            <p:cNvSpPr/>
            <p:nvPr/>
          </p:nvSpPr>
          <p:spPr>
            <a:xfrm>
              <a:off x="10349728" y="1175166"/>
              <a:ext cx="232951" cy="179778"/>
            </a:xfrm>
            <a:custGeom>
              <a:avLst/>
              <a:gdLst/>
              <a:ahLst/>
              <a:cxnLst/>
              <a:rect l="l" t="t" r="r" b="b"/>
              <a:pathLst>
                <a:path w="308457" h="238049">
                  <a:moveTo>
                    <a:pt x="238048" y="0"/>
                  </a:moveTo>
                  <a:cubicBezTo>
                    <a:pt x="255930" y="0"/>
                    <a:pt x="271018" y="5169"/>
                    <a:pt x="283311" y="15507"/>
                  </a:cubicBezTo>
                  <a:cubicBezTo>
                    <a:pt x="295605" y="25845"/>
                    <a:pt x="302869" y="39116"/>
                    <a:pt x="305104" y="55321"/>
                  </a:cubicBezTo>
                  <a:cubicBezTo>
                    <a:pt x="307340" y="64821"/>
                    <a:pt x="308457" y="74879"/>
                    <a:pt x="308457" y="85497"/>
                  </a:cubicBezTo>
                  <a:cubicBezTo>
                    <a:pt x="308457" y="111201"/>
                    <a:pt x="301752" y="135230"/>
                    <a:pt x="288340" y="157582"/>
                  </a:cubicBezTo>
                  <a:cubicBezTo>
                    <a:pt x="277723" y="176022"/>
                    <a:pt x="264312" y="192507"/>
                    <a:pt x="248107" y="207036"/>
                  </a:cubicBezTo>
                  <a:cubicBezTo>
                    <a:pt x="231902" y="221564"/>
                    <a:pt x="217093" y="231902"/>
                    <a:pt x="203682" y="238049"/>
                  </a:cubicBezTo>
                  <a:lnTo>
                    <a:pt x="177698" y="204521"/>
                  </a:lnTo>
                  <a:cubicBezTo>
                    <a:pt x="190550" y="195021"/>
                    <a:pt x="201447" y="183706"/>
                    <a:pt x="210388" y="170574"/>
                  </a:cubicBezTo>
                  <a:cubicBezTo>
                    <a:pt x="219329" y="157442"/>
                    <a:pt x="225755" y="143612"/>
                    <a:pt x="229666" y="129083"/>
                  </a:cubicBezTo>
                  <a:cubicBezTo>
                    <a:pt x="211226" y="126848"/>
                    <a:pt x="196558" y="119863"/>
                    <a:pt x="185661" y="108128"/>
                  </a:cubicBezTo>
                  <a:cubicBezTo>
                    <a:pt x="174764" y="96393"/>
                    <a:pt x="169316" y="82144"/>
                    <a:pt x="169316" y="65380"/>
                  </a:cubicBezTo>
                  <a:cubicBezTo>
                    <a:pt x="169316" y="46381"/>
                    <a:pt x="175603" y="30734"/>
                    <a:pt x="188176" y="18441"/>
                  </a:cubicBezTo>
                  <a:cubicBezTo>
                    <a:pt x="200749" y="6147"/>
                    <a:pt x="217373" y="0"/>
                    <a:pt x="238048" y="0"/>
                  </a:cubicBezTo>
                  <a:close/>
                  <a:moveTo>
                    <a:pt x="68732" y="0"/>
                  </a:moveTo>
                  <a:cubicBezTo>
                    <a:pt x="86614" y="0"/>
                    <a:pt x="101701" y="5169"/>
                    <a:pt x="113995" y="15507"/>
                  </a:cubicBezTo>
                  <a:cubicBezTo>
                    <a:pt x="126288" y="25845"/>
                    <a:pt x="133553" y="39116"/>
                    <a:pt x="135788" y="55321"/>
                  </a:cubicBezTo>
                  <a:cubicBezTo>
                    <a:pt x="138023" y="64821"/>
                    <a:pt x="139141" y="74879"/>
                    <a:pt x="139141" y="85497"/>
                  </a:cubicBezTo>
                  <a:cubicBezTo>
                    <a:pt x="139141" y="111201"/>
                    <a:pt x="132435" y="135230"/>
                    <a:pt x="119024" y="157582"/>
                  </a:cubicBezTo>
                  <a:cubicBezTo>
                    <a:pt x="108407" y="176022"/>
                    <a:pt x="94996" y="192507"/>
                    <a:pt x="78790" y="207036"/>
                  </a:cubicBezTo>
                  <a:cubicBezTo>
                    <a:pt x="62585" y="221564"/>
                    <a:pt x="47777" y="231902"/>
                    <a:pt x="34366" y="238049"/>
                  </a:cubicBezTo>
                  <a:lnTo>
                    <a:pt x="8382" y="204521"/>
                  </a:lnTo>
                  <a:cubicBezTo>
                    <a:pt x="21234" y="195021"/>
                    <a:pt x="32131" y="183706"/>
                    <a:pt x="41071" y="170574"/>
                  </a:cubicBezTo>
                  <a:cubicBezTo>
                    <a:pt x="50012" y="157442"/>
                    <a:pt x="56438" y="143612"/>
                    <a:pt x="60350" y="129083"/>
                  </a:cubicBezTo>
                  <a:cubicBezTo>
                    <a:pt x="41910" y="126848"/>
                    <a:pt x="27241" y="119863"/>
                    <a:pt x="16345" y="108128"/>
                  </a:cubicBezTo>
                  <a:cubicBezTo>
                    <a:pt x="5448" y="96393"/>
                    <a:pt x="0" y="82144"/>
                    <a:pt x="0" y="65380"/>
                  </a:cubicBezTo>
                  <a:cubicBezTo>
                    <a:pt x="0" y="46381"/>
                    <a:pt x="6286" y="30734"/>
                    <a:pt x="18859" y="18441"/>
                  </a:cubicBezTo>
                  <a:cubicBezTo>
                    <a:pt x="31432" y="6147"/>
                    <a:pt x="48056" y="0"/>
                    <a:pt x="68732" y="0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B3C8C1E8-BC16-E511-4E75-962CD2BA3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</a:t>
            </a:r>
          </a:p>
        </p:txBody>
      </p:sp>
      <p:sp>
        <p:nvSpPr>
          <p:cNvPr id="5" name="모서리가 둥근 직사각형 14">
            <a:extLst>
              <a:ext uri="{FF2B5EF4-FFF2-40B4-BE49-F238E27FC236}">
                <a16:creationId xmlns:a16="http://schemas.microsoft.com/office/drawing/2014/main" id="{A7D1BEDA-8BC9-BEC9-6142-5E7E2A0FF7CB}"/>
              </a:ext>
            </a:extLst>
          </p:cNvPr>
          <p:cNvSpPr/>
          <p:nvPr/>
        </p:nvSpPr>
        <p:spPr>
          <a:xfrm>
            <a:off x="11706116" y="6606902"/>
            <a:ext cx="360000" cy="144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900" spc="-40" dirty="0">
              <a:solidFill>
                <a:schemeClr val="tx1">
                  <a:lumMod val="65000"/>
                  <a:lumOff val="3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D6AB08-4C12-3C54-2262-FC96CA5998B2}"/>
              </a:ext>
            </a:extLst>
          </p:cNvPr>
          <p:cNvSpPr txBox="1"/>
          <p:nvPr/>
        </p:nvSpPr>
        <p:spPr>
          <a:xfrm>
            <a:off x="11701872" y="6567490"/>
            <a:ext cx="36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6FCFECAF-3A46-2742-A72F-DA523335C49A}" type="slidenum">
              <a:rPr kumimoji="1" lang="en-US" altLang="ko-KR" sz="800" b="0" i="0" u="none" strike="noStrike" kern="1200" cap="none" spc="-4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pPr algn="ctr"/>
              <a:t>46</a:t>
            </a:fld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22941010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1E863-457C-2F24-45D1-34E2D91E6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A1EA6A-31D5-D408-9713-14DB8BD33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5169 </a:t>
            </a:r>
            <a:r>
              <a:rPr lang="ko-KR" altLang="en-US" dirty="0"/>
              <a:t>내용  입력내</a:t>
            </a:r>
          </a:p>
        </p:txBody>
      </p: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F9B4B069-6A2E-070C-7E28-C98F84208AA0}"/>
              </a:ext>
            </a:extLst>
          </p:cNvPr>
          <p:cNvGrpSpPr/>
          <p:nvPr/>
        </p:nvGrpSpPr>
        <p:grpSpPr>
          <a:xfrm>
            <a:off x="3547541" y="1566054"/>
            <a:ext cx="5096918" cy="856324"/>
            <a:chOff x="3547541" y="1598610"/>
            <a:chExt cx="5096918" cy="856324"/>
          </a:xfrm>
        </p:grpSpPr>
        <p:sp>
          <p:nvSpPr>
            <p:cNvPr id="187" name="이등변 삼각형 186">
              <a:extLst>
                <a:ext uri="{FF2B5EF4-FFF2-40B4-BE49-F238E27FC236}">
                  <a16:creationId xmlns:a16="http://schemas.microsoft.com/office/drawing/2014/main" id="{B210BAE6-0AD9-F059-8C98-99F93B8D9990}"/>
                </a:ext>
              </a:extLst>
            </p:cNvPr>
            <p:cNvSpPr/>
            <p:nvPr/>
          </p:nvSpPr>
          <p:spPr>
            <a:xfrm rot="10800000">
              <a:off x="3547541" y="1678158"/>
              <a:ext cx="5096918" cy="441369"/>
            </a:xfrm>
            <a:prstGeom prst="triangle">
              <a:avLst/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188" name="화살표: 위쪽 187">
              <a:extLst>
                <a:ext uri="{FF2B5EF4-FFF2-40B4-BE49-F238E27FC236}">
                  <a16:creationId xmlns:a16="http://schemas.microsoft.com/office/drawing/2014/main" id="{4E7D43A9-2CFD-6296-4F84-08B65C947E93}"/>
                </a:ext>
              </a:extLst>
            </p:cNvPr>
            <p:cNvSpPr/>
            <p:nvPr/>
          </p:nvSpPr>
          <p:spPr>
            <a:xfrm rot="10800000">
              <a:off x="5578258" y="1598610"/>
              <a:ext cx="1035484" cy="856324"/>
            </a:xfrm>
            <a:prstGeom prst="upArrow">
              <a:avLst/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5FF0BDD1-A717-BF03-DC4A-5004E88F78E6}"/>
              </a:ext>
            </a:extLst>
          </p:cNvPr>
          <p:cNvGrpSpPr/>
          <p:nvPr/>
        </p:nvGrpSpPr>
        <p:grpSpPr>
          <a:xfrm>
            <a:off x="1097135" y="1153552"/>
            <a:ext cx="9997730" cy="504000"/>
            <a:chOff x="1097135" y="1153552"/>
            <a:chExt cx="9997730" cy="504000"/>
          </a:xfrm>
        </p:grpSpPr>
        <p:sp>
          <p:nvSpPr>
            <p:cNvPr id="189" name="모서리가 둥근 직사각형 54">
              <a:extLst>
                <a:ext uri="{FF2B5EF4-FFF2-40B4-BE49-F238E27FC236}">
                  <a16:creationId xmlns:a16="http://schemas.microsoft.com/office/drawing/2014/main" id="{D3581611-5055-79AB-23BA-6C4F31E25EB9}"/>
                </a:ext>
              </a:extLst>
            </p:cNvPr>
            <p:cNvSpPr/>
            <p:nvPr/>
          </p:nvSpPr>
          <p:spPr>
            <a:xfrm>
              <a:off x="1097135" y="1153552"/>
              <a:ext cx="9997730" cy="504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9BCBD"/>
                </a:gs>
                <a:gs pos="74000">
                  <a:srgbClr val="31A5E2"/>
                </a:gs>
              </a:gsLst>
              <a:lin ang="42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tIns="0" bIns="18000" rtlCol="0" anchor="ctr"/>
            <a:lstStyle/>
            <a:p>
              <a:pPr marL="0" marR="0" lvl="0" indent="0" algn="ctr" defTabSz="91440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  내용 입 력내</a:t>
              </a:r>
              <a:r>
                <a:rPr kumimoji="0" lang="en-US" altLang="ko-KR" sz="2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</a:t>
              </a:r>
              <a:r>
                <a:rPr kumimoji="0" lang="ko-KR" altLang="en-US" sz="2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내용</a:t>
              </a:r>
              <a:r>
                <a:rPr kumimoji="0" lang="en-US" altLang="ko-KR" sz="2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</a:t>
              </a:r>
              <a:r>
                <a:rPr kumimoji="0" lang="ko-KR" altLang="en-US" sz="2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Variable SemiBold" pitchFamily="2" charset="-127"/>
                </a:rPr>
                <a:t>내용 입 력 내용</a:t>
              </a:r>
            </a:p>
          </p:txBody>
        </p:sp>
        <p:sp>
          <p:nvSpPr>
            <p:cNvPr id="191" name="모서리가 둥근 직사각형 247">
              <a:extLst>
                <a:ext uri="{FF2B5EF4-FFF2-40B4-BE49-F238E27FC236}">
                  <a16:creationId xmlns:a16="http://schemas.microsoft.com/office/drawing/2014/main" id="{F117F2B5-F828-A35E-0A64-C4C4BE7E6496}"/>
                </a:ext>
              </a:extLst>
            </p:cNvPr>
            <p:cNvSpPr/>
            <p:nvPr/>
          </p:nvSpPr>
          <p:spPr>
            <a:xfrm>
              <a:off x="1354529" y="1279552"/>
              <a:ext cx="1179949" cy="252000"/>
            </a:xfrm>
            <a:prstGeom prst="roundRect">
              <a:avLst>
                <a:gd name="adj" fmla="val 5000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algn="ctr" latinLnBrk="0">
                <a:defRPr/>
              </a:pPr>
              <a:r>
                <a:rPr lang="en-US" altLang="ko-KR" sz="14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5169 </a:t>
              </a:r>
              <a:r>
                <a:rPr lang="ko-KR" altLang="en-US" sz="14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lang="en-US" altLang="ko-KR" sz="1400" b="1" kern="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7ED4594D-B697-03C4-4FC6-4A81485B6EA2}"/>
              </a:ext>
            </a:extLst>
          </p:cNvPr>
          <p:cNvGrpSpPr/>
          <p:nvPr/>
        </p:nvGrpSpPr>
        <p:grpSpPr>
          <a:xfrm>
            <a:off x="814399" y="2799221"/>
            <a:ext cx="2371679" cy="938157"/>
            <a:chOff x="1704974" y="2607633"/>
            <a:chExt cx="2419350" cy="938157"/>
          </a:xfrm>
        </p:grpSpPr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CB60F83B-E4A1-0367-BF50-69679E1D185F}"/>
                </a:ext>
              </a:extLst>
            </p:cNvPr>
            <p:cNvSpPr txBox="1"/>
            <p:nvPr/>
          </p:nvSpPr>
          <p:spPr>
            <a:xfrm>
              <a:off x="2016749" y="2844178"/>
              <a:ext cx="1795803" cy="40011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65BA2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 입 </a:t>
              </a:r>
              <a:r>
                <a:rPr kumimoji="0" lang="en-US" altLang="ko-KR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65BA2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 </a:t>
              </a:r>
              <a:r>
                <a: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65BA2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</a:t>
              </a:r>
            </a:p>
          </p:txBody>
        </p:sp>
        <p:sp>
          <p:nvSpPr>
            <p:cNvPr id="194" name="Rectangle 304">
              <a:extLst>
                <a:ext uri="{FF2B5EF4-FFF2-40B4-BE49-F238E27FC236}">
                  <a16:creationId xmlns:a16="http://schemas.microsoft.com/office/drawing/2014/main" id="{85E44367-0841-57D9-0B7E-2A9D5631E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4974" y="3186580"/>
              <a:ext cx="24193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 Variable SemiBold" pitchFamily="2" charset="-127"/>
                </a:rPr>
                <a:t>내용입 력내</a:t>
              </a:r>
            </a:p>
          </p:txBody>
        </p:sp>
        <p:grpSp>
          <p:nvGrpSpPr>
            <p:cNvPr id="195" name="그룹 194">
              <a:extLst>
                <a:ext uri="{FF2B5EF4-FFF2-40B4-BE49-F238E27FC236}">
                  <a16:creationId xmlns:a16="http://schemas.microsoft.com/office/drawing/2014/main" id="{E69E8F5D-E385-E452-02A1-FA5A8D84CC83}"/>
                </a:ext>
              </a:extLst>
            </p:cNvPr>
            <p:cNvGrpSpPr/>
            <p:nvPr/>
          </p:nvGrpSpPr>
          <p:grpSpPr>
            <a:xfrm>
              <a:off x="1704974" y="2607633"/>
              <a:ext cx="2419350" cy="938157"/>
              <a:chOff x="1704974" y="2607633"/>
              <a:chExt cx="2419350" cy="938157"/>
            </a:xfrm>
          </p:grpSpPr>
          <p:cxnSp>
            <p:nvCxnSpPr>
              <p:cNvPr id="196" name="직선 연결선 195">
                <a:extLst>
                  <a:ext uri="{FF2B5EF4-FFF2-40B4-BE49-F238E27FC236}">
                    <a16:creationId xmlns:a16="http://schemas.microsoft.com/office/drawing/2014/main" id="{345E915D-6FE3-849C-FCE2-2DE76D9BE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2738439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274CE17A-9104-3A51-BB4D-2B9FDAD8F0AC}"/>
                  </a:ext>
                </a:extLst>
              </p:cNvPr>
              <p:cNvSpPr txBox="1"/>
              <p:nvPr/>
            </p:nvSpPr>
            <p:spPr>
              <a:xfrm>
                <a:off x="2494558" y="2607633"/>
                <a:ext cx="840177" cy="261610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i="0" u="none" strike="noStrike" kern="0" cap="none" spc="-40" normalizeH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내용입 </a:t>
                </a:r>
                <a:r>
                  <a:rPr kumimoji="0" lang="en-US" altLang="ko-KR" sz="1100" i="0" u="none" strike="noStrike" kern="0" cap="none" spc="-40" normalizeH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1</a:t>
                </a:r>
                <a:endParaRPr kumimoji="0" lang="ko-KR" altLang="en-US" sz="1100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  <p:cxnSp>
            <p:nvCxnSpPr>
              <p:cNvPr id="198" name="직선 연결선 197">
                <a:extLst>
                  <a:ext uri="{FF2B5EF4-FFF2-40B4-BE49-F238E27FC236}">
                    <a16:creationId xmlns:a16="http://schemas.microsoft.com/office/drawing/2014/main" id="{DCFA5308-F70D-9A2F-A7CF-A4AC45F7A1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3545790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199" name="그룹 198">
            <a:extLst>
              <a:ext uri="{FF2B5EF4-FFF2-40B4-BE49-F238E27FC236}">
                <a16:creationId xmlns:a16="http://schemas.microsoft.com/office/drawing/2014/main" id="{DDFFA953-3DCB-4B07-46EC-474100D9DCE9}"/>
              </a:ext>
            </a:extLst>
          </p:cNvPr>
          <p:cNvGrpSpPr/>
          <p:nvPr/>
        </p:nvGrpSpPr>
        <p:grpSpPr>
          <a:xfrm>
            <a:off x="3558566" y="2799221"/>
            <a:ext cx="2371679" cy="938157"/>
            <a:chOff x="1704974" y="2607633"/>
            <a:chExt cx="2419350" cy="938157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39D02083-F3F4-A0DD-352E-698F3CE1C4F4}"/>
                </a:ext>
              </a:extLst>
            </p:cNvPr>
            <p:cNvSpPr txBox="1"/>
            <p:nvPr/>
          </p:nvSpPr>
          <p:spPr>
            <a:xfrm>
              <a:off x="2226876" y="2844178"/>
              <a:ext cx="1375550" cy="40011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1A5E2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 입</a:t>
              </a:r>
            </a:p>
          </p:txBody>
        </p:sp>
        <p:sp>
          <p:nvSpPr>
            <p:cNvPr id="201" name="Rectangle 304">
              <a:extLst>
                <a:ext uri="{FF2B5EF4-FFF2-40B4-BE49-F238E27FC236}">
                  <a16:creationId xmlns:a16="http://schemas.microsoft.com/office/drawing/2014/main" id="{A7C8F815-1811-67E8-16B2-5C07CB959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4974" y="3186580"/>
              <a:ext cx="24193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 Variable SemiBold" pitchFamily="2" charset="-127"/>
                </a:rPr>
                <a:t>내용 입</a:t>
              </a:r>
              <a:r>
                <a:rPr kumimoji="1" lang="en-US" altLang="ko-KR" sz="140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 Variable SemiBold" pitchFamily="2" charset="-127"/>
                </a:rPr>
                <a:t>내</a:t>
              </a:r>
              <a:r>
                <a:rPr kumimoji="1" lang="ko-KR" altLang="en-US" sz="140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 Variable SemiBold" pitchFamily="2" charset="-127"/>
                </a:rPr>
                <a:t>내용 입</a:t>
              </a:r>
            </a:p>
          </p:txBody>
        </p:sp>
        <p:grpSp>
          <p:nvGrpSpPr>
            <p:cNvPr id="202" name="그룹 201">
              <a:extLst>
                <a:ext uri="{FF2B5EF4-FFF2-40B4-BE49-F238E27FC236}">
                  <a16:creationId xmlns:a16="http://schemas.microsoft.com/office/drawing/2014/main" id="{1132C0EE-DB54-4E7A-6BC5-99EC44923FE0}"/>
                </a:ext>
              </a:extLst>
            </p:cNvPr>
            <p:cNvGrpSpPr/>
            <p:nvPr/>
          </p:nvGrpSpPr>
          <p:grpSpPr>
            <a:xfrm>
              <a:off x="1704974" y="2607633"/>
              <a:ext cx="2419350" cy="938157"/>
              <a:chOff x="1704974" y="2607633"/>
              <a:chExt cx="2419350" cy="938157"/>
            </a:xfrm>
          </p:grpSpPr>
          <p:cxnSp>
            <p:nvCxnSpPr>
              <p:cNvPr id="203" name="직선 연결선 202">
                <a:extLst>
                  <a:ext uri="{FF2B5EF4-FFF2-40B4-BE49-F238E27FC236}">
                    <a16:creationId xmlns:a16="http://schemas.microsoft.com/office/drawing/2014/main" id="{63A3A21A-A65A-F592-572B-F2200A5384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2738439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F1AFF13C-3A3F-D4CC-ACAF-85537202484C}"/>
                  </a:ext>
                </a:extLst>
              </p:cNvPr>
              <p:cNvSpPr txBox="1"/>
              <p:nvPr/>
            </p:nvSpPr>
            <p:spPr>
              <a:xfrm>
                <a:off x="2483929" y="2607633"/>
                <a:ext cx="861437" cy="261610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none" anchor="ctr">
                <a:spAutoFit/>
              </a:bodyPr>
              <a:lstStyle/>
              <a:p>
                <a:pPr algn="ctr" latinLnBrk="0"/>
                <a:r>
                  <a:rPr lang="ko-KR" altLang="en-US" sz="1100" kern="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내용입 </a:t>
                </a:r>
                <a:r>
                  <a:rPr lang="en-US" altLang="ko-KR" sz="1100" kern="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100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  <p:cxnSp>
            <p:nvCxnSpPr>
              <p:cNvPr id="205" name="직선 연결선 204">
                <a:extLst>
                  <a:ext uri="{FF2B5EF4-FFF2-40B4-BE49-F238E27FC236}">
                    <a16:creationId xmlns:a16="http://schemas.microsoft.com/office/drawing/2014/main" id="{862CAB4B-4703-E0EC-1030-326D565324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3545790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E6CB3984-8DC4-B663-6887-6F45EF65683B}"/>
              </a:ext>
            </a:extLst>
          </p:cNvPr>
          <p:cNvGrpSpPr/>
          <p:nvPr/>
        </p:nvGrpSpPr>
        <p:grpSpPr>
          <a:xfrm>
            <a:off x="6268799" y="2799221"/>
            <a:ext cx="2371679" cy="938157"/>
            <a:chOff x="1704974" y="2607633"/>
            <a:chExt cx="2419350" cy="938157"/>
          </a:xfrm>
        </p:grpSpPr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57B8AC5D-7FA3-2A37-0DBD-EBD2A96A37AC}"/>
                </a:ext>
              </a:extLst>
            </p:cNvPr>
            <p:cNvSpPr txBox="1"/>
            <p:nvPr/>
          </p:nvSpPr>
          <p:spPr>
            <a:xfrm>
              <a:off x="2114045" y="2844178"/>
              <a:ext cx="1601210" cy="40011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9BCBD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내용입 력</a:t>
              </a:r>
            </a:p>
          </p:txBody>
        </p:sp>
        <p:sp>
          <p:nvSpPr>
            <p:cNvPr id="208" name="Rectangle 304">
              <a:extLst>
                <a:ext uri="{FF2B5EF4-FFF2-40B4-BE49-F238E27FC236}">
                  <a16:creationId xmlns:a16="http://schemas.microsoft.com/office/drawing/2014/main" id="{8F97989C-6B2E-FC50-6F60-D174452AC8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4974" y="3186580"/>
              <a:ext cx="24193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 Variable SemiBold" pitchFamily="2" charset="-127"/>
                </a:rPr>
                <a:t>내용입 력</a:t>
              </a:r>
            </a:p>
          </p:txBody>
        </p:sp>
        <p:grpSp>
          <p:nvGrpSpPr>
            <p:cNvPr id="209" name="그룹 208">
              <a:extLst>
                <a:ext uri="{FF2B5EF4-FFF2-40B4-BE49-F238E27FC236}">
                  <a16:creationId xmlns:a16="http://schemas.microsoft.com/office/drawing/2014/main" id="{D2DD89B5-0C40-24D6-4A9A-36475AF1F3C8}"/>
                </a:ext>
              </a:extLst>
            </p:cNvPr>
            <p:cNvGrpSpPr/>
            <p:nvPr/>
          </p:nvGrpSpPr>
          <p:grpSpPr>
            <a:xfrm>
              <a:off x="1704974" y="2607633"/>
              <a:ext cx="2419350" cy="938157"/>
              <a:chOff x="1704974" y="2607633"/>
              <a:chExt cx="2419350" cy="938157"/>
            </a:xfrm>
          </p:grpSpPr>
          <p:cxnSp>
            <p:nvCxnSpPr>
              <p:cNvPr id="210" name="직선 연결선 209">
                <a:extLst>
                  <a:ext uri="{FF2B5EF4-FFF2-40B4-BE49-F238E27FC236}">
                    <a16:creationId xmlns:a16="http://schemas.microsoft.com/office/drawing/2014/main" id="{DAFC2C23-15FD-291A-EACE-1C89D5C2E3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2738439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0952F2B8-1FF0-9BDE-94D5-8400F8F576F9}"/>
                  </a:ext>
                </a:extLst>
              </p:cNvPr>
              <p:cNvSpPr txBox="1"/>
              <p:nvPr/>
            </p:nvSpPr>
            <p:spPr>
              <a:xfrm>
                <a:off x="2481476" y="2607633"/>
                <a:ext cx="866341" cy="261610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none" anchor="ctr">
                <a:spAutoFit/>
              </a:bodyPr>
              <a:lstStyle/>
              <a:p>
                <a:pPr algn="ctr" latinLnBrk="0"/>
                <a:r>
                  <a:rPr lang="ko-KR" altLang="en-US" sz="1100" kern="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내용입 </a:t>
                </a:r>
                <a:r>
                  <a:rPr lang="en-US" altLang="ko-KR" sz="1100" kern="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100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  <p:cxnSp>
            <p:nvCxnSpPr>
              <p:cNvPr id="212" name="직선 연결선 211">
                <a:extLst>
                  <a:ext uri="{FF2B5EF4-FFF2-40B4-BE49-F238E27FC236}">
                    <a16:creationId xmlns:a16="http://schemas.microsoft.com/office/drawing/2014/main" id="{732FD170-EBE4-1E7C-DA10-62B24E442B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3545790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4D8F5C5F-5DB2-52F6-B52C-B66DE601632B}"/>
              </a:ext>
            </a:extLst>
          </p:cNvPr>
          <p:cNvGrpSpPr/>
          <p:nvPr/>
        </p:nvGrpSpPr>
        <p:grpSpPr>
          <a:xfrm>
            <a:off x="9002404" y="2799221"/>
            <a:ext cx="2371679" cy="938157"/>
            <a:chOff x="1704974" y="2607633"/>
            <a:chExt cx="2419350" cy="938157"/>
          </a:xfrm>
        </p:grpSpPr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567B8857-434D-F616-0515-011A0F01655B}"/>
                </a:ext>
              </a:extLst>
            </p:cNvPr>
            <p:cNvSpPr txBox="1"/>
            <p:nvPr/>
          </p:nvSpPr>
          <p:spPr>
            <a:xfrm>
              <a:off x="2114045" y="2844178"/>
              <a:ext cx="1601210" cy="40011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3D8CE2"/>
                  </a:solidFill>
                  <a:effectLst/>
                  <a:uLnTx/>
                  <a:uFillTx/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내용입 력</a:t>
              </a:r>
            </a:p>
          </p:txBody>
        </p:sp>
        <p:sp>
          <p:nvSpPr>
            <p:cNvPr id="215" name="Rectangle 304">
              <a:extLst>
                <a:ext uri="{FF2B5EF4-FFF2-40B4-BE49-F238E27FC236}">
                  <a16:creationId xmlns:a16="http://schemas.microsoft.com/office/drawing/2014/main" id="{D12A9E45-6488-19BB-8D9F-2C65070C5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4974" y="3186580"/>
              <a:ext cx="24193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 Variable SemiBold" pitchFamily="2" charset="-127"/>
                </a:rPr>
                <a:t>내용 입 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 Variable SemiBold" pitchFamily="2" charset="-127"/>
                </a:rPr>
                <a:t>내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 Variable SemiBold" pitchFamily="2" charset="-127"/>
                </a:rPr>
                <a:t>내용 입</a:t>
              </a:r>
            </a:p>
          </p:txBody>
        </p:sp>
        <p:grpSp>
          <p:nvGrpSpPr>
            <p:cNvPr id="216" name="그룹 215">
              <a:extLst>
                <a:ext uri="{FF2B5EF4-FFF2-40B4-BE49-F238E27FC236}">
                  <a16:creationId xmlns:a16="http://schemas.microsoft.com/office/drawing/2014/main" id="{0EA3C4F8-3F3D-9D9A-7EE9-DD3ACFC2D6BF}"/>
                </a:ext>
              </a:extLst>
            </p:cNvPr>
            <p:cNvGrpSpPr/>
            <p:nvPr/>
          </p:nvGrpSpPr>
          <p:grpSpPr>
            <a:xfrm>
              <a:off x="1704974" y="2607633"/>
              <a:ext cx="2419350" cy="938157"/>
              <a:chOff x="1704974" y="2607633"/>
              <a:chExt cx="2419350" cy="938157"/>
            </a:xfrm>
          </p:grpSpPr>
          <p:cxnSp>
            <p:nvCxnSpPr>
              <p:cNvPr id="217" name="직선 연결선 216">
                <a:extLst>
                  <a:ext uri="{FF2B5EF4-FFF2-40B4-BE49-F238E27FC236}">
                    <a16:creationId xmlns:a16="http://schemas.microsoft.com/office/drawing/2014/main" id="{434CC7D4-BF27-756A-172D-7FCA446FAD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2738439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AC23BDBC-4AC0-6ED1-2105-56AF64002E4F}"/>
                  </a:ext>
                </a:extLst>
              </p:cNvPr>
              <p:cNvSpPr txBox="1"/>
              <p:nvPr/>
            </p:nvSpPr>
            <p:spPr>
              <a:xfrm>
                <a:off x="2480659" y="2607633"/>
                <a:ext cx="867977" cy="261610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none" anchor="ctr">
                <a:spAutoFit/>
              </a:bodyPr>
              <a:lstStyle/>
              <a:p>
                <a:pPr algn="ctr" latinLnBrk="0"/>
                <a:r>
                  <a:rPr lang="ko-KR" altLang="en-US" sz="1100" kern="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내용입 </a:t>
                </a:r>
                <a:r>
                  <a:rPr lang="en-US" altLang="ko-KR" sz="1100" kern="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100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  <p:cxnSp>
            <p:nvCxnSpPr>
              <p:cNvPr id="219" name="직선 연결선 218">
                <a:extLst>
                  <a:ext uri="{FF2B5EF4-FFF2-40B4-BE49-F238E27FC236}">
                    <a16:creationId xmlns:a16="http://schemas.microsoft.com/office/drawing/2014/main" id="{8BD9CD05-EB15-D81E-E5BA-39C666B321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4974" y="3545790"/>
                <a:ext cx="241935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124378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E6B4E34-915F-2551-F29F-DB215327C1AE}"/>
              </a:ext>
            </a:extLst>
          </p:cNvPr>
          <p:cNvGrpSpPr/>
          <p:nvPr/>
        </p:nvGrpSpPr>
        <p:grpSpPr>
          <a:xfrm>
            <a:off x="1747826" y="2253529"/>
            <a:ext cx="504825" cy="504825"/>
            <a:chOff x="1747826" y="2253529"/>
            <a:chExt cx="504825" cy="504825"/>
          </a:xfrm>
        </p:grpSpPr>
        <p:sp>
          <p:nvSpPr>
            <p:cNvPr id="220" name="타원 219">
              <a:extLst>
                <a:ext uri="{FF2B5EF4-FFF2-40B4-BE49-F238E27FC236}">
                  <a16:creationId xmlns:a16="http://schemas.microsoft.com/office/drawing/2014/main" id="{B2AC1CA3-D276-43D3-9DF9-5E3F549D4276}"/>
                </a:ext>
              </a:extLst>
            </p:cNvPr>
            <p:cNvSpPr/>
            <p:nvPr/>
          </p:nvSpPr>
          <p:spPr>
            <a:xfrm>
              <a:off x="1747826" y="2253529"/>
              <a:ext cx="504825" cy="504825"/>
            </a:xfrm>
            <a:prstGeom prst="ellipse">
              <a:avLst/>
            </a:prstGeom>
            <a:solidFill>
              <a:srgbClr val="065BA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224" name="Freeform 87">
              <a:extLst>
                <a:ext uri="{FF2B5EF4-FFF2-40B4-BE49-F238E27FC236}">
                  <a16:creationId xmlns:a16="http://schemas.microsoft.com/office/drawing/2014/main" id="{995F0232-65F2-DC50-72BF-359082FD02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3611" y="2354189"/>
              <a:ext cx="284001" cy="303504"/>
            </a:xfrm>
            <a:custGeom>
              <a:avLst/>
              <a:gdLst>
                <a:gd name="T0" fmla="*/ 95 w 120"/>
                <a:gd name="T1" fmla="*/ 129 h 129"/>
                <a:gd name="T2" fmla="*/ 70 w 120"/>
                <a:gd name="T3" fmla="*/ 103 h 129"/>
                <a:gd name="T4" fmla="*/ 70 w 120"/>
                <a:gd name="T5" fmla="*/ 103 h 129"/>
                <a:gd name="T6" fmla="*/ 44 w 120"/>
                <a:gd name="T7" fmla="*/ 89 h 129"/>
                <a:gd name="T8" fmla="*/ 25 w 120"/>
                <a:gd name="T9" fmla="*/ 97 h 129"/>
                <a:gd name="T10" fmla="*/ 0 w 120"/>
                <a:gd name="T11" fmla="*/ 72 h 129"/>
                <a:gd name="T12" fmla="*/ 25 w 120"/>
                <a:gd name="T13" fmla="*/ 47 h 129"/>
                <a:gd name="T14" fmla="*/ 39 w 120"/>
                <a:gd name="T15" fmla="*/ 50 h 129"/>
                <a:gd name="T16" fmla="*/ 63 w 120"/>
                <a:gd name="T17" fmla="*/ 32 h 129"/>
                <a:gd name="T18" fmla="*/ 62 w 120"/>
                <a:gd name="T19" fmla="*/ 25 h 129"/>
                <a:gd name="T20" fmla="*/ 88 w 120"/>
                <a:gd name="T21" fmla="*/ 0 h 129"/>
                <a:gd name="T22" fmla="*/ 113 w 120"/>
                <a:gd name="T23" fmla="*/ 25 h 129"/>
                <a:gd name="T24" fmla="*/ 88 w 120"/>
                <a:gd name="T25" fmla="*/ 50 h 129"/>
                <a:gd name="T26" fmla="*/ 74 w 120"/>
                <a:gd name="T27" fmla="*/ 47 h 129"/>
                <a:gd name="T28" fmla="*/ 50 w 120"/>
                <a:gd name="T29" fmla="*/ 65 h 129"/>
                <a:gd name="T30" fmla="*/ 51 w 120"/>
                <a:gd name="T31" fmla="*/ 72 h 129"/>
                <a:gd name="T32" fmla="*/ 51 w 120"/>
                <a:gd name="T33" fmla="*/ 72 h 129"/>
                <a:gd name="T34" fmla="*/ 77 w 120"/>
                <a:gd name="T35" fmla="*/ 86 h 129"/>
                <a:gd name="T36" fmla="*/ 95 w 120"/>
                <a:gd name="T37" fmla="*/ 78 h 129"/>
                <a:gd name="T38" fmla="*/ 120 w 120"/>
                <a:gd name="T39" fmla="*/ 103 h 129"/>
                <a:gd name="T40" fmla="*/ 95 w 120"/>
                <a:gd name="T41" fmla="*/ 129 h 129"/>
                <a:gd name="T42" fmla="*/ 41 w 120"/>
                <a:gd name="T43" fmla="*/ 79 h 129"/>
                <a:gd name="T44" fmla="*/ 78 w 120"/>
                <a:gd name="T45" fmla="*/ 98 h 129"/>
                <a:gd name="T46" fmla="*/ 78 w 120"/>
                <a:gd name="T47" fmla="*/ 101 h 129"/>
                <a:gd name="T48" fmla="*/ 78 w 120"/>
                <a:gd name="T49" fmla="*/ 103 h 129"/>
                <a:gd name="T50" fmla="*/ 95 w 120"/>
                <a:gd name="T51" fmla="*/ 121 h 129"/>
                <a:gd name="T52" fmla="*/ 112 w 120"/>
                <a:gd name="T53" fmla="*/ 103 h 129"/>
                <a:gd name="T54" fmla="*/ 95 w 120"/>
                <a:gd name="T55" fmla="*/ 86 h 129"/>
                <a:gd name="T56" fmla="*/ 81 w 120"/>
                <a:gd name="T57" fmla="*/ 93 h 129"/>
                <a:gd name="T58" fmla="*/ 79 w 120"/>
                <a:gd name="T59" fmla="*/ 96 h 129"/>
                <a:gd name="T60" fmla="*/ 42 w 120"/>
                <a:gd name="T61" fmla="*/ 77 h 129"/>
                <a:gd name="T62" fmla="*/ 42 w 120"/>
                <a:gd name="T63" fmla="*/ 74 h 129"/>
                <a:gd name="T64" fmla="*/ 43 w 120"/>
                <a:gd name="T65" fmla="*/ 72 h 129"/>
                <a:gd name="T66" fmla="*/ 41 w 120"/>
                <a:gd name="T67" fmla="*/ 65 h 129"/>
                <a:gd name="T68" fmla="*/ 40 w 120"/>
                <a:gd name="T69" fmla="*/ 62 h 129"/>
                <a:gd name="T70" fmla="*/ 74 w 120"/>
                <a:gd name="T71" fmla="*/ 37 h 129"/>
                <a:gd name="T72" fmla="*/ 77 w 120"/>
                <a:gd name="T73" fmla="*/ 39 h 129"/>
                <a:gd name="T74" fmla="*/ 88 w 120"/>
                <a:gd name="T75" fmla="*/ 42 h 129"/>
                <a:gd name="T76" fmla="*/ 105 w 120"/>
                <a:gd name="T77" fmla="*/ 25 h 129"/>
                <a:gd name="T78" fmla="*/ 88 w 120"/>
                <a:gd name="T79" fmla="*/ 8 h 129"/>
                <a:gd name="T80" fmla="*/ 70 w 120"/>
                <a:gd name="T81" fmla="*/ 25 h 129"/>
                <a:gd name="T82" fmla="*/ 72 w 120"/>
                <a:gd name="T83" fmla="*/ 32 h 129"/>
                <a:gd name="T84" fmla="*/ 73 w 120"/>
                <a:gd name="T85" fmla="*/ 35 h 129"/>
                <a:gd name="T86" fmla="*/ 39 w 120"/>
                <a:gd name="T87" fmla="*/ 60 h 129"/>
                <a:gd name="T88" fmla="*/ 36 w 120"/>
                <a:gd name="T89" fmla="*/ 58 h 129"/>
                <a:gd name="T90" fmla="*/ 25 w 120"/>
                <a:gd name="T91" fmla="*/ 55 h 129"/>
                <a:gd name="T92" fmla="*/ 8 w 120"/>
                <a:gd name="T93" fmla="*/ 72 h 129"/>
                <a:gd name="T94" fmla="*/ 25 w 120"/>
                <a:gd name="T95" fmla="*/ 89 h 129"/>
                <a:gd name="T96" fmla="*/ 39 w 120"/>
                <a:gd name="T97" fmla="*/ 82 h 129"/>
                <a:gd name="T98" fmla="*/ 41 w 120"/>
                <a:gd name="T99" fmla="*/ 79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0" h="129">
                  <a:moveTo>
                    <a:pt x="95" y="129"/>
                  </a:moveTo>
                  <a:cubicBezTo>
                    <a:pt x="81" y="129"/>
                    <a:pt x="70" y="117"/>
                    <a:pt x="70" y="103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44" y="89"/>
                    <a:pt x="44" y="89"/>
                    <a:pt x="44" y="89"/>
                  </a:cubicBezTo>
                  <a:cubicBezTo>
                    <a:pt x="39" y="94"/>
                    <a:pt x="32" y="97"/>
                    <a:pt x="25" y="97"/>
                  </a:cubicBezTo>
                  <a:cubicBezTo>
                    <a:pt x="11" y="97"/>
                    <a:pt x="0" y="86"/>
                    <a:pt x="0" y="72"/>
                  </a:cubicBezTo>
                  <a:cubicBezTo>
                    <a:pt x="0" y="58"/>
                    <a:pt x="11" y="47"/>
                    <a:pt x="25" y="47"/>
                  </a:cubicBezTo>
                  <a:cubicBezTo>
                    <a:pt x="30" y="47"/>
                    <a:pt x="35" y="48"/>
                    <a:pt x="39" y="50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30"/>
                    <a:pt x="62" y="27"/>
                    <a:pt x="62" y="25"/>
                  </a:cubicBezTo>
                  <a:cubicBezTo>
                    <a:pt x="62" y="11"/>
                    <a:pt x="74" y="0"/>
                    <a:pt x="88" y="0"/>
                  </a:cubicBezTo>
                  <a:cubicBezTo>
                    <a:pt x="102" y="0"/>
                    <a:pt x="113" y="11"/>
                    <a:pt x="113" y="25"/>
                  </a:cubicBezTo>
                  <a:cubicBezTo>
                    <a:pt x="113" y="39"/>
                    <a:pt x="102" y="50"/>
                    <a:pt x="88" y="50"/>
                  </a:cubicBezTo>
                  <a:cubicBezTo>
                    <a:pt x="83" y="50"/>
                    <a:pt x="78" y="49"/>
                    <a:pt x="74" y="47"/>
                  </a:cubicBezTo>
                  <a:cubicBezTo>
                    <a:pt x="50" y="65"/>
                    <a:pt x="50" y="65"/>
                    <a:pt x="50" y="65"/>
                  </a:cubicBezTo>
                  <a:cubicBezTo>
                    <a:pt x="50" y="67"/>
                    <a:pt x="51" y="69"/>
                    <a:pt x="51" y="72"/>
                  </a:cubicBezTo>
                  <a:cubicBezTo>
                    <a:pt x="51" y="72"/>
                    <a:pt x="51" y="72"/>
                    <a:pt x="51" y="72"/>
                  </a:cubicBezTo>
                  <a:cubicBezTo>
                    <a:pt x="77" y="86"/>
                    <a:pt x="77" y="86"/>
                    <a:pt x="77" y="86"/>
                  </a:cubicBezTo>
                  <a:cubicBezTo>
                    <a:pt x="82" y="81"/>
                    <a:pt x="88" y="78"/>
                    <a:pt x="95" y="78"/>
                  </a:cubicBezTo>
                  <a:cubicBezTo>
                    <a:pt x="109" y="78"/>
                    <a:pt x="120" y="89"/>
                    <a:pt x="120" y="103"/>
                  </a:cubicBezTo>
                  <a:cubicBezTo>
                    <a:pt x="120" y="117"/>
                    <a:pt x="109" y="129"/>
                    <a:pt x="95" y="129"/>
                  </a:cubicBezTo>
                  <a:moveTo>
                    <a:pt x="41" y="79"/>
                  </a:moveTo>
                  <a:cubicBezTo>
                    <a:pt x="78" y="98"/>
                    <a:pt x="78" y="98"/>
                    <a:pt x="78" y="98"/>
                  </a:cubicBezTo>
                  <a:cubicBezTo>
                    <a:pt x="78" y="101"/>
                    <a:pt x="78" y="101"/>
                    <a:pt x="78" y="101"/>
                  </a:cubicBezTo>
                  <a:cubicBezTo>
                    <a:pt x="78" y="102"/>
                    <a:pt x="78" y="103"/>
                    <a:pt x="78" y="103"/>
                  </a:cubicBezTo>
                  <a:cubicBezTo>
                    <a:pt x="78" y="113"/>
                    <a:pt x="85" y="121"/>
                    <a:pt x="95" y="121"/>
                  </a:cubicBezTo>
                  <a:cubicBezTo>
                    <a:pt x="104" y="121"/>
                    <a:pt x="112" y="113"/>
                    <a:pt x="112" y="103"/>
                  </a:cubicBezTo>
                  <a:cubicBezTo>
                    <a:pt x="112" y="94"/>
                    <a:pt x="104" y="86"/>
                    <a:pt x="95" y="86"/>
                  </a:cubicBezTo>
                  <a:cubicBezTo>
                    <a:pt x="89" y="86"/>
                    <a:pt x="84" y="89"/>
                    <a:pt x="81" y="93"/>
                  </a:cubicBezTo>
                  <a:cubicBezTo>
                    <a:pt x="79" y="96"/>
                    <a:pt x="79" y="96"/>
                    <a:pt x="79" y="96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3" y="73"/>
                    <a:pt x="43" y="73"/>
                    <a:pt x="43" y="72"/>
                  </a:cubicBezTo>
                  <a:cubicBezTo>
                    <a:pt x="43" y="69"/>
                    <a:pt x="42" y="67"/>
                    <a:pt x="41" y="65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74" y="37"/>
                    <a:pt x="74" y="37"/>
                    <a:pt x="74" y="37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80" y="41"/>
                    <a:pt x="84" y="42"/>
                    <a:pt x="88" y="42"/>
                  </a:cubicBezTo>
                  <a:cubicBezTo>
                    <a:pt x="97" y="42"/>
                    <a:pt x="105" y="35"/>
                    <a:pt x="105" y="25"/>
                  </a:cubicBezTo>
                  <a:cubicBezTo>
                    <a:pt x="105" y="16"/>
                    <a:pt x="97" y="8"/>
                    <a:pt x="88" y="8"/>
                  </a:cubicBezTo>
                  <a:cubicBezTo>
                    <a:pt x="78" y="8"/>
                    <a:pt x="70" y="16"/>
                    <a:pt x="70" y="25"/>
                  </a:cubicBezTo>
                  <a:cubicBezTo>
                    <a:pt x="70" y="27"/>
                    <a:pt x="71" y="30"/>
                    <a:pt x="72" y="32"/>
                  </a:cubicBezTo>
                  <a:cubicBezTo>
                    <a:pt x="73" y="35"/>
                    <a:pt x="73" y="35"/>
                    <a:pt x="73" y="35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6" y="58"/>
                    <a:pt x="36" y="58"/>
                    <a:pt x="36" y="58"/>
                  </a:cubicBezTo>
                  <a:cubicBezTo>
                    <a:pt x="33" y="56"/>
                    <a:pt x="29" y="55"/>
                    <a:pt x="25" y="55"/>
                  </a:cubicBezTo>
                  <a:cubicBezTo>
                    <a:pt x="16" y="55"/>
                    <a:pt x="8" y="62"/>
                    <a:pt x="8" y="72"/>
                  </a:cubicBezTo>
                  <a:cubicBezTo>
                    <a:pt x="8" y="81"/>
                    <a:pt x="16" y="89"/>
                    <a:pt x="25" y="89"/>
                  </a:cubicBezTo>
                  <a:cubicBezTo>
                    <a:pt x="31" y="89"/>
                    <a:pt x="36" y="86"/>
                    <a:pt x="39" y="82"/>
                  </a:cubicBezTo>
                  <a:lnTo>
                    <a:pt x="41" y="79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E991D7F5-1FF3-0C31-44C6-6BEA56D45DB3}"/>
              </a:ext>
            </a:extLst>
          </p:cNvPr>
          <p:cNvGrpSpPr/>
          <p:nvPr/>
        </p:nvGrpSpPr>
        <p:grpSpPr>
          <a:xfrm>
            <a:off x="9935831" y="2253529"/>
            <a:ext cx="504825" cy="504825"/>
            <a:chOff x="9935831" y="2253529"/>
            <a:chExt cx="504825" cy="504825"/>
          </a:xfrm>
        </p:grpSpPr>
        <p:sp>
          <p:nvSpPr>
            <p:cNvPr id="223" name="타원 222">
              <a:extLst>
                <a:ext uri="{FF2B5EF4-FFF2-40B4-BE49-F238E27FC236}">
                  <a16:creationId xmlns:a16="http://schemas.microsoft.com/office/drawing/2014/main" id="{28FCCB3D-6D31-29A2-83EE-7914260181DC}"/>
                </a:ext>
              </a:extLst>
            </p:cNvPr>
            <p:cNvSpPr/>
            <p:nvPr/>
          </p:nvSpPr>
          <p:spPr>
            <a:xfrm>
              <a:off x="9935831" y="2253529"/>
              <a:ext cx="504825" cy="504825"/>
            </a:xfrm>
            <a:prstGeom prst="ellipse">
              <a:avLst/>
            </a:prstGeom>
            <a:solidFill>
              <a:srgbClr val="3D8CE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233" name="Group 26">
              <a:extLst>
                <a:ext uri="{FF2B5EF4-FFF2-40B4-BE49-F238E27FC236}">
                  <a16:creationId xmlns:a16="http://schemas.microsoft.com/office/drawing/2014/main" id="{2CA0856B-0F36-C830-0751-4BA77219058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070621" y="2359675"/>
              <a:ext cx="235245" cy="292533"/>
              <a:chOff x="1851" y="2262"/>
              <a:chExt cx="193" cy="240"/>
            </a:xfrm>
            <a:solidFill>
              <a:sysClr val="window" lastClr="FFFFFF"/>
            </a:solidFill>
          </p:grpSpPr>
          <p:sp>
            <p:nvSpPr>
              <p:cNvPr id="234" name="Freeform 27">
                <a:extLst>
                  <a:ext uri="{FF2B5EF4-FFF2-40B4-BE49-F238E27FC236}">
                    <a16:creationId xmlns:a16="http://schemas.microsoft.com/office/drawing/2014/main" id="{5244F928-D45F-F810-ED7B-ECCCDA1A39F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51" y="2262"/>
                <a:ext cx="193" cy="240"/>
              </a:xfrm>
              <a:custGeom>
                <a:avLst/>
                <a:gdLst>
                  <a:gd name="T0" fmla="*/ 85 w 99"/>
                  <a:gd name="T1" fmla="*/ 124 h 124"/>
                  <a:gd name="T2" fmla="*/ 15 w 99"/>
                  <a:gd name="T3" fmla="*/ 124 h 124"/>
                  <a:gd name="T4" fmla="*/ 0 w 99"/>
                  <a:gd name="T5" fmla="*/ 110 h 124"/>
                  <a:gd name="T6" fmla="*/ 0 w 99"/>
                  <a:gd name="T7" fmla="*/ 14 h 124"/>
                  <a:gd name="T8" fmla="*/ 15 w 99"/>
                  <a:gd name="T9" fmla="*/ 0 h 124"/>
                  <a:gd name="T10" fmla="*/ 67 w 99"/>
                  <a:gd name="T11" fmla="*/ 0 h 124"/>
                  <a:gd name="T12" fmla="*/ 99 w 99"/>
                  <a:gd name="T13" fmla="*/ 31 h 124"/>
                  <a:gd name="T14" fmla="*/ 99 w 99"/>
                  <a:gd name="T15" fmla="*/ 110 h 124"/>
                  <a:gd name="T16" fmla="*/ 85 w 99"/>
                  <a:gd name="T17" fmla="*/ 124 h 124"/>
                  <a:gd name="T18" fmla="*/ 15 w 99"/>
                  <a:gd name="T19" fmla="*/ 8 h 124"/>
                  <a:gd name="T20" fmla="*/ 8 w 99"/>
                  <a:gd name="T21" fmla="*/ 14 h 124"/>
                  <a:gd name="T22" fmla="*/ 8 w 99"/>
                  <a:gd name="T23" fmla="*/ 110 h 124"/>
                  <a:gd name="T24" fmla="*/ 15 w 99"/>
                  <a:gd name="T25" fmla="*/ 116 h 124"/>
                  <a:gd name="T26" fmla="*/ 85 w 99"/>
                  <a:gd name="T27" fmla="*/ 116 h 124"/>
                  <a:gd name="T28" fmla="*/ 91 w 99"/>
                  <a:gd name="T29" fmla="*/ 110 h 124"/>
                  <a:gd name="T30" fmla="*/ 91 w 99"/>
                  <a:gd name="T31" fmla="*/ 34 h 124"/>
                  <a:gd name="T32" fmla="*/ 64 w 99"/>
                  <a:gd name="T33" fmla="*/ 8 h 124"/>
                  <a:gd name="T34" fmla="*/ 15 w 99"/>
                  <a:gd name="T35" fmla="*/ 8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9" h="124">
                    <a:moveTo>
                      <a:pt x="85" y="124"/>
                    </a:moveTo>
                    <a:cubicBezTo>
                      <a:pt x="15" y="124"/>
                      <a:pt x="15" y="124"/>
                      <a:pt x="15" y="124"/>
                    </a:cubicBezTo>
                    <a:cubicBezTo>
                      <a:pt x="7" y="124"/>
                      <a:pt x="0" y="118"/>
                      <a:pt x="0" y="110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7" y="0"/>
                      <a:pt x="15" y="0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99" y="31"/>
                      <a:pt x="99" y="31"/>
                      <a:pt x="99" y="31"/>
                    </a:cubicBezTo>
                    <a:cubicBezTo>
                      <a:pt x="99" y="110"/>
                      <a:pt x="99" y="110"/>
                      <a:pt x="99" y="110"/>
                    </a:cubicBezTo>
                    <a:cubicBezTo>
                      <a:pt x="99" y="118"/>
                      <a:pt x="93" y="124"/>
                      <a:pt x="85" y="124"/>
                    </a:cubicBezTo>
                    <a:moveTo>
                      <a:pt x="15" y="8"/>
                    </a:moveTo>
                    <a:cubicBezTo>
                      <a:pt x="11" y="8"/>
                      <a:pt x="8" y="10"/>
                      <a:pt x="8" y="14"/>
                    </a:cubicBezTo>
                    <a:cubicBezTo>
                      <a:pt x="8" y="110"/>
                      <a:pt x="8" y="110"/>
                      <a:pt x="8" y="110"/>
                    </a:cubicBezTo>
                    <a:cubicBezTo>
                      <a:pt x="8" y="113"/>
                      <a:pt x="11" y="116"/>
                      <a:pt x="15" y="116"/>
                    </a:cubicBezTo>
                    <a:cubicBezTo>
                      <a:pt x="85" y="116"/>
                      <a:pt x="85" y="116"/>
                      <a:pt x="85" y="116"/>
                    </a:cubicBezTo>
                    <a:cubicBezTo>
                      <a:pt x="89" y="116"/>
                      <a:pt x="91" y="113"/>
                      <a:pt x="91" y="110"/>
                    </a:cubicBezTo>
                    <a:cubicBezTo>
                      <a:pt x="91" y="34"/>
                      <a:pt x="91" y="34"/>
                      <a:pt x="91" y="34"/>
                    </a:cubicBezTo>
                    <a:cubicBezTo>
                      <a:pt x="64" y="8"/>
                      <a:pt x="64" y="8"/>
                      <a:pt x="64" y="8"/>
                    </a:cubicBezTo>
                    <a:lnTo>
                      <a:pt x="15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235" name="Freeform 28">
                <a:extLst>
                  <a:ext uri="{FF2B5EF4-FFF2-40B4-BE49-F238E27FC236}">
                    <a16:creationId xmlns:a16="http://schemas.microsoft.com/office/drawing/2014/main" id="{25029445-3490-A248-807A-2E112C0404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2" y="2270"/>
                <a:ext cx="64" cy="69"/>
              </a:xfrm>
              <a:custGeom>
                <a:avLst/>
                <a:gdLst>
                  <a:gd name="T0" fmla="*/ 64 w 64"/>
                  <a:gd name="T1" fmla="*/ 69 h 69"/>
                  <a:gd name="T2" fmla="*/ 0 w 64"/>
                  <a:gd name="T3" fmla="*/ 69 h 69"/>
                  <a:gd name="T4" fmla="*/ 0 w 64"/>
                  <a:gd name="T5" fmla="*/ 0 h 69"/>
                  <a:gd name="T6" fmla="*/ 15 w 64"/>
                  <a:gd name="T7" fmla="*/ 0 h 69"/>
                  <a:gd name="T8" fmla="*/ 15 w 64"/>
                  <a:gd name="T9" fmla="*/ 54 h 69"/>
                  <a:gd name="T10" fmla="*/ 64 w 64"/>
                  <a:gd name="T11" fmla="*/ 54 h 69"/>
                  <a:gd name="T12" fmla="*/ 64 w 64"/>
                  <a:gd name="T13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69">
                    <a:moveTo>
                      <a:pt x="64" y="69"/>
                    </a:moveTo>
                    <a:lnTo>
                      <a:pt x="0" y="69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54"/>
                    </a:lnTo>
                    <a:lnTo>
                      <a:pt x="64" y="54"/>
                    </a:lnTo>
                    <a:lnTo>
                      <a:pt x="64" y="6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236" name="Freeform 29">
                <a:extLst>
                  <a:ext uri="{FF2B5EF4-FFF2-40B4-BE49-F238E27FC236}">
                    <a16:creationId xmlns:a16="http://schemas.microsoft.com/office/drawing/2014/main" id="{7DA75541-95B1-DF54-53F1-939D889D7B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2" y="2336"/>
                <a:ext cx="111" cy="102"/>
              </a:xfrm>
              <a:custGeom>
                <a:avLst/>
                <a:gdLst>
                  <a:gd name="T0" fmla="*/ 54 w 111"/>
                  <a:gd name="T1" fmla="*/ 0 h 102"/>
                  <a:gd name="T2" fmla="*/ 68 w 111"/>
                  <a:gd name="T3" fmla="*/ 38 h 102"/>
                  <a:gd name="T4" fmla="*/ 111 w 111"/>
                  <a:gd name="T5" fmla="*/ 38 h 102"/>
                  <a:gd name="T6" fmla="*/ 76 w 111"/>
                  <a:gd name="T7" fmla="*/ 63 h 102"/>
                  <a:gd name="T8" fmla="*/ 90 w 111"/>
                  <a:gd name="T9" fmla="*/ 102 h 102"/>
                  <a:gd name="T10" fmla="*/ 54 w 111"/>
                  <a:gd name="T11" fmla="*/ 79 h 102"/>
                  <a:gd name="T12" fmla="*/ 21 w 111"/>
                  <a:gd name="T13" fmla="*/ 102 h 102"/>
                  <a:gd name="T14" fmla="*/ 35 w 111"/>
                  <a:gd name="T15" fmla="*/ 63 h 102"/>
                  <a:gd name="T16" fmla="*/ 0 w 111"/>
                  <a:gd name="T17" fmla="*/ 38 h 102"/>
                  <a:gd name="T18" fmla="*/ 43 w 111"/>
                  <a:gd name="T19" fmla="*/ 38 h 102"/>
                  <a:gd name="T20" fmla="*/ 54 w 111"/>
                  <a:gd name="T21" fmla="*/ 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1" h="102">
                    <a:moveTo>
                      <a:pt x="54" y="0"/>
                    </a:moveTo>
                    <a:lnTo>
                      <a:pt x="68" y="38"/>
                    </a:lnTo>
                    <a:lnTo>
                      <a:pt x="111" y="38"/>
                    </a:lnTo>
                    <a:lnTo>
                      <a:pt x="76" y="63"/>
                    </a:lnTo>
                    <a:lnTo>
                      <a:pt x="90" y="102"/>
                    </a:lnTo>
                    <a:lnTo>
                      <a:pt x="54" y="79"/>
                    </a:lnTo>
                    <a:lnTo>
                      <a:pt x="21" y="102"/>
                    </a:lnTo>
                    <a:lnTo>
                      <a:pt x="35" y="63"/>
                    </a:lnTo>
                    <a:lnTo>
                      <a:pt x="0" y="38"/>
                    </a:lnTo>
                    <a:lnTo>
                      <a:pt x="43" y="38"/>
                    </a:lnTo>
                    <a:lnTo>
                      <a:pt x="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</p:grpSp>
      <p:grpSp>
        <p:nvGrpSpPr>
          <p:cNvPr id="244" name="그룹 243">
            <a:extLst>
              <a:ext uri="{FF2B5EF4-FFF2-40B4-BE49-F238E27FC236}">
                <a16:creationId xmlns:a16="http://schemas.microsoft.com/office/drawing/2014/main" id="{B50A4C48-BB34-1E8A-8821-C55D5A2CE196}"/>
              </a:ext>
            </a:extLst>
          </p:cNvPr>
          <p:cNvGrpSpPr/>
          <p:nvPr/>
        </p:nvGrpSpPr>
        <p:grpSpPr>
          <a:xfrm rot="10800000">
            <a:off x="10064489" y="3755539"/>
            <a:ext cx="247508" cy="377442"/>
            <a:chOff x="3425308" y="5494549"/>
            <a:chExt cx="345010" cy="526130"/>
          </a:xfrm>
        </p:grpSpPr>
        <p:sp>
          <p:nvSpPr>
            <p:cNvPr id="245" name="1/2 액자 244">
              <a:extLst>
                <a:ext uri="{FF2B5EF4-FFF2-40B4-BE49-F238E27FC236}">
                  <a16:creationId xmlns:a16="http://schemas.microsoft.com/office/drawing/2014/main" id="{BA13DBCD-F5FD-05EE-0E31-19AB1BE563A9}"/>
                </a:ext>
              </a:extLst>
            </p:cNvPr>
            <p:cNvSpPr/>
            <p:nvPr/>
          </p:nvSpPr>
          <p:spPr>
            <a:xfrm rot="2700000">
              <a:off x="3425308" y="5494549"/>
              <a:ext cx="345010" cy="345010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C2D1F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246" name="1/2 액자 245">
              <a:extLst>
                <a:ext uri="{FF2B5EF4-FFF2-40B4-BE49-F238E27FC236}">
                  <a16:creationId xmlns:a16="http://schemas.microsoft.com/office/drawing/2014/main" id="{D85732D0-2224-048A-64E5-07166FFF2A3D}"/>
                </a:ext>
              </a:extLst>
            </p:cNvPr>
            <p:cNvSpPr/>
            <p:nvPr/>
          </p:nvSpPr>
          <p:spPr>
            <a:xfrm rot="2700000">
              <a:off x="3425308" y="5675669"/>
              <a:ext cx="345010" cy="345010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E3EAF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grpSp>
        <p:nvGrpSpPr>
          <p:cNvPr id="253" name="그룹 252">
            <a:extLst>
              <a:ext uri="{FF2B5EF4-FFF2-40B4-BE49-F238E27FC236}">
                <a16:creationId xmlns:a16="http://schemas.microsoft.com/office/drawing/2014/main" id="{E2F49471-CA40-6CDE-2B91-6D42E3819F6B}"/>
              </a:ext>
            </a:extLst>
          </p:cNvPr>
          <p:cNvGrpSpPr/>
          <p:nvPr/>
        </p:nvGrpSpPr>
        <p:grpSpPr>
          <a:xfrm rot="5400000">
            <a:off x="7274961" y="3821935"/>
            <a:ext cx="359354" cy="235646"/>
            <a:chOff x="3274939" y="3805007"/>
            <a:chExt cx="395289" cy="259211"/>
          </a:xfrm>
        </p:grpSpPr>
        <p:sp>
          <p:nvSpPr>
            <p:cNvPr id="254" name="1/2 액자 253">
              <a:extLst>
                <a:ext uri="{FF2B5EF4-FFF2-40B4-BE49-F238E27FC236}">
                  <a16:creationId xmlns:a16="http://schemas.microsoft.com/office/drawing/2014/main" id="{2D06EDDF-DC5E-B2F3-F198-85C0267E8ADE}"/>
                </a:ext>
              </a:extLst>
            </p:cNvPr>
            <p:cNvSpPr/>
            <p:nvPr/>
          </p:nvSpPr>
          <p:spPr>
            <a:xfrm rot="8100000">
              <a:off x="3411017" y="3805007"/>
              <a:ext cx="259211" cy="259211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B4E5E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255" name="1/2 액자 254">
              <a:extLst>
                <a:ext uri="{FF2B5EF4-FFF2-40B4-BE49-F238E27FC236}">
                  <a16:creationId xmlns:a16="http://schemas.microsoft.com/office/drawing/2014/main" id="{ABA5449A-9098-BFE1-4822-B12D0E246432}"/>
                </a:ext>
              </a:extLst>
            </p:cNvPr>
            <p:cNvSpPr/>
            <p:nvPr/>
          </p:nvSpPr>
          <p:spPr>
            <a:xfrm rot="8100000">
              <a:off x="3274939" y="3805007"/>
              <a:ext cx="259211" cy="259211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CEEEE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grpSp>
        <p:nvGrpSpPr>
          <p:cNvPr id="256" name="그룹 255">
            <a:extLst>
              <a:ext uri="{FF2B5EF4-FFF2-40B4-BE49-F238E27FC236}">
                <a16:creationId xmlns:a16="http://schemas.microsoft.com/office/drawing/2014/main" id="{65174471-D8C5-D9D7-4DF4-A24A9A6B0C1B}"/>
              </a:ext>
            </a:extLst>
          </p:cNvPr>
          <p:cNvGrpSpPr/>
          <p:nvPr/>
        </p:nvGrpSpPr>
        <p:grpSpPr>
          <a:xfrm rot="5400000">
            <a:off x="4564728" y="3821935"/>
            <a:ext cx="359354" cy="235646"/>
            <a:chOff x="3274939" y="3805007"/>
            <a:chExt cx="395289" cy="259211"/>
          </a:xfrm>
        </p:grpSpPr>
        <p:sp>
          <p:nvSpPr>
            <p:cNvPr id="257" name="1/2 액자 256">
              <a:extLst>
                <a:ext uri="{FF2B5EF4-FFF2-40B4-BE49-F238E27FC236}">
                  <a16:creationId xmlns:a16="http://schemas.microsoft.com/office/drawing/2014/main" id="{7377CFEF-76F0-1F0A-2F63-FC9102CB4FD3}"/>
                </a:ext>
              </a:extLst>
            </p:cNvPr>
            <p:cNvSpPr/>
            <p:nvPr/>
          </p:nvSpPr>
          <p:spPr>
            <a:xfrm rot="8100000">
              <a:off x="3411017" y="3805007"/>
              <a:ext cx="259211" cy="259211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258" name="1/2 액자 257">
              <a:extLst>
                <a:ext uri="{FF2B5EF4-FFF2-40B4-BE49-F238E27FC236}">
                  <a16:creationId xmlns:a16="http://schemas.microsoft.com/office/drawing/2014/main" id="{4CE34019-23D9-3AC0-D30C-F678753601F9}"/>
                </a:ext>
              </a:extLst>
            </p:cNvPr>
            <p:cNvSpPr/>
            <p:nvPr/>
          </p:nvSpPr>
          <p:spPr>
            <a:xfrm rot="8100000">
              <a:off x="3274939" y="3805007"/>
              <a:ext cx="259211" cy="259211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31A5E2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grpSp>
        <p:nvGrpSpPr>
          <p:cNvPr id="259" name="그룹 258">
            <a:extLst>
              <a:ext uri="{FF2B5EF4-FFF2-40B4-BE49-F238E27FC236}">
                <a16:creationId xmlns:a16="http://schemas.microsoft.com/office/drawing/2014/main" id="{085CF2E2-F3D8-3858-B1E8-67451A5795B1}"/>
              </a:ext>
            </a:extLst>
          </p:cNvPr>
          <p:cNvGrpSpPr/>
          <p:nvPr/>
        </p:nvGrpSpPr>
        <p:grpSpPr>
          <a:xfrm rot="5400000">
            <a:off x="1820561" y="3821935"/>
            <a:ext cx="359354" cy="235646"/>
            <a:chOff x="3274939" y="3805007"/>
            <a:chExt cx="395289" cy="259211"/>
          </a:xfrm>
        </p:grpSpPr>
        <p:sp>
          <p:nvSpPr>
            <p:cNvPr id="260" name="1/2 액자 259">
              <a:extLst>
                <a:ext uri="{FF2B5EF4-FFF2-40B4-BE49-F238E27FC236}">
                  <a16:creationId xmlns:a16="http://schemas.microsoft.com/office/drawing/2014/main" id="{9FEFD961-38F7-6395-C748-CD94AE74A0B8}"/>
                </a:ext>
              </a:extLst>
            </p:cNvPr>
            <p:cNvSpPr/>
            <p:nvPr/>
          </p:nvSpPr>
          <p:spPr>
            <a:xfrm rot="8100000">
              <a:off x="3411017" y="3805007"/>
              <a:ext cx="259211" cy="259211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5B9BD5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261" name="1/2 액자 260">
              <a:extLst>
                <a:ext uri="{FF2B5EF4-FFF2-40B4-BE49-F238E27FC236}">
                  <a16:creationId xmlns:a16="http://schemas.microsoft.com/office/drawing/2014/main" id="{AE3FC7A5-DB1B-F546-1D55-7B1842AE0AF8}"/>
                </a:ext>
              </a:extLst>
            </p:cNvPr>
            <p:cNvSpPr/>
            <p:nvPr/>
          </p:nvSpPr>
          <p:spPr>
            <a:xfrm rot="8100000">
              <a:off x="3274939" y="3805007"/>
              <a:ext cx="259211" cy="259211"/>
            </a:xfrm>
            <a:prstGeom prst="halfFrame">
              <a:avLst>
                <a:gd name="adj1" fmla="val 22894"/>
                <a:gd name="adj2" fmla="val 23121"/>
              </a:avLst>
            </a:prstGeom>
            <a:solidFill>
              <a:srgbClr val="5B9BD5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68C01901-73D9-6298-4475-E8C595A599DB}"/>
              </a:ext>
            </a:extLst>
          </p:cNvPr>
          <p:cNvGrpSpPr/>
          <p:nvPr/>
        </p:nvGrpSpPr>
        <p:grpSpPr>
          <a:xfrm>
            <a:off x="564776" y="4304813"/>
            <a:ext cx="11040035" cy="2161199"/>
            <a:chOff x="564776" y="4304813"/>
            <a:chExt cx="11040035" cy="2161199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6F994C2C-0AE5-6DC1-D76C-DD30B7D716B8}"/>
                </a:ext>
              </a:extLst>
            </p:cNvPr>
            <p:cNvGrpSpPr/>
            <p:nvPr/>
          </p:nvGrpSpPr>
          <p:grpSpPr>
            <a:xfrm>
              <a:off x="564776" y="4304813"/>
              <a:ext cx="11040035" cy="2161199"/>
              <a:chOff x="564776" y="4304813"/>
              <a:chExt cx="11040035" cy="2161199"/>
            </a:xfrm>
          </p:grpSpPr>
          <p:sp>
            <p:nvSpPr>
              <p:cNvPr id="295" name="직사각형 294">
                <a:extLst>
                  <a:ext uri="{FF2B5EF4-FFF2-40B4-BE49-F238E27FC236}">
                    <a16:creationId xmlns:a16="http://schemas.microsoft.com/office/drawing/2014/main" id="{3A008054-DFEB-A474-465A-5DCCBDB14AF3}"/>
                  </a:ext>
                </a:extLst>
              </p:cNvPr>
              <p:cNvSpPr/>
              <p:nvPr/>
            </p:nvSpPr>
            <p:spPr>
              <a:xfrm>
                <a:off x="564776" y="4304813"/>
                <a:ext cx="11040035" cy="216119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  <a:effectLst>
                <a:outerShdw blurRad="50800" dist="38100" dir="54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239" name="그룹 238">
                <a:extLst>
                  <a:ext uri="{FF2B5EF4-FFF2-40B4-BE49-F238E27FC236}">
                    <a16:creationId xmlns:a16="http://schemas.microsoft.com/office/drawing/2014/main" id="{D9297965-7F70-7ADE-2C09-1354321D26FF}"/>
                  </a:ext>
                </a:extLst>
              </p:cNvPr>
              <p:cNvGrpSpPr/>
              <p:nvPr/>
            </p:nvGrpSpPr>
            <p:grpSpPr>
              <a:xfrm>
                <a:off x="3372709" y="4478024"/>
                <a:ext cx="5446582" cy="1809134"/>
                <a:chOff x="3408882" y="3743325"/>
                <a:chExt cx="5395506" cy="2419350"/>
              </a:xfrm>
            </p:grpSpPr>
            <p:cxnSp>
              <p:nvCxnSpPr>
                <p:cNvPr id="240" name="직선 연결선 239">
                  <a:extLst>
                    <a:ext uri="{FF2B5EF4-FFF2-40B4-BE49-F238E27FC236}">
                      <a16:creationId xmlns:a16="http://schemas.microsoft.com/office/drawing/2014/main" id="{E9DEE3B8-ED37-8746-336E-CEB20248E246}"/>
                    </a:ext>
                  </a:extLst>
                </p:cNvPr>
                <p:cNvCxnSpPr/>
                <p:nvPr/>
              </p:nvCxnSpPr>
              <p:spPr>
                <a:xfrm>
                  <a:off x="3408882" y="3743325"/>
                  <a:ext cx="0" cy="241935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ysClr val="window" lastClr="FFFFFF">
                      <a:lumMod val="85000"/>
                    </a:sysClr>
                  </a:solidFill>
                  <a:prstDash val="sysDash"/>
                  <a:miter lim="800000"/>
                </a:ln>
                <a:effectLst/>
              </p:spPr>
            </p:cxnSp>
            <p:cxnSp>
              <p:nvCxnSpPr>
                <p:cNvPr id="241" name="직선 연결선 240">
                  <a:extLst>
                    <a:ext uri="{FF2B5EF4-FFF2-40B4-BE49-F238E27FC236}">
                      <a16:creationId xmlns:a16="http://schemas.microsoft.com/office/drawing/2014/main" id="{53DFC56C-70CA-41F4-7CFA-13A7C952D0F6}"/>
                    </a:ext>
                  </a:extLst>
                </p:cNvPr>
                <p:cNvCxnSpPr/>
                <p:nvPr/>
              </p:nvCxnSpPr>
              <p:spPr>
                <a:xfrm>
                  <a:off x="6106635" y="3743325"/>
                  <a:ext cx="0" cy="241935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ysClr val="window" lastClr="FFFFFF">
                      <a:lumMod val="85000"/>
                    </a:sysClr>
                  </a:solidFill>
                  <a:prstDash val="sysDash"/>
                  <a:miter lim="800000"/>
                </a:ln>
                <a:effectLst/>
              </p:spPr>
            </p:cxnSp>
            <p:cxnSp>
              <p:nvCxnSpPr>
                <p:cNvPr id="242" name="직선 연결선 241">
                  <a:extLst>
                    <a:ext uri="{FF2B5EF4-FFF2-40B4-BE49-F238E27FC236}">
                      <a16:creationId xmlns:a16="http://schemas.microsoft.com/office/drawing/2014/main" id="{1C66C51D-A012-15D0-C2E4-B1B909466234}"/>
                    </a:ext>
                  </a:extLst>
                </p:cNvPr>
                <p:cNvCxnSpPr/>
                <p:nvPr/>
              </p:nvCxnSpPr>
              <p:spPr>
                <a:xfrm>
                  <a:off x="8804388" y="3743325"/>
                  <a:ext cx="0" cy="241935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ysClr val="window" lastClr="FFFFFF">
                      <a:lumMod val="85000"/>
                    </a:sysClr>
                  </a:solidFill>
                  <a:prstDash val="sysDash"/>
                  <a:miter lim="800000"/>
                </a:ln>
                <a:effectLst/>
              </p:spPr>
            </p:cxnSp>
          </p:grp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C50C9978-73D7-DBB5-F422-12CC00558773}"/>
                </a:ext>
              </a:extLst>
            </p:cNvPr>
            <p:cNvGrpSpPr/>
            <p:nvPr/>
          </p:nvGrpSpPr>
          <p:grpSpPr>
            <a:xfrm>
              <a:off x="810878" y="4478023"/>
              <a:ext cx="2378720" cy="842005"/>
              <a:chOff x="810878" y="4478023"/>
              <a:chExt cx="2378720" cy="842005"/>
            </a:xfrm>
          </p:grpSpPr>
          <p:sp>
            <p:nvSpPr>
              <p:cNvPr id="238" name="직사각형 237">
                <a:extLst>
                  <a:ext uri="{FF2B5EF4-FFF2-40B4-BE49-F238E27FC236}">
                    <a16:creationId xmlns:a16="http://schemas.microsoft.com/office/drawing/2014/main" id="{6EDAE907-2E81-E0AE-EA2F-AA3D7AD26C92}"/>
                  </a:ext>
                </a:extLst>
              </p:cNvPr>
              <p:cNvSpPr/>
              <p:nvPr/>
            </p:nvSpPr>
            <p:spPr>
              <a:xfrm>
                <a:off x="810878" y="4478023"/>
                <a:ext cx="2378720" cy="842005"/>
              </a:xfrm>
              <a:prstGeom prst="rect">
                <a:avLst/>
              </a:prstGeom>
              <a:solidFill>
                <a:srgbClr val="5B9BD5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286DCF9A-6517-1EB7-6BB4-A54A481F0323}"/>
                  </a:ext>
                </a:extLst>
              </p:cNvPr>
              <p:cNvSpPr txBox="1"/>
              <p:nvPr/>
            </p:nvSpPr>
            <p:spPr>
              <a:xfrm>
                <a:off x="951135" y="4817038"/>
                <a:ext cx="22179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pc="-40" dirty="0" err="1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 내용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531내용 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입력내</a:t>
                </a:r>
              </a:p>
            </p:txBody>
          </p:sp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7BF8D632-6D05-0D9D-FD71-6E020D3F9BC7}"/>
                  </a:ext>
                </a:extLst>
              </p:cNvPr>
              <p:cNvSpPr txBox="1"/>
              <p:nvPr/>
            </p:nvSpPr>
            <p:spPr>
              <a:xfrm>
                <a:off x="1281693" y="4565055"/>
                <a:ext cx="1556836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입력 내</a:t>
                </a:r>
              </a:p>
            </p:txBody>
          </p:sp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6EE012B5-FC64-1066-4F64-C8667BEF0A9D}"/>
                  </a:ext>
                </a:extLst>
              </p:cNvPr>
              <p:cNvSpPr txBox="1"/>
              <p:nvPr/>
            </p:nvSpPr>
            <p:spPr>
              <a:xfrm>
                <a:off x="810878" y="453966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1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477961F6-9B47-9B65-5017-BBFDA3E24C21}"/>
                </a:ext>
              </a:extLst>
            </p:cNvPr>
            <p:cNvGrpSpPr/>
            <p:nvPr/>
          </p:nvGrpSpPr>
          <p:grpSpPr>
            <a:xfrm>
              <a:off x="810878" y="5445152"/>
              <a:ext cx="2378720" cy="842005"/>
              <a:chOff x="810878" y="5445152"/>
              <a:chExt cx="2378720" cy="842005"/>
            </a:xfrm>
          </p:grpSpPr>
          <p:sp>
            <p:nvSpPr>
              <p:cNvPr id="243" name="직사각형 242">
                <a:extLst>
                  <a:ext uri="{FF2B5EF4-FFF2-40B4-BE49-F238E27FC236}">
                    <a16:creationId xmlns:a16="http://schemas.microsoft.com/office/drawing/2014/main" id="{DC92D2E5-9593-64B2-08EF-895F233D02EC}"/>
                  </a:ext>
                </a:extLst>
              </p:cNvPr>
              <p:cNvSpPr/>
              <p:nvPr/>
            </p:nvSpPr>
            <p:spPr>
              <a:xfrm>
                <a:off x="810878" y="5445152"/>
                <a:ext cx="2378720" cy="842005"/>
              </a:xfrm>
              <a:prstGeom prst="rect">
                <a:avLst/>
              </a:prstGeom>
              <a:solidFill>
                <a:srgbClr val="5B9BD5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AB97BCEC-CAC8-AD26-D393-06A662A21AEB}"/>
                  </a:ext>
                </a:extLst>
              </p:cNvPr>
              <p:cNvSpPr txBox="1"/>
              <p:nvPr/>
            </p:nvSpPr>
            <p:spPr>
              <a:xfrm>
                <a:off x="951135" y="5772701"/>
                <a:ext cx="22179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</a:p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</a:t>
                </a:r>
              </a:p>
            </p:txBody>
          </p:sp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F152104F-CBD1-1BE9-F92B-8C88F0C4651D}"/>
                  </a:ext>
                </a:extLst>
              </p:cNvPr>
              <p:cNvSpPr txBox="1"/>
              <p:nvPr/>
            </p:nvSpPr>
            <p:spPr>
              <a:xfrm>
                <a:off x="1181024" y="5508192"/>
                <a:ext cx="1758174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 용</a:t>
                </a:r>
              </a:p>
            </p:txBody>
          </p:sp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35126FCB-CBA7-9B49-EE09-BC90313F9B5F}"/>
                  </a:ext>
                </a:extLst>
              </p:cNvPr>
              <p:cNvSpPr txBox="1"/>
              <p:nvPr/>
            </p:nvSpPr>
            <p:spPr>
              <a:xfrm>
                <a:off x="810878" y="550082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ko-KR"/>
                </a:defPPr>
                <a:lvl1pPr algn="ctr">
                  <a:defRPr sz="11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accent4"/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2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889F6227-7455-625B-3194-E35BEAB9BC12}"/>
                </a:ext>
              </a:extLst>
            </p:cNvPr>
            <p:cNvGrpSpPr/>
            <p:nvPr/>
          </p:nvGrpSpPr>
          <p:grpSpPr>
            <a:xfrm>
              <a:off x="3555045" y="4478023"/>
              <a:ext cx="2386302" cy="842005"/>
              <a:chOff x="3555045" y="4478023"/>
              <a:chExt cx="2386302" cy="842005"/>
            </a:xfrm>
          </p:grpSpPr>
          <p:sp>
            <p:nvSpPr>
              <p:cNvPr id="247" name="직사각형 246">
                <a:extLst>
                  <a:ext uri="{FF2B5EF4-FFF2-40B4-BE49-F238E27FC236}">
                    <a16:creationId xmlns:a16="http://schemas.microsoft.com/office/drawing/2014/main" id="{34425B4F-1B4D-460E-917B-95E76241AD22}"/>
                  </a:ext>
                </a:extLst>
              </p:cNvPr>
              <p:cNvSpPr/>
              <p:nvPr/>
            </p:nvSpPr>
            <p:spPr>
              <a:xfrm>
                <a:off x="3555045" y="4478023"/>
                <a:ext cx="2378720" cy="842005"/>
              </a:xfrm>
              <a:prstGeom prst="rect">
                <a:avLst/>
              </a:prstGeom>
              <a:solidFill>
                <a:srgbClr val="31A5E2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140CCD2A-5DB5-22F1-1482-97E56A0AB75F}"/>
                  </a:ext>
                </a:extLst>
              </p:cNvPr>
              <p:cNvSpPr txBox="1"/>
              <p:nvPr/>
            </p:nvSpPr>
            <p:spPr>
              <a:xfrm>
                <a:off x="3602018" y="4903486"/>
                <a:ext cx="233932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내용입력 내</a:t>
                </a:r>
              </a:p>
            </p:txBody>
          </p:sp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FC688591-CC6A-DE65-85DC-B894B0806E49}"/>
                  </a:ext>
                </a:extLst>
              </p:cNvPr>
              <p:cNvSpPr txBox="1"/>
              <p:nvPr/>
            </p:nvSpPr>
            <p:spPr>
              <a:xfrm>
                <a:off x="3955707" y="4565055"/>
                <a:ext cx="1718419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력내 용</a:t>
                </a:r>
              </a:p>
            </p:txBody>
          </p:sp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B24F5CF2-FC35-F4CD-82AC-1414C902440B}"/>
                  </a:ext>
                </a:extLst>
              </p:cNvPr>
              <p:cNvSpPr txBox="1"/>
              <p:nvPr/>
            </p:nvSpPr>
            <p:spPr>
              <a:xfrm>
                <a:off x="3555045" y="453966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1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0AB12334-5FC6-E387-7015-CEFC45B4CB6C}"/>
                </a:ext>
              </a:extLst>
            </p:cNvPr>
            <p:cNvGrpSpPr/>
            <p:nvPr/>
          </p:nvGrpSpPr>
          <p:grpSpPr>
            <a:xfrm>
              <a:off x="3555045" y="5445152"/>
              <a:ext cx="2378720" cy="842005"/>
              <a:chOff x="3555045" y="5445152"/>
              <a:chExt cx="2378720" cy="842005"/>
            </a:xfrm>
          </p:grpSpPr>
          <p:sp>
            <p:nvSpPr>
              <p:cNvPr id="248" name="직사각형 247">
                <a:extLst>
                  <a:ext uri="{FF2B5EF4-FFF2-40B4-BE49-F238E27FC236}">
                    <a16:creationId xmlns:a16="http://schemas.microsoft.com/office/drawing/2014/main" id="{9EC759ED-CD76-0046-2D3A-26216F7EF243}"/>
                  </a:ext>
                </a:extLst>
              </p:cNvPr>
              <p:cNvSpPr/>
              <p:nvPr/>
            </p:nvSpPr>
            <p:spPr>
              <a:xfrm>
                <a:off x="3555045" y="5445152"/>
                <a:ext cx="2378720" cy="842005"/>
              </a:xfrm>
              <a:prstGeom prst="rect">
                <a:avLst/>
              </a:prstGeom>
              <a:solidFill>
                <a:srgbClr val="31A5E2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ABDBDC3B-5902-EDA8-74A7-6D3213D56422}"/>
                  </a:ext>
                </a:extLst>
              </p:cNvPr>
              <p:cNvSpPr txBox="1"/>
              <p:nvPr/>
            </p:nvSpPr>
            <p:spPr>
              <a:xfrm>
                <a:off x="3608985" y="5772701"/>
                <a:ext cx="232126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력내용 입</a:t>
                </a:r>
              </a:p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 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</a:t>
                </a:r>
              </a:p>
            </p:txBody>
          </p:sp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EBD61D7D-D20D-3921-7853-2BA9A57315E8}"/>
                  </a:ext>
                </a:extLst>
              </p:cNvPr>
              <p:cNvSpPr txBox="1"/>
              <p:nvPr/>
            </p:nvSpPr>
            <p:spPr>
              <a:xfrm>
                <a:off x="3769438" y="5508192"/>
                <a:ext cx="2090957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</a:t>
                </a:r>
                <a:r>
                  <a:rPr lang="en-US" altLang="ko-KR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</a:t>
                </a:r>
              </a:p>
            </p:txBody>
          </p:sp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489F823D-EF16-7172-0ADB-A57C5E59022E}"/>
                  </a:ext>
                </a:extLst>
              </p:cNvPr>
              <p:cNvSpPr txBox="1"/>
              <p:nvPr/>
            </p:nvSpPr>
            <p:spPr>
              <a:xfrm>
                <a:off x="3555045" y="550082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ko-KR"/>
                </a:defPPr>
                <a:lvl1pPr algn="ctr">
                  <a:defRPr sz="11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accent4"/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2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0F8211E6-86E3-F1B0-9F6D-5CE5F402B6B3}"/>
                </a:ext>
              </a:extLst>
            </p:cNvPr>
            <p:cNvGrpSpPr/>
            <p:nvPr/>
          </p:nvGrpSpPr>
          <p:grpSpPr>
            <a:xfrm>
              <a:off x="6265278" y="4478023"/>
              <a:ext cx="2378720" cy="850185"/>
              <a:chOff x="6265278" y="4478023"/>
              <a:chExt cx="2378720" cy="850185"/>
            </a:xfrm>
          </p:grpSpPr>
          <p:sp>
            <p:nvSpPr>
              <p:cNvPr id="249" name="직사각형 248">
                <a:extLst>
                  <a:ext uri="{FF2B5EF4-FFF2-40B4-BE49-F238E27FC236}">
                    <a16:creationId xmlns:a16="http://schemas.microsoft.com/office/drawing/2014/main" id="{56B3B4BF-7CAE-C2DE-FF3A-41C06B7D2186}"/>
                  </a:ext>
                </a:extLst>
              </p:cNvPr>
              <p:cNvSpPr/>
              <p:nvPr/>
            </p:nvSpPr>
            <p:spPr>
              <a:xfrm>
                <a:off x="6265278" y="4478023"/>
                <a:ext cx="2378720" cy="842005"/>
              </a:xfrm>
              <a:prstGeom prst="rect">
                <a:avLst/>
              </a:prstGeom>
              <a:solidFill>
                <a:srgbClr val="39BCBD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D304D031-9703-D9A9-B2C7-FBF49C1E71D6}"/>
                  </a:ext>
                </a:extLst>
              </p:cNvPr>
              <p:cNvSpPr txBox="1"/>
              <p:nvPr/>
            </p:nvSpPr>
            <p:spPr>
              <a:xfrm>
                <a:off x="6332759" y="4737277"/>
                <a:ext cx="2294874" cy="590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latinLnBrk="0">
                  <a:lnSpc>
                    <a:spcPct val="90000"/>
                  </a:lnSpc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입력내 용</a:t>
                </a:r>
              </a:p>
              <a:p>
                <a:pPr algn="ctr" latinLnBrk="0">
                  <a:lnSpc>
                    <a:spcPct val="90000"/>
                  </a:lnSpc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 용입력 내</a:t>
                </a:r>
              </a:p>
              <a:p>
                <a:pPr algn="ctr" latinLnBrk="0">
                  <a:lnSpc>
                    <a:spcPct val="90000"/>
                  </a:lnSpc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</a:t>
                </a:r>
              </a:p>
            </p:txBody>
          </p:sp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07DB54CD-3C12-AD3A-127B-B12766662D96}"/>
                  </a:ext>
                </a:extLst>
              </p:cNvPr>
              <p:cNvSpPr txBox="1"/>
              <p:nvPr/>
            </p:nvSpPr>
            <p:spPr>
              <a:xfrm>
                <a:off x="6721655" y="4484373"/>
                <a:ext cx="1517082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내용입 력내</a:t>
                </a:r>
              </a:p>
            </p:txBody>
          </p:sp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53CFE47E-C9DE-8968-C3A5-47993CA40F9A}"/>
                  </a:ext>
                </a:extLst>
              </p:cNvPr>
              <p:cNvSpPr txBox="1"/>
              <p:nvPr/>
            </p:nvSpPr>
            <p:spPr>
              <a:xfrm>
                <a:off x="6265278" y="453966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1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BBB6E1FE-6E5B-C358-FB82-6C22B1A906D8}"/>
                </a:ext>
              </a:extLst>
            </p:cNvPr>
            <p:cNvGrpSpPr/>
            <p:nvPr/>
          </p:nvGrpSpPr>
          <p:grpSpPr>
            <a:xfrm>
              <a:off x="9002404" y="4478023"/>
              <a:ext cx="2378720" cy="842005"/>
              <a:chOff x="9002404" y="4478023"/>
              <a:chExt cx="2378720" cy="842005"/>
            </a:xfrm>
          </p:grpSpPr>
          <p:sp>
            <p:nvSpPr>
              <p:cNvPr id="251" name="직사각형 250">
                <a:extLst>
                  <a:ext uri="{FF2B5EF4-FFF2-40B4-BE49-F238E27FC236}">
                    <a16:creationId xmlns:a16="http://schemas.microsoft.com/office/drawing/2014/main" id="{8843186F-C392-E4E8-F905-D5FF3B1C975D}"/>
                  </a:ext>
                </a:extLst>
              </p:cNvPr>
              <p:cNvSpPr/>
              <p:nvPr/>
            </p:nvSpPr>
            <p:spPr>
              <a:xfrm>
                <a:off x="9002404" y="4478023"/>
                <a:ext cx="2378720" cy="842005"/>
              </a:xfrm>
              <a:prstGeom prst="rect">
                <a:avLst/>
              </a:prstGeom>
              <a:solidFill>
                <a:srgbClr val="E3EAF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5C7C9ECC-34E2-2286-79C8-C301A8BA26B3}"/>
                  </a:ext>
                </a:extLst>
              </p:cNvPr>
              <p:cNvSpPr txBox="1"/>
              <p:nvPr/>
            </p:nvSpPr>
            <p:spPr>
              <a:xfrm>
                <a:off x="9002404" y="453966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1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8B977D4F-C243-2F7C-CA85-ED28066231A0}"/>
                  </a:ext>
                </a:extLst>
              </p:cNvPr>
              <p:cNvSpPr txBox="1"/>
              <p:nvPr/>
            </p:nvSpPr>
            <p:spPr>
              <a:xfrm>
                <a:off x="9103000" y="4817038"/>
                <a:ext cx="224631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</a:t>
                </a:r>
              </a:p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</a:t>
                </a:r>
              </a:p>
            </p:txBody>
          </p:sp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B5793184-468B-8C1D-C295-59C27F034758}"/>
                  </a:ext>
                </a:extLst>
              </p:cNvPr>
              <p:cNvSpPr txBox="1"/>
              <p:nvPr/>
            </p:nvSpPr>
            <p:spPr>
              <a:xfrm>
                <a:off x="9427865" y="4565055"/>
                <a:ext cx="1596591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 내</a:t>
                </a:r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2C7B0110-4D4E-B3FD-A692-D15A4E5FF76F}"/>
                </a:ext>
              </a:extLst>
            </p:cNvPr>
            <p:cNvGrpSpPr/>
            <p:nvPr/>
          </p:nvGrpSpPr>
          <p:grpSpPr>
            <a:xfrm>
              <a:off x="9002404" y="5445152"/>
              <a:ext cx="2378720" cy="842005"/>
              <a:chOff x="9002404" y="5445152"/>
              <a:chExt cx="2378720" cy="842005"/>
            </a:xfrm>
          </p:grpSpPr>
          <p:sp>
            <p:nvSpPr>
              <p:cNvPr id="252" name="직사각형 251">
                <a:extLst>
                  <a:ext uri="{FF2B5EF4-FFF2-40B4-BE49-F238E27FC236}">
                    <a16:creationId xmlns:a16="http://schemas.microsoft.com/office/drawing/2014/main" id="{CF7A982F-795E-29FD-E433-02606400B12C}"/>
                  </a:ext>
                </a:extLst>
              </p:cNvPr>
              <p:cNvSpPr/>
              <p:nvPr/>
            </p:nvSpPr>
            <p:spPr>
              <a:xfrm>
                <a:off x="9002404" y="5445152"/>
                <a:ext cx="2378720" cy="842005"/>
              </a:xfrm>
              <a:prstGeom prst="rect">
                <a:avLst/>
              </a:prstGeom>
              <a:solidFill>
                <a:srgbClr val="E3EAF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E303BE2A-4005-C83E-36E6-628FF985695B}"/>
                  </a:ext>
                </a:extLst>
              </p:cNvPr>
              <p:cNvSpPr txBox="1"/>
              <p:nvPr/>
            </p:nvSpPr>
            <p:spPr>
              <a:xfrm>
                <a:off x="9002404" y="550082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ko-KR"/>
                </a:defPPr>
                <a:lvl1pPr algn="ctr">
                  <a:defRPr sz="11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accent4"/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2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53809C7A-E092-5046-82CF-5747DAFB150F}"/>
                  </a:ext>
                </a:extLst>
              </p:cNvPr>
              <p:cNvSpPr txBox="1"/>
              <p:nvPr/>
            </p:nvSpPr>
            <p:spPr>
              <a:xfrm>
                <a:off x="9146031" y="5835248"/>
                <a:ext cx="216025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</a:p>
            </p:txBody>
          </p:sp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1EBC1B3C-9A30-8A07-4873-18E73ADF4A4A}"/>
                  </a:ext>
                </a:extLst>
              </p:cNvPr>
              <p:cNvSpPr txBox="1"/>
              <p:nvPr/>
            </p:nvSpPr>
            <p:spPr>
              <a:xfrm>
                <a:off x="9347073" y="5508192"/>
                <a:ext cx="1758174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력내 용</a:t>
                </a: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A75F4396-5C52-2DF9-27AA-B44FE9DE88D5}"/>
                </a:ext>
              </a:extLst>
            </p:cNvPr>
            <p:cNvGrpSpPr/>
            <p:nvPr/>
          </p:nvGrpSpPr>
          <p:grpSpPr>
            <a:xfrm>
              <a:off x="6265278" y="5445152"/>
              <a:ext cx="2378720" cy="842005"/>
              <a:chOff x="6265278" y="5445152"/>
              <a:chExt cx="2378720" cy="842005"/>
            </a:xfrm>
          </p:grpSpPr>
          <p:sp>
            <p:nvSpPr>
              <p:cNvPr id="250" name="직사각형 249">
                <a:extLst>
                  <a:ext uri="{FF2B5EF4-FFF2-40B4-BE49-F238E27FC236}">
                    <a16:creationId xmlns:a16="http://schemas.microsoft.com/office/drawing/2014/main" id="{C6F96BB1-2CC2-1268-C4DE-7214F282F8F8}"/>
                  </a:ext>
                </a:extLst>
              </p:cNvPr>
              <p:cNvSpPr/>
              <p:nvPr/>
            </p:nvSpPr>
            <p:spPr>
              <a:xfrm>
                <a:off x="6265278" y="5445152"/>
                <a:ext cx="2378720" cy="842005"/>
              </a:xfrm>
              <a:prstGeom prst="rect">
                <a:avLst/>
              </a:prstGeom>
              <a:solidFill>
                <a:srgbClr val="39BCBD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500" b="0" i="0" u="none" strike="noStrike" kern="0" cap="none" spc="0" normalizeH="0" baseline="0" noProof="0" dirty="0">
                  <a:ln>
                    <a:solidFill>
                      <a:srgbClr val="39BCBD">
                        <a:alpha val="0"/>
                      </a:srgbClr>
                    </a:solidFill>
                  </a:ln>
                  <a:solidFill>
                    <a:srgbClr val="182D6E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Variable SemiBold" pitchFamily="2" charset="-127"/>
                </a:endParaRPr>
              </a:p>
            </p:txBody>
          </p:sp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866B8ACF-2AE6-7432-2814-E6F039EE1C42}"/>
                  </a:ext>
                </a:extLst>
              </p:cNvPr>
              <p:cNvSpPr txBox="1"/>
              <p:nvPr/>
            </p:nvSpPr>
            <p:spPr>
              <a:xfrm>
                <a:off x="6265278" y="5500828"/>
                <a:ext cx="264036" cy="169277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ko-KR"/>
                </a:defPPr>
                <a:lvl1pPr algn="ctr">
                  <a:defRPr sz="11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accent4"/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124378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</a:rPr>
                  <a:t>2</a:t>
                </a:r>
                <a:endParaRPr kumimoji="0" lang="ko-KR" altLang="en-US" sz="1100" b="1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</a:endParaRPr>
              </a:p>
            </p:txBody>
          </p:sp>
          <p:sp>
            <p:nvSpPr>
              <p:cNvPr id="284" name="TextBox 283">
                <a:extLst>
                  <a:ext uri="{FF2B5EF4-FFF2-40B4-BE49-F238E27FC236}">
                    <a16:creationId xmlns:a16="http://schemas.microsoft.com/office/drawing/2014/main" id="{3FE6002F-9D5D-E3BB-927A-80908855BFF3}"/>
                  </a:ext>
                </a:extLst>
              </p:cNvPr>
              <p:cNvSpPr txBox="1"/>
              <p:nvPr/>
            </p:nvSpPr>
            <p:spPr>
              <a:xfrm>
                <a:off x="6349043" y="5835248"/>
                <a:ext cx="226783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algn="ctr">
                  <a:defRPr sz="120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프리젠테이션 4 Regular" pitchFamily="2" charset="-127"/>
                    <a:ea typeface="프리젠테이션 4 Regular" pitchFamily="2" charset="-127"/>
                  </a:defRPr>
                </a:lvl1pPr>
              </a:lstStyle>
              <a:p>
                <a:pPr latinLnBrk="0"/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 </a:t>
                </a:r>
                <a:r>
                  <a:rPr lang="en-US" altLang="ko-KR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</a:p>
            </p:txBody>
          </p:sp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2716602A-2666-67DD-90E0-6C72618C9E73}"/>
                  </a:ext>
                </a:extLst>
              </p:cNvPr>
              <p:cNvSpPr txBox="1"/>
              <p:nvPr/>
            </p:nvSpPr>
            <p:spPr>
              <a:xfrm>
                <a:off x="6684665" y="5508192"/>
                <a:ext cx="1596591" cy="3231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500" b="1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내용 입 력 내</a:t>
                </a:r>
              </a:p>
            </p:txBody>
          </p:sp>
        </p:grp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641D66F8-34CE-ED57-57AC-683CA662D055}"/>
              </a:ext>
            </a:extLst>
          </p:cNvPr>
          <p:cNvGrpSpPr/>
          <p:nvPr/>
        </p:nvGrpSpPr>
        <p:grpSpPr>
          <a:xfrm>
            <a:off x="4491993" y="2253529"/>
            <a:ext cx="504825" cy="504825"/>
            <a:chOff x="4491993" y="2253529"/>
            <a:chExt cx="504825" cy="504825"/>
          </a:xfrm>
        </p:grpSpPr>
        <p:sp>
          <p:nvSpPr>
            <p:cNvPr id="221" name="타원 220">
              <a:extLst>
                <a:ext uri="{FF2B5EF4-FFF2-40B4-BE49-F238E27FC236}">
                  <a16:creationId xmlns:a16="http://schemas.microsoft.com/office/drawing/2014/main" id="{1ECCC137-05B2-18F5-1189-9ACA06F3A07A}"/>
                </a:ext>
              </a:extLst>
            </p:cNvPr>
            <p:cNvSpPr/>
            <p:nvPr/>
          </p:nvSpPr>
          <p:spPr>
            <a:xfrm>
              <a:off x="4491993" y="2253529"/>
              <a:ext cx="504825" cy="504825"/>
            </a:xfrm>
            <a:prstGeom prst="ellipse">
              <a:avLst/>
            </a:prstGeom>
            <a:solidFill>
              <a:srgbClr val="31A5E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pic>
          <p:nvPicPr>
            <p:cNvPr id="289" name="그래픽 288">
              <a:extLst>
                <a:ext uri="{FF2B5EF4-FFF2-40B4-BE49-F238E27FC236}">
                  <a16:creationId xmlns:a16="http://schemas.microsoft.com/office/drawing/2014/main" id="{BF22161D-190F-C118-512C-C83BBBBCDE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592960" y="2354496"/>
              <a:ext cx="302890" cy="302890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406034C8-9D70-B33F-5C04-BFAC8E94CC93}"/>
              </a:ext>
            </a:extLst>
          </p:cNvPr>
          <p:cNvGrpSpPr/>
          <p:nvPr/>
        </p:nvGrpSpPr>
        <p:grpSpPr>
          <a:xfrm>
            <a:off x="7202226" y="2253529"/>
            <a:ext cx="504825" cy="504825"/>
            <a:chOff x="7202226" y="2253529"/>
            <a:chExt cx="504825" cy="504825"/>
          </a:xfrm>
        </p:grpSpPr>
        <p:sp>
          <p:nvSpPr>
            <p:cNvPr id="222" name="타원 221">
              <a:extLst>
                <a:ext uri="{FF2B5EF4-FFF2-40B4-BE49-F238E27FC236}">
                  <a16:creationId xmlns:a16="http://schemas.microsoft.com/office/drawing/2014/main" id="{42823136-D5C7-EFC9-E17C-FC41805DF8CB}"/>
                </a:ext>
              </a:extLst>
            </p:cNvPr>
            <p:cNvSpPr/>
            <p:nvPr/>
          </p:nvSpPr>
          <p:spPr>
            <a:xfrm>
              <a:off x="7202226" y="2253529"/>
              <a:ext cx="504825" cy="504825"/>
            </a:xfrm>
            <a:prstGeom prst="ellipse">
              <a:avLst/>
            </a:prstGeom>
            <a:solidFill>
              <a:srgbClr val="39BC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pic>
          <p:nvPicPr>
            <p:cNvPr id="3" name="그래픽 2">
              <a:extLst>
                <a:ext uri="{FF2B5EF4-FFF2-40B4-BE49-F238E27FC236}">
                  <a16:creationId xmlns:a16="http://schemas.microsoft.com/office/drawing/2014/main" id="{CF31E1F0-03DA-8C09-D45E-59A4700E38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93140" y="2337478"/>
              <a:ext cx="322996" cy="322996"/>
            </a:xfrm>
            <a:prstGeom prst="rect">
              <a:avLst/>
            </a:prstGeom>
          </p:spPr>
        </p:pic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47B20E61-E992-28EA-8AAF-FF3DAE43D02B}"/>
              </a:ext>
            </a:extLst>
          </p:cNvPr>
          <p:cNvSpPr/>
          <p:nvPr/>
        </p:nvSpPr>
        <p:spPr>
          <a:xfrm>
            <a:off x="0" y="-351693"/>
            <a:ext cx="1283953" cy="2951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내용입 </a:t>
            </a:r>
            <a:r>
              <a:rPr lang="en-US" altLang="ko-KR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내</a:t>
            </a:r>
            <a:endParaRPr lang="ko-KR" altLang="en-US" sz="1400" b="1" spc="-5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71583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9EE04-D400-7333-1DAB-072029939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88C1D5-9A3E-7C40-A875-BA5C5C80F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5169 </a:t>
            </a:r>
            <a:r>
              <a:rPr lang="ko-KR" altLang="en-US" dirty="0"/>
              <a:t>내용  입력내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BDF9B45-D2E8-8DBE-EA3F-75E27425B22E}"/>
              </a:ext>
            </a:extLst>
          </p:cNvPr>
          <p:cNvGrpSpPr/>
          <p:nvPr/>
        </p:nvGrpSpPr>
        <p:grpSpPr>
          <a:xfrm>
            <a:off x="1692613" y="2148012"/>
            <a:ext cx="9755075" cy="2321933"/>
            <a:chOff x="1692613" y="2148012"/>
            <a:chExt cx="9755075" cy="2321933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1EC5DCB-41CE-F876-9653-1B7EFDECCAD2}"/>
                </a:ext>
              </a:extLst>
            </p:cNvPr>
            <p:cNvGrpSpPr/>
            <p:nvPr/>
          </p:nvGrpSpPr>
          <p:grpSpPr>
            <a:xfrm>
              <a:off x="1692613" y="3893230"/>
              <a:ext cx="9755075" cy="576715"/>
              <a:chOff x="1692613" y="3893230"/>
              <a:chExt cx="9755075" cy="576715"/>
            </a:xfrm>
          </p:grpSpPr>
          <p:sp>
            <p:nvSpPr>
              <p:cNvPr id="352" name="사다리꼴 351">
                <a:extLst>
                  <a:ext uri="{FF2B5EF4-FFF2-40B4-BE49-F238E27FC236}">
                    <a16:creationId xmlns:a16="http://schemas.microsoft.com/office/drawing/2014/main" id="{E2F8F288-09EF-357B-5CD7-6DBC1DECA32E}"/>
                  </a:ext>
                </a:extLst>
              </p:cNvPr>
              <p:cNvSpPr/>
              <p:nvPr/>
            </p:nvSpPr>
            <p:spPr>
              <a:xfrm>
                <a:off x="1692613" y="3893230"/>
                <a:ext cx="9755075" cy="576715"/>
              </a:xfrm>
              <a:prstGeom prst="trapezoid">
                <a:avLst>
                  <a:gd name="adj" fmla="val 290907"/>
                </a:avLst>
              </a:prstGeom>
              <a:solidFill>
                <a:sysClr val="window" lastClr="FFFFFF">
                  <a:lumMod val="9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353" name="타원 352">
                <a:extLst>
                  <a:ext uri="{FF2B5EF4-FFF2-40B4-BE49-F238E27FC236}">
                    <a16:creationId xmlns:a16="http://schemas.microsoft.com/office/drawing/2014/main" id="{7161C70A-BADF-9BAA-C76A-8957022D5314}"/>
                  </a:ext>
                </a:extLst>
              </p:cNvPr>
              <p:cNvSpPr/>
              <p:nvPr/>
            </p:nvSpPr>
            <p:spPr>
              <a:xfrm>
                <a:off x="2676552" y="4086388"/>
                <a:ext cx="2105742" cy="362457"/>
              </a:xfrm>
              <a:prstGeom prst="ellipse">
                <a:avLst/>
              </a:prstGeom>
              <a:solidFill>
                <a:sysClr val="windowText" lastClr="000000">
                  <a:alpha val="1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>
                <a:softEdge rad="139700"/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354" name="타원 353">
                <a:extLst>
                  <a:ext uri="{FF2B5EF4-FFF2-40B4-BE49-F238E27FC236}">
                    <a16:creationId xmlns:a16="http://schemas.microsoft.com/office/drawing/2014/main" id="{1241659D-508E-74DF-DF56-FB967E6401C5}"/>
                  </a:ext>
                </a:extLst>
              </p:cNvPr>
              <p:cNvSpPr/>
              <p:nvPr/>
            </p:nvSpPr>
            <p:spPr>
              <a:xfrm>
                <a:off x="4614124" y="4086388"/>
                <a:ext cx="2105742" cy="362457"/>
              </a:xfrm>
              <a:prstGeom prst="ellipse">
                <a:avLst/>
              </a:prstGeom>
              <a:solidFill>
                <a:sysClr val="windowText" lastClr="000000">
                  <a:alpha val="1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>
                <a:softEdge rad="139700"/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355" name="타원 354">
                <a:extLst>
                  <a:ext uri="{FF2B5EF4-FFF2-40B4-BE49-F238E27FC236}">
                    <a16:creationId xmlns:a16="http://schemas.microsoft.com/office/drawing/2014/main" id="{650435EE-4713-ED5F-1FCA-E7175160DB34}"/>
                  </a:ext>
                </a:extLst>
              </p:cNvPr>
              <p:cNvSpPr/>
              <p:nvPr/>
            </p:nvSpPr>
            <p:spPr>
              <a:xfrm>
                <a:off x="6487301" y="4086388"/>
                <a:ext cx="2105742" cy="362457"/>
              </a:xfrm>
              <a:prstGeom prst="ellipse">
                <a:avLst/>
              </a:prstGeom>
              <a:solidFill>
                <a:sysClr val="windowText" lastClr="000000">
                  <a:alpha val="1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>
                <a:softEdge rad="139700"/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356" name="타원 355">
                <a:extLst>
                  <a:ext uri="{FF2B5EF4-FFF2-40B4-BE49-F238E27FC236}">
                    <a16:creationId xmlns:a16="http://schemas.microsoft.com/office/drawing/2014/main" id="{CAD505E1-2A98-D60C-0650-894F5CFA67A8}"/>
                  </a:ext>
                </a:extLst>
              </p:cNvPr>
              <p:cNvSpPr/>
              <p:nvPr/>
            </p:nvSpPr>
            <p:spPr>
              <a:xfrm>
                <a:off x="8424874" y="4086388"/>
                <a:ext cx="2105742" cy="362457"/>
              </a:xfrm>
              <a:prstGeom prst="ellipse">
                <a:avLst/>
              </a:prstGeom>
              <a:solidFill>
                <a:sysClr val="windowText" lastClr="000000">
                  <a:alpha val="1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>
                <a:softEdge rad="139700"/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grpSp>
            <p:nvGrpSpPr>
              <p:cNvPr id="387" name="그룹 386">
                <a:extLst>
                  <a:ext uri="{FF2B5EF4-FFF2-40B4-BE49-F238E27FC236}">
                    <a16:creationId xmlns:a16="http://schemas.microsoft.com/office/drawing/2014/main" id="{5609CCA1-7B3E-F92C-2417-AD6675EAB681}"/>
                  </a:ext>
                </a:extLst>
              </p:cNvPr>
              <p:cNvGrpSpPr/>
              <p:nvPr/>
            </p:nvGrpSpPr>
            <p:grpSpPr>
              <a:xfrm>
                <a:off x="6366285" y="4242561"/>
                <a:ext cx="429490" cy="169740"/>
                <a:chOff x="5751584" y="4040427"/>
                <a:chExt cx="697271" cy="248517"/>
              </a:xfrm>
            </p:grpSpPr>
            <p:sp>
              <p:nvSpPr>
                <p:cNvPr id="388" name="자유형: 도형 387">
                  <a:extLst>
                    <a:ext uri="{FF2B5EF4-FFF2-40B4-BE49-F238E27FC236}">
                      <a16:creationId xmlns:a16="http://schemas.microsoft.com/office/drawing/2014/main" id="{E4DCE8DE-B266-F4E2-D00B-FA59493FDAB5}"/>
                    </a:ext>
                  </a:extLst>
                </p:cNvPr>
                <p:cNvSpPr/>
                <p:nvPr/>
              </p:nvSpPr>
              <p:spPr>
                <a:xfrm rot="10800000">
                  <a:off x="5751584" y="4125724"/>
                  <a:ext cx="697271" cy="163220"/>
                </a:xfrm>
                <a:custGeom>
                  <a:avLst/>
                  <a:gdLst>
                    <a:gd name="connsiteX0" fmla="*/ 523870 w 523870"/>
                    <a:gd name="connsiteY0" fmla="*/ 295722 h 295722"/>
                    <a:gd name="connsiteX1" fmla="*/ 422859 w 523870"/>
                    <a:gd name="connsiteY1" fmla="*/ 295722 h 295722"/>
                    <a:gd name="connsiteX2" fmla="*/ 261935 w 523870"/>
                    <a:gd name="connsiteY2" fmla="*/ 114041 h 295722"/>
                    <a:gd name="connsiteX3" fmla="*/ 101012 w 523870"/>
                    <a:gd name="connsiteY3" fmla="*/ 295722 h 295722"/>
                    <a:gd name="connsiteX4" fmla="*/ 0 w 523870"/>
                    <a:gd name="connsiteY4" fmla="*/ 295722 h 295722"/>
                    <a:gd name="connsiteX5" fmla="*/ 261935 w 523870"/>
                    <a:gd name="connsiteY5" fmla="*/ 0 h 2957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23870" h="295722">
                      <a:moveTo>
                        <a:pt x="523870" y="295722"/>
                      </a:moveTo>
                      <a:lnTo>
                        <a:pt x="422859" y="295722"/>
                      </a:lnTo>
                      <a:lnTo>
                        <a:pt x="261935" y="114041"/>
                      </a:lnTo>
                      <a:lnTo>
                        <a:pt x="101012" y="295722"/>
                      </a:lnTo>
                      <a:lnTo>
                        <a:pt x="0" y="295722"/>
                      </a:lnTo>
                      <a:lnTo>
                        <a:pt x="261935" y="0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endParaRPr>
                </a:p>
              </p:txBody>
            </p:sp>
            <p:sp>
              <p:nvSpPr>
                <p:cNvPr id="389" name="자유형: 도형 388">
                  <a:extLst>
                    <a:ext uri="{FF2B5EF4-FFF2-40B4-BE49-F238E27FC236}">
                      <a16:creationId xmlns:a16="http://schemas.microsoft.com/office/drawing/2014/main" id="{E7702F0F-FFE2-04B3-7EE7-F003463B5797}"/>
                    </a:ext>
                  </a:extLst>
                </p:cNvPr>
                <p:cNvSpPr/>
                <p:nvPr/>
              </p:nvSpPr>
              <p:spPr>
                <a:xfrm rot="10800000">
                  <a:off x="5838284" y="4040427"/>
                  <a:ext cx="523870" cy="122629"/>
                </a:xfrm>
                <a:custGeom>
                  <a:avLst/>
                  <a:gdLst>
                    <a:gd name="connsiteX0" fmla="*/ 523870 w 523870"/>
                    <a:gd name="connsiteY0" fmla="*/ 295722 h 295722"/>
                    <a:gd name="connsiteX1" fmla="*/ 422859 w 523870"/>
                    <a:gd name="connsiteY1" fmla="*/ 295722 h 295722"/>
                    <a:gd name="connsiteX2" fmla="*/ 261935 w 523870"/>
                    <a:gd name="connsiteY2" fmla="*/ 114041 h 295722"/>
                    <a:gd name="connsiteX3" fmla="*/ 101012 w 523870"/>
                    <a:gd name="connsiteY3" fmla="*/ 295722 h 295722"/>
                    <a:gd name="connsiteX4" fmla="*/ 0 w 523870"/>
                    <a:gd name="connsiteY4" fmla="*/ 295722 h 295722"/>
                    <a:gd name="connsiteX5" fmla="*/ 261935 w 523870"/>
                    <a:gd name="connsiteY5" fmla="*/ 0 h 2957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23870" h="295722">
                      <a:moveTo>
                        <a:pt x="523870" y="295722"/>
                      </a:moveTo>
                      <a:lnTo>
                        <a:pt x="422859" y="295722"/>
                      </a:lnTo>
                      <a:lnTo>
                        <a:pt x="261935" y="114041"/>
                      </a:lnTo>
                      <a:lnTo>
                        <a:pt x="101012" y="295722"/>
                      </a:lnTo>
                      <a:lnTo>
                        <a:pt x="0" y="295722"/>
                      </a:lnTo>
                      <a:lnTo>
                        <a:pt x="261935" y="0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85000"/>
                  </a:sys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endParaRPr>
                </a:p>
              </p:txBody>
            </p:sp>
          </p:grp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EB5450DD-4BFD-91B4-0EFE-869C2EA437DC}"/>
                </a:ext>
              </a:extLst>
            </p:cNvPr>
            <p:cNvGrpSpPr/>
            <p:nvPr/>
          </p:nvGrpSpPr>
          <p:grpSpPr>
            <a:xfrm>
              <a:off x="2764247" y="2148012"/>
              <a:ext cx="7614278" cy="1801560"/>
              <a:chOff x="2764247" y="2148012"/>
              <a:chExt cx="7614278" cy="1801560"/>
            </a:xfrm>
          </p:grpSpPr>
          <p:sp>
            <p:nvSpPr>
              <p:cNvPr id="357" name="사각형: 둥근 모서리 356">
                <a:extLst>
                  <a:ext uri="{FF2B5EF4-FFF2-40B4-BE49-F238E27FC236}">
                    <a16:creationId xmlns:a16="http://schemas.microsoft.com/office/drawing/2014/main" id="{1180616C-1FE8-4CD1-F271-7B5D0A2F0383}"/>
                  </a:ext>
                </a:extLst>
              </p:cNvPr>
              <p:cNvSpPr/>
              <p:nvPr/>
            </p:nvSpPr>
            <p:spPr>
              <a:xfrm rot="2700000">
                <a:off x="2764248" y="2148011"/>
                <a:ext cx="1801560" cy="1801561"/>
              </a:xfrm>
              <a:prstGeom prst="roundRect">
                <a:avLst>
                  <a:gd name="adj" fmla="val 19860"/>
                </a:avLst>
              </a:prstGeom>
              <a:solidFill>
                <a:srgbClr val="39BCB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358" name="사각형: 둥근 모서리 357">
                <a:extLst>
                  <a:ext uri="{FF2B5EF4-FFF2-40B4-BE49-F238E27FC236}">
                    <a16:creationId xmlns:a16="http://schemas.microsoft.com/office/drawing/2014/main" id="{10B0E374-31BE-7441-2D8A-6283A2927257}"/>
                  </a:ext>
                </a:extLst>
              </p:cNvPr>
              <p:cNvSpPr/>
              <p:nvPr/>
            </p:nvSpPr>
            <p:spPr>
              <a:xfrm rot="2700000">
                <a:off x="4701820" y="2148011"/>
                <a:ext cx="1801560" cy="1801561"/>
              </a:xfrm>
              <a:prstGeom prst="roundRect">
                <a:avLst>
                  <a:gd name="adj" fmla="val 19860"/>
                </a:avLst>
              </a:prstGeom>
              <a:solidFill>
                <a:srgbClr val="31A5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359" name="사각형: 둥근 모서리 358">
                <a:extLst>
                  <a:ext uri="{FF2B5EF4-FFF2-40B4-BE49-F238E27FC236}">
                    <a16:creationId xmlns:a16="http://schemas.microsoft.com/office/drawing/2014/main" id="{87D79D5D-D7BE-3511-0371-DB7BC6023756}"/>
                  </a:ext>
                </a:extLst>
              </p:cNvPr>
              <p:cNvSpPr/>
              <p:nvPr/>
            </p:nvSpPr>
            <p:spPr>
              <a:xfrm rot="2700000">
                <a:off x="6639392" y="2148011"/>
                <a:ext cx="1801560" cy="1801561"/>
              </a:xfrm>
              <a:prstGeom prst="roundRect">
                <a:avLst>
                  <a:gd name="adj" fmla="val 19860"/>
                </a:avLst>
              </a:prstGeom>
              <a:solidFill>
                <a:srgbClr val="39BCB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sp>
            <p:nvSpPr>
              <p:cNvPr id="360" name="사각형: 둥근 모서리 359">
                <a:extLst>
                  <a:ext uri="{FF2B5EF4-FFF2-40B4-BE49-F238E27FC236}">
                    <a16:creationId xmlns:a16="http://schemas.microsoft.com/office/drawing/2014/main" id="{73CE6300-B54A-7953-3D4B-3EED31909698}"/>
                  </a:ext>
                </a:extLst>
              </p:cNvPr>
              <p:cNvSpPr/>
              <p:nvPr/>
            </p:nvSpPr>
            <p:spPr>
              <a:xfrm rot="2700000">
                <a:off x="8576965" y="2148011"/>
                <a:ext cx="1801560" cy="1801561"/>
              </a:xfrm>
              <a:prstGeom prst="roundRect">
                <a:avLst>
                  <a:gd name="adj" fmla="val 19860"/>
                </a:avLst>
              </a:prstGeom>
              <a:solidFill>
                <a:srgbClr val="31A5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endParaRPr>
              </a:p>
            </p:txBody>
          </p:sp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21CEDCBF-15F8-592C-0B4D-BE87D1DC9F64}"/>
                  </a:ext>
                </a:extLst>
              </p:cNvPr>
              <p:cNvGrpSpPr/>
              <p:nvPr/>
            </p:nvGrpSpPr>
            <p:grpSpPr>
              <a:xfrm>
                <a:off x="2849744" y="2357861"/>
                <a:ext cx="7377725" cy="1241872"/>
                <a:chOff x="2849744" y="2357861"/>
                <a:chExt cx="7377725" cy="1241872"/>
              </a:xfrm>
            </p:grpSpPr>
            <p:grpSp>
              <p:nvGrpSpPr>
                <p:cNvPr id="361" name="그룹 360">
                  <a:extLst>
                    <a:ext uri="{FF2B5EF4-FFF2-40B4-BE49-F238E27FC236}">
                      <a16:creationId xmlns:a16="http://schemas.microsoft.com/office/drawing/2014/main" id="{8E9E8A2C-E732-7AA5-622D-B3DBD1286C9B}"/>
                    </a:ext>
                  </a:extLst>
                </p:cNvPr>
                <p:cNvGrpSpPr/>
                <p:nvPr/>
              </p:nvGrpSpPr>
              <p:grpSpPr>
                <a:xfrm>
                  <a:off x="2849744" y="2357861"/>
                  <a:ext cx="1630575" cy="1241871"/>
                  <a:chOff x="2248375" y="2140256"/>
                  <a:chExt cx="1037148" cy="789909"/>
                </a:xfrm>
              </p:grpSpPr>
              <p:sp>
                <p:nvSpPr>
                  <p:cNvPr id="362" name="TextBox 361">
                    <a:extLst>
                      <a:ext uri="{FF2B5EF4-FFF2-40B4-BE49-F238E27FC236}">
                        <a16:creationId xmlns:a16="http://schemas.microsoft.com/office/drawing/2014/main" id="{F928F966-46A9-8E56-C64E-5DB54434FF7F}"/>
                      </a:ext>
                    </a:extLst>
                  </p:cNvPr>
                  <p:cNvSpPr txBox="1"/>
                  <p:nvPr/>
                </p:nvSpPr>
                <p:spPr>
                  <a:xfrm>
                    <a:off x="2248375" y="2405790"/>
                    <a:ext cx="1037148" cy="24470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900" b="1" i="0" u="none" strike="noStrike" kern="0" cap="none" spc="-40" normalizeH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내용 입 </a:t>
                    </a:r>
                    <a:r>
                      <a:rPr kumimoji="0" lang="en-US" altLang="ko-KR" sz="1900" b="1" i="0" u="none" strike="noStrike" kern="0" cap="none" spc="-40" normalizeH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내 </a:t>
                    </a:r>
                    <a:r>
                      <a:rPr kumimoji="0" lang="ko-KR" altLang="en-US" sz="1900" b="1" i="0" u="none" strike="noStrike" kern="0" cap="none" spc="-40" normalizeH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내용</a:t>
                    </a:r>
                  </a:p>
                </p:txBody>
              </p:sp>
              <p:sp>
                <p:nvSpPr>
                  <p:cNvPr id="363" name="TextBox 362">
                    <a:extLst>
                      <a:ext uri="{FF2B5EF4-FFF2-40B4-BE49-F238E27FC236}">
                        <a16:creationId xmlns:a16="http://schemas.microsoft.com/office/drawing/2014/main" id="{ECD01BD1-F255-1A65-4D0B-06B11AEB64E3}"/>
                      </a:ext>
                    </a:extLst>
                  </p:cNvPr>
                  <p:cNvSpPr txBox="1"/>
                  <p:nvPr/>
                </p:nvSpPr>
                <p:spPr>
                  <a:xfrm>
                    <a:off x="2621594" y="2140256"/>
                    <a:ext cx="290711" cy="2368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alpha val="40000"/>
                          </a:prstClr>
                        </a:solidFill>
                        <a:effectLst/>
                        <a:uLnTx/>
                        <a:uFillTx/>
                        <a:latin typeface="Pretendard ExtraBold" panose="02000903000000020004" pitchFamily="2" charset="-127"/>
                        <a:ea typeface="Pretendard ExtraBold" panose="02000903000000020004" pitchFamily="2" charset="-127"/>
                      </a:rPr>
                      <a:t>1</a:t>
                    </a:r>
                    <a:endParaRPr kumimoji="0" lang="ko-KR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alpha val="40000"/>
                        </a:prstClr>
                      </a:solidFill>
                      <a:effectLst/>
                      <a:uLnTx/>
                      <a:uFillTx/>
                      <a:latin typeface="Pretendard ExtraBold" panose="02000903000000020004" pitchFamily="2" charset="-127"/>
                      <a:ea typeface="Pretendard ExtraBold" panose="02000903000000020004" pitchFamily="2" charset="-127"/>
                    </a:endParaRPr>
                  </a:p>
                </p:txBody>
              </p:sp>
              <p:cxnSp>
                <p:nvCxnSpPr>
                  <p:cNvPr id="364" name="직선 연결선 363">
                    <a:extLst>
                      <a:ext uri="{FF2B5EF4-FFF2-40B4-BE49-F238E27FC236}">
                        <a16:creationId xmlns:a16="http://schemas.microsoft.com/office/drawing/2014/main" id="{BA601E56-6451-AEDA-B474-59098762E5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8859" y="2712950"/>
                    <a:ext cx="816183" cy="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FFFFFF"/>
                    </a:solidFill>
                    <a:prstDash val="solid"/>
                    <a:miter lim="800000"/>
                  </a:ln>
                  <a:effectLst/>
                </p:spPr>
              </p:cxnSp>
              <p:sp>
                <p:nvSpPr>
                  <p:cNvPr id="365" name="TextBox 364">
                    <a:extLst>
                      <a:ext uri="{FF2B5EF4-FFF2-40B4-BE49-F238E27FC236}">
                        <a16:creationId xmlns:a16="http://schemas.microsoft.com/office/drawing/2014/main" id="{B0A103ED-4A78-C056-08BB-FE15A033222B}"/>
                      </a:ext>
                    </a:extLst>
                  </p:cNvPr>
                  <p:cNvSpPr txBox="1"/>
                  <p:nvPr/>
                </p:nvSpPr>
                <p:spPr>
                  <a:xfrm>
                    <a:off x="2399791" y="2753976"/>
                    <a:ext cx="734324" cy="17618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200" b="0" i="0" u="none" strike="noStrike" kern="0" cap="none" spc="-40" normalizeH="0" noProof="0" dirty="0">
                        <a:ln>
                          <a:noFill/>
                        </a:ln>
                        <a:solidFill>
                          <a:prstClr val="white">
                            <a:alpha val="70000"/>
                          </a:prstClr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</a:rPr>
                      <a:t>내용입 력내</a:t>
                    </a:r>
                  </a:p>
                </p:txBody>
              </p:sp>
            </p:grpSp>
            <p:grpSp>
              <p:nvGrpSpPr>
                <p:cNvPr id="366" name="그룹 365">
                  <a:extLst>
                    <a:ext uri="{FF2B5EF4-FFF2-40B4-BE49-F238E27FC236}">
                      <a16:creationId xmlns:a16="http://schemas.microsoft.com/office/drawing/2014/main" id="{C2005541-FB25-18B3-6ABB-C4347E9780B3}"/>
                    </a:ext>
                  </a:extLst>
                </p:cNvPr>
                <p:cNvGrpSpPr/>
                <p:nvPr/>
              </p:nvGrpSpPr>
              <p:grpSpPr>
                <a:xfrm>
                  <a:off x="4820659" y="2357861"/>
                  <a:ext cx="1563890" cy="1241871"/>
                  <a:chOff x="2269587" y="2140256"/>
                  <a:chExt cx="994732" cy="789909"/>
                </a:xfrm>
              </p:grpSpPr>
              <p:sp>
                <p:nvSpPr>
                  <p:cNvPr id="367" name="TextBox 366">
                    <a:extLst>
                      <a:ext uri="{FF2B5EF4-FFF2-40B4-BE49-F238E27FC236}">
                        <a16:creationId xmlns:a16="http://schemas.microsoft.com/office/drawing/2014/main" id="{AECE03BA-23AA-6167-EE78-32ECC32675B0}"/>
                      </a:ext>
                    </a:extLst>
                  </p:cNvPr>
                  <p:cNvSpPr txBox="1"/>
                  <p:nvPr/>
                </p:nvSpPr>
                <p:spPr>
                  <a:xfrm>
                    <a:off x="2356967" y="2405790"/>
                    <a:ext cx="819971" cy="24470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latinLnBrk="0"/>
                    <a:r>
                      <a:rPr lang="ko-KR" altLang="en-US" sz="1900" b="1" kern="0" spc="-40" dirty="0">
                        <a:solidFill>
                          <a:prstClr val="white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내용 입</a:t>
                    </a:r>
                  </a:p>
                </p:txBody>
              </p:sp>
              <p:sp>
                <p:nvSpPr>
                  <p:cNvPr id="368" name="TextBox 367">
                    <a:extLst>
                      <a:ext uri="{FF2B5EF4-FFF2-40B4-BE49-F238E27FC236}">
                        <a16:creationId xmlns:a16="http://schemas.microsoft.com/office/drawing/2014/main" id="{6BFC6B79-6B7F-55DA-9463-78148EAB51F1}"/>
                      </a:ext>
                    </a:extLst>
                  </p:cNvPr>
                  <p:cNvSpPr txBox="1"/>
                  <p:nvPr/>
                </p:nvSpPr>
                <p:spPr>
                  <a:xfrm>
                    <a:off x="2612886" y="2140256"/>
                    <a:ext cx="308127" cy="23491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alpha val="40000"/>
                          </a:prstClr>
                        </a:solidFill>
                        <a:effectLst/>
                        <a:uLnTx/>
                        <a:uFillTx/>
                        <a:latin typeface="Pretendard ExtraBold" panose="02000903000000020004" pitchFamily="2" charset="-127"/>
                        <a:ea typeface="Pretendard ExtraBold" panose="02000903000000020004" pitchFamily="2" charset="-127"/>
                      </a:rPr>
                      <a:t>2</a:t>
                    </a:r>
                    <a:endParaRPr kumimoji="0" lang="ko-KR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alpha val="40000"/>
                        </a:prstClr>
                      </a:solidFill>
                      <a:effectLst/>
                      <a:uLnTx/>
                      <a:uFillTx/>
                      <a:latin typeface="Pretendard ExtraBold" panose="02000903000000020004" pitchFamily="2" charset="-127"/>
                      <a:ea typeface="Pretendard ExtraBold" panose="02000903000000020004" pitchFamily="2" charset="-127"/>
                    </a:endParaRPr>
                  </a:p>
                </p:txBody>
              </p:sp>
              <p:cxnSp>
                <p:nvCxnSpPr>
                  <p:cNvPr id="369" name="직선 연결선 368">
                    <a:extLst>
                      <a:ext uri="{FF2B5EF4-FFF2-40B4-BE49-F238E27FC236}">
                        <a16:creationId xmlns:a16="http://schemas.microsoft.com/office/drawing/2014/main" id="{34929CF1-B604-F5A9-EE7B-022F346CB46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8859" y="2712950"/>
                    <a:ext cx="816183" cy="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FFFFFF"/>
                    </a:solidFill>
                    <a:prstDash val="solid"/>
                    <a:miter lim="800000"/>
                  </a:ln>
                  <a:effectLst/>
                </p:spPr>
              </p:cxnSp>
              <p:sp>
                <p:nvSpPr>
                  <p:cNvPr id="370" name="TextBox 369">
                    <a:extLst>
                      <a:ext uri="{FF2B5EF4-FFF2-40B4-BE49-F238E27FC236}">
                        <a16:creationId xmlns:a16="http://schemas.microsoft.com/office/drawing/2014/main" id="{990C7DA1-2B63-5D33-100D-5583699FD4D8}"/>
                      </a:ext>
                    </a:extLst>
                  </p:cNvPr>
                  <p:cNvSpPr txBox="1"/>
                  <p:nvPr/>
                </p:nvSpPr>
                <p:spPr>
                  <a:xfrm>
                    <a:off x="2269587" y="2753976"/>
                    <a:ext cx="994732" cy="17618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latinLnBrk="0"/>
                    <a:r>
                      <a:rPr lang="ko-KR" altLang="en-US" sz="1200" kern="0" spc="-40" dirty="0">
                        <a:solidFill>
                          <a:prstClr val="white">
                            <a:alpha val="70000"/>
                          </a:prst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rPr>
                      <a:t>내용 입</a:t>
                    </a:r>
                    <a:r>
                      <a:rPr lang="en-US" altLang="ko-KR" sz="1200" kern="0" spc="-40" dirty="0">
                        <a:solidFill>
                          <a:prstClr val="white">
                            <a:alpha val="70000"/>
                          </a:prst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rPr>
                      <a:t>내</a:t>
                    </a:r>
                    <a:r>
                      <a:rPr lang="ko-KR" altLang="en-US" sz="1200" kern="0" spc="-40" dirty="0">
                        <a:solidFill>
                          <a:prstClr val="white">
                            <a:alpha val="70000"/>
                          </a:prst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rPr>
                      <a:t>내용 입</a:t>
                    </a:r>
                  </a:p>
                </p:txBody>
              </p:sp>
            </p:grpSp>
            <p:grpSp>
              <p:nvGrpSpPr>
                <p:cNvPr id="371" name="그룹 370">
                  <a:extLst>
                    <a:ext uri="{FF2B5EF4-FFF2-40B4-BE49-F238E27FC236}">
                      <a16:creationId xmlns:a16="http://schemas.microsoft.com/office/drawing/2014/main" id="{7BC01131-E500-B029-8249-B5074CB154DD}"/>
                    </a:ext>
                  </a:extLst>
                </p:cNvPr>
                <p:cNvGrpSpPr/>
                <p:nvPr/>
              </p:nvGrpSpPr>
              <p:grpSpPr>
                <a:xfrm>
                  <a:off x="6807761" y="2357861"/>
                  <a:ext cx="1464825" cy="1241871"/>
                  <a:chOff x="2301089" y="2140256"/>
                  <a:chExt cx="931720" cy="789909"/>
                </a:xfrm>
              </p:grpSpPr>
              <p:sp>
                <p:nvSpPr>
                  <p:cNvPr id="372" name="TextBox 371">
                    <a:extLst>
                      <a:ext uri="{FF2B5EF4-FFF2-40B4-BE49-F238E27FC236}">
                        <a16:creationId xmlns:a16="http://schemas.microsoft.com/office/drawing/2014/main" id="{27A4DD3A-9FD5-0867-4EFD-99A064AAF684}"/>
                      </a:ext>
                    </a:extLst>
                  </p:cNvPr>
                  <p:cNvSpPr txBox="1"/>
                  <p:nvPr/>
                </p:nvSpPr>
                <p:spPr>
                  <a:xfrm>
                    <a:off x="2301089" y="2405790"/>
                    <a:ext cx="931720" cy="24470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latinLnBrk="0"/>
                    <a:r>
                      <a:rPr lang="ko-KR" altLang="en-US" sz="1900" b="1" kern="0" spc="-40" dirty="0">
                        <a:solidFill>
                          <a:prstClr val="white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내용입 력</a:t>
                    </a:r>
                  </a:p>
                </p:txBody>
              </p:sp>
              <p:sp>
                <p:nvSpPr>
                  <p:cNvPr id="373" name="TextBox 372">
                    <a:extLst>
                      <a:ext uri="{FF2B5EF4-FFF2-40B4-BE49-F238E27FC236}">
                        <a16:creationId xmlns:a16="http://schemas.microsoft.com/office/drawing/2014/main" id="{9900BCB6-8920-1C5F-798C-D08AD439FD11}"/>
                      </a:ext>
                    </a:extLst>
                  </p:cNvPr>
                  <p:cNvSpPr txBox="1"/>
                  <p:nvPr/>
                </p:nvSpPr>
                <p:spPr>
                  <a:xfrm>
                    <a:off x="2610847" y="2140256"/>
                    <a:ext cx="312205" cy="23491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alpha val="40000"/>
                          </a:prstClr>
                        </a:solidFill>
                        <a:effectLst/>
                        <a:uLnTx/>
                        <a:uFillTx/>
                        <a:latin typeface="Pretendard ExtraBold" panose="02000903000000020004" pitchFamily="2" charset="-127"/>
                        <a:ea typeface="Pretendard ExtraBold" panose="02000903000000020004" pitchFamily="2" charset="-127"/>
                      </a:rPr>
                      <a:t>3</a:t>
                    </a:r>
                    <a:endParaRPr kumimoji="0" lang="ko-KR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alpha val="40000"/>
                        </a:prstClr>
                      </a:solidFill>
                      <a:effectLst/>
                      <a:uLnTx/>
                      <a:uFillTx/>
                      <a:latin typeface="Pretendard ExtraBold" panose="02000903000000020004" pitchFamily="2" charset="-127"/>
                      <a:ea typeface="Pretendard ExtraBold" panose="02000903000000020004" pitchFamily="2" charset="-127"/>
                    </a:endParaRPr>
                  </a:p>
                </p:txBody>
              </p:sp>
              <p:cxnSp>
                <p:nvCxnSpPr>
                  <p:cNvPr id="374" name="직선 연결선 373">
                    <a:extLst>
                      <a:ext uri="{FF2B5EF4-FFF2-40B4-BE49-F238E27FC236}">
                        <a16:creationId xmlns:a16="http://schemas.microsoft.com/office/drawing/2014/main" id="{DF82F0FE-065E-5E88-D823-FAF8A02EFA6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8859" y="2712950"/>
                    <a:ext cx="816183" cy="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FFFFFF"/>
                    </a:solidFill>
                    <a:prstDash val="solid"/>
                    <a:miter lim="800000"/>
                  </a:ln>
                  <a:effectLst/>
                </p:spPr>
              </p:cxnSp>
              <p:sp>
                <p:nvSpPr>
                  <p:cNvPr id="375" name="TextBox 374">
                    <a:extLst>
                      <a:ext uri="{FF2B5EF4-FFF2-40B4-BE49-F238E27FC236}">
                        <a16:creationId xmlns:a16="http://schemas.microsoft.com/office/drawing/2014/main" id="{3D9CF87E-31F5-EE77-275E-6EE5437D18F2}"/>
                      </a:ext>
                    </a:extLst>
                  </p:cNvPr>
                  <p:cNvSpPr txBox="1"/>
                  <p:nvPr/>
                </p:nvSpPr>
                <p:spPr>
                  <a:xfrm>
                    <a:off x="2442104" y="2753976"/>
                    <a:ext cx="649695" cy="17618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latinLnBrk="0"/>
                    <a:r>
                      <a:rPr lang="ko-KR" altLang="en-US" sz="1200" kern="0" spc="-40" dirty="0">
                        <a:solidFill>
                          <a:prstClr val="white">
                            <a:alpha val="70000"/>
                          </a:prst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rPr>
                      <a:t>내용입 력</a:t>
                    </a:r>
                  </a:p>
                </p:txBody>
              </p:sp>
            </p:grpSp>
            <p:grpSp>
              <p:nvGrpSpPr>
                <p:cNvPr id="376" name="그룹 375">
                  <a:extLst>
                    <a:ext uri="{FF2B5EF4-FFF2-40B4-BE49-F238E27FC236}">
                      <a16:creationId xmlns:a16="http://schemas.microsoft.com/office/drawing/2014/main" id="{4CFB43BE-8941-4B28-C547-89D8ADC2C915}"/>
                    </a:ext>
                  </a:extLst>
                </p:cNvPr>
                <p:cNvGrpSpPr/>
                <p:nvPr/>
              </p:nvGrpSpPr>
              <p:grpSpPr>
                <a:xfrm>
                  <a:off x="8728021" y="2357863"/>
                  <a:ext cx="1499448" cy="1241870"/>
                  <a:chOff x="2290081" y="2140256"/>
                  <a:chExt cx="953743" cy="789908"/>
                </a:xfrm>
              </p:grpSpPr>
              <p:sp>
                <p:nvSpPr>
                  <p:cNvPr id="377" name="TextBox 376">
                    <a:extLst>
                      <a:ext uri="{FF2B5EF4-FFF2-40B4-BE49-F238E27FC236}">
                        <a16:creationId xmlns:a16="http://schemas.microsoft.com/office/drawing/2014/main" id="{C2C6532D-ED66-ADDA-E71D-81441C668E91}"/>
                      </a:ext>
                    </a:extLst>
                  </p:cNvPr>
                  <p:cNvSpPr txBox="1"/>
                  <p:nvPr/>
                </p:nvSpPr>
                <p:spPr>
                  <a:xfrm>
                    <a:off x="2301091" y="2405790"/>
                    <a:ext cx="931721" cy="24470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latinLnBrk="0"/>
                    <a:r>
                      <a:rPr lang="ko-KR" altLang="en-US" sz="1900" b="1" kern="0" spc="-40" dirty="0">
                        <a:solidFill>
                          <a:prstClr val="white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내용입 력</a:t>
                    </a:r>
                  </a:p>
                </p:txBody>
              </p:sp>
              <p:sp>
                <p:nvSpPr>
                  <p:cNvPr id="378" name="TextBox 377">
                    <a:extLst>
                      <a:ext uri="{FF2B5EF4-FFF2-40B4-BE49-F238E27FC236}">
                        <a16:creationId xmlns:a16="http://schemas.microsoft.com/office/drawing/2014/main" id="{B10F54AA-D0CA-4358-C434-68BF378EEA4C}"/>
                      </a:ext>
                    </a:extLst>
                  </p:cNvPr>
                  <p:cNvSpPr txBox="1"/>
                  <p:nvPr/>
                </p:nvSpPr>
                <p:spPr>
                  <a:xfrm>
                    <a:off x="2609318" y="2140256"/>
                    <a:ext cx="315265" cy="23491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alpha val="40000"/>
                          </a:prstClr>
                        </a:solidFill>
                        <a:effectLst/>
                        <a:uLnTx/>
                        <a:uFillTx/>
                        <a:latin typeface="Pretendard ExtraBold" panose="02000903000000020004" pitchFamily="2" charset="-127"/>
                        <a:ea typeface="Pretendard ExtraBold" panose="02000903000000020004" pitchFamily="2" charset="-127"/>
                      </a:rPr>
                      <a:t>4</a:t>
                    </a:r>
                    <a:endParaRPr kumimoji="0" lang="ko-KR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alpha val="40000"/>
                        </a:prstClr>
                      </a:solidFill>
                      <a:effectLst/>
                      <a:uLnTx/>
                      <a:uFillTx/>
                      <a:latin typeface="Pretendard ExtraBold" panose="02000903000000020004" pitchFamily="2" charset="-127"/>
                      <a:ea typeface="Pretendard ExtraBold" panose="02000903000000020004" pitchFamily="2" charset="-127"/>
                    </a:endParaRPr>
                  </a:p>
                </p:txBody>
              </p:sp>
              <p:cxnSp>
                <p:nvCxnSpPr>
                  <p:cNvPr id="379" name="직선 연결선 378">
                    <a:extLst>
                      <a:ext uri="{FF2B5EF4-FFF2-40B4-BE49-F238E27FC236}">
                        <a16:creationId xmlns:a16="http://schemas.microsoft.com/office/drawing/2014/main" id="{91C120E8-8FF8-54B1-C3F5-C6F0E5BFD3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8859" y="2712950"/>
                    <a:ext cx="816183" cy="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FFFFFF"/>
                    </a:solidFill>
                    <a:prstDash val="solid"/>
                    <a:miter lim="800000"/>
                  </a:ln>
                  <a:effectLst/>
                </p:spPr>
              </p:cxnSp>
              <p:sp>
                <p:nvSpPr>
                  <p:cNvPr id="380" name="TextBox 379">
                    <a:extLst>
                      <a:ext uri="{FF2B5EF4-FFF2-40B4-BE49-F238E27FC236}">
                        <a16:creationId xmlns:a16="http://schemas.microsoft.com/office/drawing/2014/main" id="{54C95B2D-97DA-B834-3473-358B77377385}"/>
                      </a:ext>
                    </a:extLst>
                  </p:cNvPr>
                  <p:cNvSpPr txBox="1"/>
                  <p:nvPr/>
                </p:nvSpPr>
                <p:spPr>
                  <a:xfrm>
                    <a:off x="2290081" y="2753975"/>
                    <a:ext cx="953743" cy="17618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R="0" lvl="0" indent="0" algn="ctr" fontAlgn="auto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lang="ko-KR" altLang="en-US" sz="1200" kern="0" spc="-40" dirty="0">
                        <a:solidFill>
                          <a:prstClr val="white">
                            <a:alpha val="70000"/>
                          </a:prst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rPr>
                      <a:t>내용 입 </a:t>
                    </a:r>
                    <a:r>
                      <a:rPr lang="en-US" altLang="ko-KR" sz="1200" kern="0" spc="-40" dirty="0">
                        <a:solidFill>
                          <a:prstClr val="white">
                            <a:alpha val="70000"/>
                          </a:prst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rPr>
                      <a:t>내 </a:t>
                    </a:r>
                    <a:r>
                      <a:rPr lang="ko-KR" altLang="en-US" sz="1200" kern="0" spc="-40" dirty="0">
                        <a:solidFill>
                          <a:prstClr val="white">
                            <a:alpha val="70000"/>
                          </a:prst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</a:rPr>
                      <a:t>내용 입</a:t>
                    </a:r>
                  </a:p>
                </p:txBody>
              </p:sp>
            </p:grpSp>
            <p:sp>
              <p:nvSpPr>
                <p:cNvPr id="381" name="자유형: 도형 380">
                  <a:extLst>
                    <a:ext uri="{FF2B5EF4-FFF2-40B4-BE49-F238E27FC236}">
                      <a16:creationId xmlns:a16="http://schemas.microsoft.com/office/drawing/2014/main" id="{F0F94D83-7781-035F-91ED-E11B321B2362}"/>
                    </a:ext>
                  </a:extLst>
                </p:cNvPr>
                <p:cNvSpPr/>
                <p:nvPr/>
              </p:nvSpPr>
              <p:spPr>
                <a:xfrm rot="2700000">
                  <a:off x="4418068" y="2831998"/>
                  <a:ext cx="431490" cy="431491"/>
                </a:xfrm>
                <a:custGeom>
                  <a:avLst/>
                  <a:gdLst>
                    <a:gd name="connsiteX0" fmla="*/ 0 w 431490"/>
                    <a:gd name="connsiteY0" fmla="*/ 0 h 431491"/>
                    <a:gd name="connsiteX1" fmla="*/ 73700 w 431490"/>
                    <a:gd name="connsiteY1" fmla="*/ 0 h 431491"/>
                    <a:gd name="connsiteX2" fmla="*/ 431490 w 431490"/>
                    <a:gd name="connsiteY2" fmla="*/ 357790 h 431491"/>
                    <a:gd name="connsiteX3" fmla="*/ 431490 w 431490"/>
                    <a:gd name="connsiteY3" fmla="*/ 431491 h 431491"/>
                    <a:gd name="connsiteX4" fmla="*/ 357790 w 431490"/>
                    <a:gd name="connsiteY4" fmla="*/ 431491 h 431491"/>
                    <a:gd name="connsiteX5" fmla="*/ 0 w 431490"/>
                    <a:gd name="connsiteY5" fmla="*/ 73701 h 431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31490" h="431491">
                      <a:moveTo>
                        <a:pt x="0" y="0"/>
                      </a:moveTo>
                      <a:lnTo>
                        <a:pt x="73700" y="0"/>
                      </a:lnTo>
                      <a:cubicBezTo>
                        <a:pt x="271302" y="0"/>
                        <a:pt x="431490" y="160188"/>
                        <a:pt x="431490" y="357790"/>
                      </a:cubicBezTo>
                      <a:lnTo>
                        <a:pt x="431490" y="431491"/>
                      </a:lnTo>
                      <a:lnTo>
                        <a:pt x="357790" y="431491"/>
                      </a:lnTo>
                      <a:cubicBezTo>
                        <a:pt x="160188" y="431491"/>
                        <a:pt x="0" y="271303"/>
                        <a:pt x="0" y="7370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7800000" scaled="0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endParaRPr>
                </a:p>
              </p:txBody>
            </p:sp>
            <p:sp>
              <p:nvSpPr>
                <p:cNvPr id="382" name="자유형: 도형 381">
                  <a:extLst>
                    <a:ext uri="{FF2B5EF4-FFF2-40B4-BE49-F238E27FC236}">
                      <a16:creationId xmlns:a16="http://schemas.microsoft.com/office/drawing/2014/main" id="{538B1C8F-AAEB-464C-CDAF-EA4CA2B1A561}"/>
                    </a:ext>
                  </a:extLst>
                </p:cNvPr>
                <p:cNvSpPr/>
                <p:nvPr/>
              </p:nvSpPr>
              <p:spPr>
                <a:xfrm rot="2700000">
                  <a:off x="8293214" y="2832000"/>
                  <a:ext cx="431490" cy="431491"/>
                </a:xfrm>
                <a:custGeom>
                  <a:avLst/>
                  <a:gdLst>
                    <a:gd name="connsiteX0" fmla="*/ 0 w 431490"/>
                    <a:gd name="connsiteY0" fmla="*/ 0 h 431491"/>
                    <a:gd name="connsiteX1" fmla="*/ 73700 w 431490"/>
                    <a:gd name="connsiteY1" fmla="*/ 0 h 431491"/>
                    <a:gd name="connsiteX2" fmla="*/ 431490 w 431490"/>
                    <a:gd name="connsiteY2" fmla="*/ 357790 h 431491"/>
                    <a:gd name="connsiteX3" fmla="*/ 431490 w 431490"/>
                    <a:gd name="connsiteY3" fmla="*/ 431491 h 431491"/>
                    <a:gd name="connsiteX4" fmla="*/ 357790 w 431490"/>
                    <a:gd name="connsiteY4" fmla="*/ 431491 h 431491"/>
                    <a:gd name="connsiteX5" fmla="*/ 0 w 431490"/>
                    <a:gd name="connsiteY5" fmla="*/ 73701 h 431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31490" h="431491">
                      <a:moveTo>
                        <a:pt x="0" y="0"/>
                      </a:moveTo>
                      <a:lnTo>
                        <a:pt x="73700" y="0"/>
                      </a:lnTo>
                      <a:cubicBezTo>
                        <a:pt x="271302" y="0"/>
                        <a:pt x="431490" y="160188"/>
                        <a:pt x="431490" y="357790"/>
                      </a:cubicBezTo>
                      <a:lnTo>
                        <a:pt x="431490" y="431491"/>
                      </a:lnTo>
                      <a:lnTo>
                        <a:pt x="357790" y="431491"/>
                      </a:lnTo>
                      <a:cubicBezTo>
                        <a:pt x="160188" y="431491"/>
                        <a:pt x="0" y="271303"/>
                        <a:pt x="0" y="7370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7800000" scaled="0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endParaRPr>
                </a:p>
              </p:txBody>
            </p:sp>
            <p:sp>
              <p:nvSpPr>
                <p:cNvPr id="383" name="자유형: 도형 382">
                  <a:extLst>
                    <a:ext uri="{FF2B5EF4-FFF2-40B4-BE49-F238E27FC236}">
                      <a16:creationId xmlns:a16="http://schemas.microsoft.com/office/drawing/2014/main" id="{6945A05C-CB02-2B10-1348-71E1C62EC863}"/>
                    </a:ext>
                  </a:extLst>
                </p:cNvPr>
                <p:cNvSpPr/>
                <p:nvPr/>
              </p:nvSpPr>
              <p:spPr>
                <a:xfrm rot="2700000">
                  <a:off x="6355641" y="2832001"/>
                  <a:ext cx="431490" cy="431491"/>
                </a:xfrm>
                <a:custGeom>
                  <a:avLst/>
                  <a:gdLst>
                    <a:gd name="connsiteX0" fmla="*/ 0 w 431490"/>
                    <a:gd name="connsiteY0" fmla="*/ 0 h 431491"/>
                    <a:gd name="connsiteX1" fmla="*/ 73700 w 431490"/>
                    <a:gd name="connsiteY1" fmla="*/ 0 h 431491"/>
                    <a:gd name="connsiteX2" fmla="*/ 431490 w 431490"/>
                    <a:gd name="connsiteY2" fmla="*/ 357790 h 431491"/>
                    <a:gd name="connsiteX3" fmla="*/ 431490 w 431490"/>
                    <a:gd name="connsiteY3" fmla="*/ 431491 h 431491"/>
                    <a:gd name="connsiteX4" fmla="*/ 357790 w 431490"/>
                    <a:gd name="connsiteY4" fmla="*/ 431491 h 431491"/>
                    <a:gd name="connsiteX5" fmla="*/ 0 w 431490"/>
                    <a:gd name="connsiteY5" fmla="*/ 73701 h 431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31490" h="431491">
                      <a:moveTo>
                        <a:pt x="0" y="0"/>
                      </a:moveTo>
                      <a:lnTo>
                        <a:pt x="73700" y="0"/>
                      </a:lnTo>
                      <a:cubicBezTo>
                        <a:pt x="271302" y="0"/>
                        <a:pt x="431490" y="160188"/>
                        <a:pt x="431490" y="357790"/>
                      </a:cubicBezTo>
                      <a:lnTo>
                        <a:pt x="431490" y="431491"/>
                      </a:lnTo>
                      <a:lnTo>
                        <a:pt x="357790" y="431491"/>
                      </a:lnTo>
                      <a:cubicBezTo>
                        <a:pt x="160188" y="431491"/>
                        <a:pt x="0" y="271303"/>
                        <a:pt x="0" y="7370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19200000" scaled="0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+mn-cs"/>
                  </a:endParaRPr>
                </a:p>
              </p:txBody>
            </p:sp>
          </p:grpSp>
        </p:grp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0C16256-075E-D71B-4905-20AF2DB28D7F}"/>
              </a:ext>
            </a:extLst>
          </p:cNvPr>
          <p:cNvGrpSpPr/>
          <p:nvPr/>
        </p:nvGrpSpPr>
        <p:grpSpPr>
          <a:xfrm>
            <a:off x="1692613" y="4485438"/>
            <a:ext cx="9755079" cy="1914997"/>
            <a:chOff x="1692613" y="4485438"/>
            <a:chExt cx="9755079" cy="1914997"/>
          </a:xfrm>
        </p:grpSpPr>
        <p:sp>
          <p:nvSpPr>
            <p:cNvPr id="351" name="직사각형 350">
              <a:extLst>
                <a:ext uri="{FF2B5EF4-FFF2-40B4-BE49-F238E27FC236}">
                  <a16:creationId xmlns:a16="http://schemas.microsoft.com/office/drawing/2014/main" id="{985CFDBD-0077-CDD9-3C68-6E0DAA0FFEEA}"/>
                </a:ext>
              </a:extLst>
            </p:cNvPr>
            <p:cNvSpPr/>
            <p:nvPr/>
          </p:nvSpPr>
          <p:spPr>
            <a:xfrm>
              <a:off x="1692613" y="4485438"/>
              <a:ext cx="9755075" cy="1894366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54A7E071-F7C6-86F3-EFB0-1EAB3620BC40}"/>
                </a:ext>
              </a:extLst>
            </p:cNvPr>
            <p:cNvGrpSpPr/>
            <p:nvPr/>
          </p:nvGrpSpPr>
          <p:grpSpPr>
            <a:xfrm>
              <a:off x="1698171" y="4552159"/>
              <a:ext cx="2463926" cy="907639"/>
              <a:chOff x="1698171" y="4552159"/>
              <a:chExt cx="2463926" cy="907639"/>
            </a:xfrm>
          </p:grpSpPr>
          <p:grpSp>
            <p:nvGrpSpPr>
              <p:cNvPr id="390" name="그룹 389">
                <a:extLst>
                  <a:ext uri="{FF2B5EF4-FFF2-40B4-BE49-F238E27FC236}">
                    <a16:creationId xmlns:a16="http://schemas.microsoft.com/office/drawing/2014/main" id="{E2A150DB-DB6E-C5E9-1AB9-772C95CB0224}"/>
                  </a:ext>
                </a:extLst>
              </p:cNvPr>
              <p:cNvGrpSpPr/>
              <p:nvPr/>
            </p:nvGrpSpPr>
            <p:grpSpPr>
              <a:xfrm>
                <a:off x="1698171" y="4552159"/>
                <a:ext cx="2317229" cy="338554"/>
                <a:chOff x="685801" y="4315250"/>
                <a:chExt cx="2257424" cy="523027"/>
              </a:xfrm>
            </p:grpSpPr>
            <p:cxnSp>
              <p:nvCxnSpPr>
                <p:cNvPr id="391" name="직선 연결선 390">
                  <a:extLst>
                    <a:ext uri="{FF2B5EF4-FFF2-40B4-BE49-F238E27FC236}">
                      <a16:creationId xmlns:a16="http://schemas.microsoft.com/office/drawing/2014/main" id="{0962171C-FEE1-A3B6-30BA-6A215D803040}"/>
                    </a:ext>
                  </a:extLst>
                </p:cNvPr>
                <p:cNvCxnSpPr/>
                <p:nvPr/>
              </p:nvCxnSpPr>
              <p:spPr>
                <a:xfrm>
                  <a:off x="685801" y="4819650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9BCBD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392" name="TextBox 391">
                  <a:extLst>
                    <a:ext uri="{FF2B5EF4-FFF2-40B4-BE49-F238E27FC236}">
                      <a16:creationId xmlns:a16="http://schemas.microsoft.com/office/drawing/2014/main" id="{C57A6608-6D0B-9DCE-F037-BF24A7B7C9B8}"/>
                    </a:ext>
                  </a:extLst>
                </p:cNvPr>
                <p:cNvSpPr txBox="1"/>
                <p:nvPr/>
              </p:nvSpPr>
              <p:spPr>
                <a:xfrm>
                  <a:off x="985913" y="4315250"/>
                  <a:ext cx="1657204" cy="523027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600" b="1" i="0" u="none" strike="noStrike" kern="0" cap="none" spc="-40" normalizeH="0" noProof="0" dirty="0">
                      <a:ln>
                        <a:noFill/>
                      </a:ln>
                      <a:solidFill>
                        <a:srgbClr val="39BCBD"/>
                      </a:solidFill>
                      <a:effectLst/>
                      <a:uLnTx/>
                      <a:uFillTx/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 입력 내</a:t>
                  </a:r>
                </a:p>
              </p:txBody>
            </p:sp>
            <p:cxnSp>
              <p:nvCxnSpPr>
                <p:cNvPr id="393" name="직선 연결선 392">
                  <a:extLst>
                    <a:ext uri="{FF2B5EF4-FFF2-40B4-BE49-F238E27FC236}">
                      <a16:creationId xmlns:a16="http://schemas.microsoft.com/office/drawing/2014/main" id="{5BF3147A-DB88-C11E-E029-8A46C947B2FE}"/>
                    </a:ext>
                  </a:extLst>
                </p:cNvPr>
                <p:cNvCxnSpPr/>
                <p:nvPr/>
              </p:nvCxnSpPr>
              <p:spPr>
                <a:xfrm>
                  <a:off x="685801" y="4333875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9BCBD"/>
                  </a:solidFill>
                  <a:prstDash val="solid"/>
                  <a:miter lim="800000"/>
                </a:ln>
                <a:effectLst/>
              </p:spPr>
            </p:cxnSp>
          </p:grpSp>
          <p:sp>
            <p:nvSpPr>
              <p:cNvPr id="394" name="TextBox 393">
                <a:extLst>
                  <a:ext uri="{FF2B5EF4-FFF2-40B4-BE49-F238E27FC236}">
                    <a16:creationId xmlns:a16="http://schemas.microsoft.com/office/drawing/2014/main" id="{CC3283AB-21C5-2792-D5F2-3B047D973E31}"/>
                  </a:ext>
                </a:extLst>
              </p:cNvPr>
              <p:cNvSpPr txBox="1"/>
              <p:nvPr/>
            </p:nvSpPr>
            <p:spPr>
              <a:xfrm>
                <a:off x="1778277" y="4901555"/>
                <a:ext cx="2383820" cy="558243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 err="1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 내용</a:t>
                </a:r>
              </a:p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531내용 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입력내</a:t>
                </a:r>
              </a:p>
            </p:txBody>
          </p:sp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3422DE86-D32A-77BF-6C74-650D343D5AA3}"/>
                </a:ext>
              </a:extLst>
            </p:cNvPr>
            <p:cNvGrpSpPr/>
            <p:nvPr/>
          </p:nvGrpSpPr>
          <p:grpSpPr>
            <a:xfrm>
              <a:off x="4175601" y="4552159"/>
              <a:ext cx="2317229" cy="907639"/>
              <a:chOff x="4175601" y="4552159"/>
              <a:chExt cx="2317229" cy="907639"/>
            </a:xfrm>
          </p:grpSpPr>
          <p:grpSp>
            <p:nvGrpSpPr>
              <p:cNvPr id="395" name="그룹 394">
                <a:extLst>
                  <a:ext uri="{FF2B5EF4-FFF2-40B4-BE49-F238E27FC236}">
                    <a16:creationId xmlns:a16="http://schemas.microsoft.com/office/drawing/2014/main" id="{89D5C90A-57C2-1487-AD03-A4712D6239C0}"/>
                  </a:ext>
                </a:extLst>
              </p:cNvPr>
              <p:cNvGrpSpPr/>
              <p:nvPr/>
            </p:nvGrpSpPr>
            <p:grpSpPr>
              <a:xfrm>
                <a:off x="4175601" y="4552159"/>
                <a:ext cx="2317229" cy="338554"/>
                <a:chOff x="685801" y="4315250"/>
                <a:chExt cx="2257424" cy="523027"/>
              </a:xfrm>
            </p:grpSpPr>
            <p:cxnSp>
              <p:nvCxnSpPr>
                <p:cNvPr id="396" name="직선 연결선 395">
                  <a:extLst>
                    <a:ext uri="{FF2B5EF4-FFF2-40B4-BE49-F238E27FC236}">
                      <a16:creationId xmlns:a16="http://schemas.microsoft.com/office/drawing/2014/main" id="{B8FAC71D-49D3-FD12-562A-96BB06BDC8C2}"/>
                    </a:ext>
                  </a:extLst>
                </p:cNvPr>
                <p:cNvCxnSpPr/>
                <p:nvPr/>
              </p:nvCxnSpPr>
              <p:spPr>
                <a:xfrm>
                  <a:off x="685801" y="4819650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1A5E2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397" name="TextBox 396">
                  <a:extLst>
                    <a:ext uri="{FF2B5EF4-FFF2-40B4-BE49-F238E27FC236}">
                      <a16:creationId xmlns:a16="http://schemas.microsoft.com/office/drawing/2014/main" id="{A0D03790-6B74-8294-069D-681957EBEA6A}"/>
                    </a:ext>
                  </a:extLst>
                </p:cNvPr>
                <p:cNvSpPr txBox="1"/>
                <p:nvPr/>
              </p:nvSpPr>
              <p:spPr>
                <a:xfrm>
                  <a:off x="925166" y="4315250"/>
                  <a:ext cx="1778699" cy="523027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600" b="1" i="0" u="none" strike="noStrike" kern="0" cap="none" spc="-40" normalizeH="0" noProof="0" dirty="0">
                      <a:ln>
                        <a:noFill/>
                      </a:ln>
                      <a:solidFill>
                        <a:srgbClr val="31A5E2"/>
                      </a:solidFill>
                      <a:effectLst/>
                      <a:uLnTx/>
                      <a:uFillTx/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내용입 력내 용</a:t>
                  </a:r>
                </a:p>
              </p:txBody>
            </p:sp>
            <p:cxnSp>
              <p:nvCxnSpPr>
                <p:cNvPr id="398" name="직선 연결선 397">
                  <a:extLst>
                    <a:ext uri="{FF2B5EF4-FFF2-40B4-BE49-F238E27FC236}">
                      <a16:creationId xmlns:a16="http://schemas.microsoft.com/office/drawing/2014/main" id="{288FB3CF-D40E-DFEA-1A23-6ACCE22FDDF3}"/>
                    </a:ext>
                  </a:extLst>
                </p:cNvPr>
                <p:cNvCxnSpPr/>
                <p:nvPr/>
              </p:nvCxnSpPr>
              <p:spPr>
                <a:xfrm>
                  <a:off x="685801" y="4333875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1A5E2"/>
                  </a:solidFill>
                  <a:prstDash val="solid"/>
                  <a:miter lim="800000"/>
                </a:ln>
                <a:effectLst/>
              </p:spPr>
            </p:cxnSp>
          </p:grpSp>
          <p:sp>
            <p:nvSpPr>
              <p:cNvPr id="399" name="TextBox 398">
                <a:extLst>
                  <a:ext uri="{FF2B5EF4-FFF2-40B4-BE49-F238E27FC236}">
                    <a16:creationId xmlns:a16="http://schemas.microsoft.com/office/drawing/2014/main" id="{90483B64-9D2C-2384-E7B6-8FB7002F4FD0}"/>
                  </a:ext>
                </a:extLst>
              </p:cNvPr>
              <p:cNvSpPr txBox="1"/>
              <p:nvPr/>
            </p:nvSpPr>
            <p:spPr>
              <a:xfrm>
                <a:off x="4255708" y="4901555"/>
                <a:ext cx="2231594" cy="558243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내용입력 내</a:t>
                </a:r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9F452FE3-4872-86AF-0F78-377F2A2FCAA4}"/>
                </a:ext>
              </a:extLst>
            </p:cNvPr>
            <p:cNvGrpSpPr/>
            <p:nvPr/>
          </p:nvGrpSpPr>
          <p:grpSpPr>
            <a:xfrm>
              <a:off x="6653032" y="4552159"/>
              <a:ext cx="2385825" cy="907639"/>
              <a:chOff x="6653032" y="4552159"/>
              <a:chExt cx="2385825" cy="907639"/>
            </a:xfrm>
          </p:grpSpPr>
          <p:grpSp>
            <p:nvGrpSpPr>
              <p:cNvPr id="400" name="그룹 399">
                <a:extLst>
                  <a:ext uri="{FF2B5EF4-FFF2-40B4-BE49-F238E27FC236}">
                    <a16:creationId xmlns:a16="http://schemas.microsoft.com/office/drawing/2014/main" id="{52C8F739-5191-BF4D-E9C2-D209DD60F056}"/>
                  </a:ext>
                </a:extLst>
              </p:cNvPr>
              <p:cNvGrpSpPr/>
              <p:nvPr/>
            </p:nvGrpSpPr>
            <p:grpSpPr>
              <a:xfrm>
                <a:off x="6653032" y="4552159"/>
                <a:ext cx="2317229" cy="338554"/>
                <a:chOff x="685801" y="4315250"/>
                <a:chExt cx="2257424" cy="523027"/>
              </a:xfrm>
            </p:grpSpPr>
            <p:cxnSp>
              <p:nvCxnSpPr>
                <p:cNvPr id="401" name="직선 연결선 400">
                  <a:extLst>
                    <a:ext uri="{FF2B5EF4-FFF2-40B4-BE49-F238E27FC236}">
                      <a16:creationId xmlns:a16="http://schemas.microsoft.com/office/drawing/2014/main" id="{2B58C519-0796-D1D4-F045-9F6AE3CA041D}"/>
                    </a:ext>
                  </a:extLst>
                </p:cNvPr>
                <p:cNvCxnSpPr/>
                <p:nvPr/>
              </p:nvCxnSpPr>
              <p:spPr>
                <a:xfrm>
                  <a:off x="685801" y="4819650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9BCBD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402" name="TextBox 401">
                  <a:extLst>
                    <a:ext uri="{FF2B5EF4-FFF2-40B4-BE49-F238E27FC236}">
                      <a16:creationId xmlns:a16="http://schemas.microsoft.com/office/drawing/2014/main" id="{3F28F068-BEF6-90AF-EFB2-B252DFCD69D4}"/>
                    </a:ext>
                  </a:extLst>
                </p:cNvPr>
                <p:cNvSpPr txBox="1"/>
                <p:nvPr/>
              </p:nvSpPr>
              <p:spPr>
                <a:xfrm>
                  <a:off x="1008557" y="4315250"/>
                  <a:ext cx="1611916" cy="523027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 latinLnBrk="0"/>
                  <a:r>
                    <a:rPr lang="ko-KR" altLang="en-US" sz="1600" b="1" kern="0" spc="-40" dirty="0">
                      <a:solidFill>
                        <a:srgbClr val="39BCBD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내용입 력내</a:t>
                  </a:r>
                </a:p>
              </p:txBody>
            </p:sp>
            <p:cxnSp>
              <p:nvCxnSpPr>
                <p:cNvPr id="403" name="직선 연결선 402">
                  <a:extLst>
                    <a:ext uri="{FF2B5EF4-FFF2-40B4-BE49-F238E27FC236}">
                      <a16:creationId xmlns:a16="http://schemas.microsoft.com/office/drawing/2014/main" id="{4D7B9F39-F4AE-6EC4-F62E-FB9B6049618B}"/>
                    </a:ext>
                  </a:extLst>
                </p:cNvPr>
                <p:cNvCxnSpPr/>
                <p:nvPr/>
              </p:nvCxnSpPr>
              <p:spPr>
                <a:xfrm>
                  <a:off x="685801" y="4333875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9BCBD"/>
                  </a:solidFill>
                  <a:prstDash val="solid"/>
                  <a:miter lim="800000"/>
                </a:ln>
                <a:effectLst/>
              </p:spPr>
            </p:cxnSp>
          </p:grpSp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65CAE455-5093-8F1F-92ED-A6765B1F528F}"/>
                  </a:ext>
                </a:extLst>
              </p:cNvPr>
              <p:cNvSpPr txBox="1"/>
              <p:nvPr/>
            </p:nvSpPr>
            <p:spPr>
              <a:xfrm>
                <a:off x="6733138" y="4901555"/>
                <a:ext cx="2305719" cy="558243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입력내 용</a:t>
                </a:r>
              </a:p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 용입력 내</a:t>
                </a:r>
              </a:p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</a:t>
                </a:r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5F1C7F18-0C38-AB98-95D0-8871B2660590}"/>
                </a:ext>
              </a:extLst>
            </p:cNvPr>
            <p:cNvGrpSpPr/>
            <p:nvPr/>
          </p:nvGrpSpPr>
          <p:grpSpPr>
            <a:xfrm>
              <a:off x="9130463" y="4552159"/>
              <a:ext cx="2317229" cy="907639"/>
              <a:chOff x="9130463" y="4552159"/>
              <a:chExt cx="2317229" cy="907639"/>
            </a:xfrm>
          </p:grpSpPr>
          <p:grpSp>
            <p:nvGrpSpPr>
              <p:cNvPr id="405" name="그룹 404">
                <a:extLst>
                  <a:ext uri="{FF2B5EF4-FFF2-40B4-BE49-F238E27FC236}">
                    <a16:creationId xmlns:a16="http://schemas.microsoft.com/office/drawing/2014/main" id="{D5A8C7A7-147E-FED2-5476-E0C14BC21767}"/>
                  </a:ext>
                </a:extLst>
              </p:cNvPr>
              <p:cNvGrpSpPr/>
              <p:nvPr/>
            </p:nvGrpSpPr>
            <p:grpSpPr>
              <a:xfrm>
                <a:off x="9130463" y="4552159"/>
                <a:ext cx="2317229" cy="338554"/>
                <a:chOff x="685801" y="4315250"/>
                <a:chExt cx="2257424" cy="523027"/>
              </a:xfrm>
            </p:grpSpPr>
            <p:cxnSp>
              <p:nvCxnSpPr>
                <p:cNvPr id="406" name="직선 연결선 405">
                  <a:extLst>
                    <a:ext uri="{FF2B5EF4-FFF2-40B4-BE49-F238E27FC236}">
                      <a16:creationId xmlns:a16="http://schemas.microsoft.com/office/drawing/2014/main" id="{BD22E117-9035-09D6-FAC2-54AD3463F54D}"/>
                    </a:ext>
                  </a:extLst>
                </p:cNvPr>
                <p:cNvCxnSpPr/>
                <p:nvPr/>
              </p:nvCxnSpPr>
              <p:spPr>
                <a:xfrm>
                  <a:off x="685801" y="4819650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1A5E2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407" name="TextBox 406">
                  <a:extLst>
                    <a:ext uri="{FF2B5EF4-FFF2-40B4-BE49-F238E27FC236}">
                      <a16:creationId xmlns:a16="http://schemas.microsoft.com/office/drawing/2014/main" id="{BBAB060D-4439-5CBA-83BD-079F41ADBAA4}"/>
                    </a:ext>
                  </a:extLst>
                </p:cNvPr>
                <p:cNvSpPr txBox="1"/>
                <p:nvPr/>
              </p:nvSpPr>
              <p:spPr>
                <a:xfrm>
                  <a:off x="963270" y="4315250"/>
                  <a:ext cx="1702491" cy="523027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 latinLnBrk="0"/>
                  <a:r>
                    <a:rPr lang="ko-KR" altLang="en-US" sz="1600" b="1" kern="0" spc="-40" dirty="0">
                      <a:solidFill>
                        <a:srgbClr val="31A5E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 입 력 내</a:t>
                  </a:r>
                </a:p>
              </p:txBody>
            </p:sp>
            <p:cxnSp>
              <p:nvCxnSpPr>
                <p:cNvPr id="408" name="직선 연결선 407">
                  <a:extLst>
                    <a:ext uri="{FF2B5EF4-FFF2-40B4-BE49-F238E27FC236}">
                      <a16:creationId xmlns:a16="http://schemas.microsoft.com/office/drawing/2014/main" id="{B0D2C522-A1B9-2FFF-CFB8-EC591343ECC0}"/>
                    </a:ext>
                  </a:extLst>
                </p:cNvPr>
                <p:cNvCxnSpPr/>
                <p:nvPr/>
              </p:nvCxnSpPr>
              <p:spPr>
                <a:xfrm>
                  <a:off x="685801" y="4333875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1A5E2"/>
                  </a:solidFill>
                  <a:prstDash val="solid"/>
                  <a:miter lim="800000"/>
                </a:ln>
                <a:effectLst/>
              </p:spPr>
            </p:cxnSp>
          </p:grpSp>
          <p:sp>
            <p:nvSpPr>
              <p:cNvPr id="409" name="TextBox 408">
                <a:extLst>
                  <a:ext uri="{FF2B5EF4-FFF2-40B4-BE49-F238E27FC236}">
                    <a16:creationId xmlns:a16="http://schemas.microsoft.com/office/drawing/2014/main" id="{93CFF028-17BB-1433-D412-8D90449D2612}"/>
                  </a:ext>
                </a:extLst>
              </p:cNvPr>
              <p:cNvSpPr txBox="1"/>
              <p:nvPr/>
            </p:nvSpPr>
            <p:spPr>
              <a:xfrm>
                <a:off x="9210569" y="4901555"/>
                <a:ext cx="2237120" cy="558243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</a:t>
                </a:r>
              </a:p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</a:t>
                </a:r>
              </a:p>
            </p:txBody>
          </p:sp>
        </p:grpSp>
        <p:grpSp>
          <p:nvGrpSpPr>
            <p:cNvPr id="410" name="그룹 409">
              <a:extLst>
                <a:ext uri="{FF2B5EF4-FFF2-40B4-BE49-F238E27FC236}">
                  <a16:creationId xmlns:a16="http://schemas.microsoft.com/office/drawing/2014/main" id="{0EB9D281-D96E-14DC-45E4-1A3A6AC42C89}"/>
                </a:ext>
              </a:extLst>
            </p:cNvPr>
            <p:cNvGrpSpPr/>
            <p:nvPr/>
          </p:nvGrpSpPr>
          <p:grpSpPr>
            <a:xfrm>
              <a:off x="4095500" y="4560839"/>
              <a:ext cx="4954862" cy="1755427"/>
              <a:chOff x="4095500" y="4595283"/>
              <a:chExt cx="4954862" cy="1453141"/>
            </a:xfrm>
          </p:grpSpPr>
          <p:cxnSp>
            <p:nvCxnSpPr>
              <p:cNvPr id="411" name="직선 연결선 410">
                <a:extLst>
                  <a:ext uri="{FF2B5EF4-FFF2-40B4-BE49-F238E27FC236}">
                    <a16:creationId xmlns:a16="http://schemas.microsoft.com/office/drawing/2014/main" id="{D4D8DEC2-7CD6-ECE8-ABCB-CCDB50C11990}"/>
                  </a:ext>
                </a:extLst>
              </p:cNvPr>
              <p:cNvCxnSpPr/>
              <p:nvPr/>
            </p:nvCxnSpPr>
            <p:spPr>
              <a:xfrm>
                <a:off x="4095500" y="4595283"/>
                <a:ext cx="0" cy="1453141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ysDash"/>
                <a:miter lim="800000"/>
              </a:ln>
              <a:effectLst/>
            </p:spPr>
          </p:cxnSp>
          <p:cxnSp>
            <p:nvCxnSpPr>
              <p:cNvPr id="412" name="직선 연결선 411">
                <a:extLst>
                  <a:ext uri="{FF2B5EF4-FFF2-40B4-BE49-F238E27FC236}">
                    <a16:creationId xmlns:a16="http://schemas.microsoft.com/office/drawing/2014/main" id="{5BCEE011-C7AC-C948-0F53-737623CEA0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7226" y="4595283"/>
                <a:ext cx="0" cy="1453141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ysDash"/>
                <a:miter lim="800000"/>
              </a:ln>
              <a:effectLst/>
            </p:spPr>
          </p:cxnSp>
          <p:cxnSp>
            <p:nvCxnSpPr>
              <p:cNvPr id="413" name="직선 연결선 412">
                <a:extLst>
                  <a:ext uri="{FF2B5EF4-FFF2-40B4-BE49-F238E27FC236}">
                    <a16:creationId xmlns:a16="http://schemas.microsoft.com/office/drawing/2014/main" id="{07EE100A-C457-6D0D-C6EB-2B9FC5C866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50362" y="4595283"/>
                <a:ext cx="0" cy="1453141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" lastClr="FFFFFF">
                    <a:lumMod val="85000"/>
                  </a:sysClr>
                </a:solidFill>
                <a:prstDash val="sysDash"/>
                <a:miter lim="800000"/>
              </a:ln>
              <a:effectLst/>
            </p:spPr>
          </p:cxn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89B87A0E-D2A5-F6EE-76B7-C36F0109E51E}"/>
                </a:ext>
              </a:extLst>
            </p:cNvPr>
            <p:cNvGrpSpPr/>
            <p:nvPr/>
          </p:nvGrpSpPr>
          <p:grpSpPr>
            <a:xfrm>
              <a:off x="1698171" y="5594977"/>
              <a:ext cx="2382738" cy="805458"/>
              <a:chOff x="1698171" y="5594977"/>
              <a:chExt cx="2382738" cy="805458"/>
            </a:xfrm>
          </p:grpSpPr>
          <p:grpSp>
            <p:nvGrpSpPr>
              <p:cNvPr id="414" name="그룹 413">
                <a:extLst>
                  <a:ext uri="{FF2B5EF4-FFF2-40B4-BE49-F238E27FC236}">
                    <a16:creationId xmlns:a16="http://schemas.microsoft.com/office/drawing/2014/main" id="{B8E11EA8-EC51-6EAF-B51B-A3215EC49408}"/>
                  </a:ext>
                </a:extLst>
              </p:cNvPr>
              <p:cNvGrpSpPr/>
              <p:nvPr/>
            </p:nvGrpSpPr>
            <p:grpSpPr>
              <a:xfrm>
                <a:off x="1698171" y="5594977"/>
                <a:ext cx="2317229" cy="338554"/>
                <a:chOff x="685801" y="4315250"/>
                <a:chExt cx="2257424" cy="523027"/>
              </a:xfrm>
            </p:grpSpPr>
            <p:cxnSp>
              <p:nvCxnSpPr>
                <p:cNvPr id="415" name="직선 연결선 414">
                  <a:extLst>
                    <a:ext uri="{FF2B5EF4-FFF2-40B4-BE49-F238E27FC236}">
                      <a16:creationId xmlns:a16="http://schemas.microsoft.com/office/drawing/2014/main" id="{15BE622F-07B5-CC17-D552-BC5D428D5A26}"/>
                    </a:ext>
                  </a:extLst>
                </p:cNvPr>
                <p:cNvCxnSpPr/>
                <p:nvPr/>
              </p:nvCxnSpPr>
              <p:spPr>
                <a:xfrm>
                  <a:off x="685801" y="4819650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9BCBD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416" name="TextBox 415">
                  <a:extLst>
                    <a:ext uri="{FF2B5EF4-FFF2-40B4-BE49-F238E27FC236}">
                      <a16:creationId xmlns:a16="http://schemas.microsoft.com/office/drawing/2014/main" id="{3EB6DE20-BCAC-41EE-B504-5F0C20DA1BD4}"/>
                    </a:ext>
                  </a:extLst>
                </p:cNvPr>
                <p:cNvSpPr txBox="1"/>
                <p:nvPr/>
              </p:nvSpPr>
              <p:spPr>
                <a:xfrm>
                  <a:off x="876601" y="4315250"/>
                  <a:ext cx="1875831" cy="523027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 latinLnBrk="0"/>
                  <a:r>
                    <a:rPr lang="ko-KR" altLang="en-US" sz="1600" b="1" kern="0" spc="-40" dirty="0">
                      <a:solidFill>
                        <a:srgbClr val="39BCBD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 입 력내 용</a:t>
                  </a:r>
                </a:p>
              </p:txBody>
            </p:sp>
            <p:cxnSp>
              <p:nvCxnSpPr>
                <p:cNvPr id="417" name="직선 연결선 416">
                  <a:extLst>
                    <a:ext uri="{FF2B5EF4-FFF2-40B4-BE49-F238E27FC236}">
                      <a16:creationId xmlns:a16="http://schemas.microsoft.com/office/drawing/2014/main" id="{D94F2578-30D5-EB5D-FF74-8464199AEBD3}"/>
                    </a:ext>
                  </a:extLst>
                </p:cNvPr>
                <p:cNvCxnSpPr/>
                <p:nvPr/>
              </p:nvCxnSpPr>
              <p:spPr>
                <a:xfrm>
                  <a:off x="685801" y="4333875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9BCBD"/>
                  </a:solidFill>
                  <a:prstDash val="solid"/>
                  <a:miter lim="800000"/>
                </a:ln>
                <a:effectLst/>
              </p:spPr>
            </p:cxnSp>
          </p:grp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5F51CD47-9E84-6EBA-FA2C-EA0E206FDB98}"/>
                  </a:ext>
                </a:extLst>
              </p:cNvPr>
              <p:cNvSpPr txBox="1"/>
              <p:nvPr/>
            </p:nvSpPr>
            <p:spPr>
              <a:xfrm>
                <a:off x="1775188" y="5963428"/>
                <a:ext cx="2305721" cy="437007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</a:p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내용입 력내</a:t>
                </a:r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5C1DE2ED-9F01-71EA-DE2F-1944654A06E6}"/>
                </a:ext>
              </a:extLst>
            </p:cNvPr>
            <p:cNvGrpSpPr/>
            <p:nvPr/>
          </p:nvGrpSpPr>
          <p:grpSpPr>
            <a:xfrm>
              <a:off x="4175601" y="5594977"/>
              <a:ext cx="2317229" cy="805458"/>
              <a:chOff x="4175601" y="5594977"/>
              <a:chExt cx="2317229" cy="805458"/>
            </a:xfrm>
          </p:grpSpPr>
          <p:grpSp>
            <p:nvGrpSpPr>
              <p:cNvPr id="418" name="그룹 417">
                <a:extLst>
                  <a:ext uri="{FF2B5EF4-FFF2-40B4-BE49-F238E27FC236}">
                    <a16:creationId xmlns:a16="http://schemas.microsoft.com/office/drawing/2014/main" id="{7A65DFE0-FB9D-5122-BC1B-CCC653A0736B}"/>
                  </a:ext>
                </a:extLst>
              </p:cNvPr>
              <p:cNvGrpSpPr/>
              <p:nvPr/>
            </p:nvGrpSpPr>
            <p:grpSpPr>
              <a:xfrm>
                <a:off x="4175601" y="5594977"/>
                <a:ext cx="2317229" cy="338554"/>
                <a:chOff x="685801" y="4315250"/>
                <a:chExt cx="2257424" cy="523027"/>
              </a:xfrm>
            </p:grpSpPr>
            <p:cxnSp>
              <p:nvCxnSpPr>
                <p:cNvPr id="419" name="직선 연결선 418">
                  <a:extLst>
                    <a:ext uri="{FF2B5EF4-FFF2-40B4-BE49-F238E27FC236}">
                      <a16:creationId xmlns:a16="http://schemas.microsoft.com/office/drawing/2014/main" id="{D8035E69-385A-F032-5A50-D065C95065F0}"/>
                    </a:ext>
                  </a:extLst>
                </p:cNvPr>
                <p:cNvCxnSpPr/>
                <p:nvPr/>
              </p:nvCxnSpPr>
              <p:spPr>
                <a:xfrm>
                  <a:off x="685801" y="4819650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1A5E2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420" name="TextBox 419">
                  <a:extLst>
                    <a:ext uri="{FF2B5EF4-FFF2-40B4-BE49-F238E27FC236}">
                      <a16:creationId xmlns:a16="http://schemas.microsoft.com/office/drawing/2014/main" id="{14C5DA47-7661-44E9-A43D-046D2CFC4A83}"/>
                    </a:ext>
                  </a:extLst>
                </p:cNvPr>
                <p:cNvSpPr txBox="1"/>
                <p:nvPr/>
              </p:nvSpPr>
              <p:spPr>
                <a:xfrm>
                  <a:off x="697012" y="4315250"/>
                  <a:ext cx="2235008" cy="523027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 latinLnBrk="0"/>
                  <a:r>
                    <a:rPr lang="ko-KR" altLang="en-US" sz="1600" b="1" kern="0" spc="-40" dirty="0">
                      <a:solidFill>
                        <a:srgbClr val="31A5E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 입 력내</a:t>
                  </a:r>
                  <a:r>
                    <a:rPr lang="en-US" altLang="ko-KR" sz="1600" b="1" kern="0" spc="-40" dirty="0">
                      <a:solidFill>
                        <a:srgbClr val="31A5E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</a:t>
                  </a:r>
                  <a:r>
                    <a:rPr lang="ko-KR" altLang="en-US" sz="1600" b="1" kern="0" spc="-40" dirty="0">
                      <a:solidFill>
                        <a:srgbClr val="31A5E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내용입</a:t>
                  </a:r>
                </a:p>
              </p:txBody>
            </p:sp>
            <p:cxnSp>
              <p:nvCxnSpPr>
                <p:cNvPr id="421" name="직선 연결선 420">
                  <a:extLst>
                    <a:ext uri="{FF2B5EF4-FFF2-40B4-BE49-F238E27FC236}">
                      <a16:creationId xmlns:a16="http://schemas.microsoft.com/office/drawing/2014/main" id="{2AB445D6-31C3-FE1F-013E-A1824B1B7EA4}"/>
                    </a:ext>
                  </a:extLst>
                </p:cNvPr>
                <p:cNvCxnSpPr/>
                <p:nvPr/>
              </p:nvCxnSpPr>
              <p:spPr>
                <a:xfrm>
                  <a:off x="685801" y="4333875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1A5E2"/>
                  </a:solidFill>
                  <a:prstDash val="solid"/>
                  <a:miter lim="800000"/>
                </a:ln>
                <a:effectLst/>
              </p:spPr>
            </p:cxnSp>
          </p:grp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F6E7160C-6006-9F55-A61F-57BE04E316F5}"/>
                  </a:ext>
                </a:extLst>
              </p:cNvPr>
              <p:cNvSpPr txBox="1"/>
              <p:nvPr/>
            </p:nvSpPr>
            <p:spPr>
              <a:xfrm>
                <a:off x="4252620" y="5963428"/>
                <a:ext cx="2231594" cy="437007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력내용 입</a:t>
                </a:r>
              </a:p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 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</a:t>
                </a: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C312F8ED-3839-D5B3-1A51-F6ABC1216388}"/>
                </a:ext>
              </a:extLst>
            </p:cNvPr>
            <p:cNvGrpSpPr/>
            <p:nvPr/>
          </p:nvGrpSpPr>
          <p:grpSpPr>
            <a:xfrm>
              <a:off x="6653032" y="5594978"/>
              <a:ext cx="2382737" cy="805457"/>
              <a:chOff x="6653032" y="5594978"/>
              <a:chExt cx="2382737" cy="805457"/>
            </a:xfrm>
          </p:grpSpPr>
          <p:grpSp>
            <p:nvGrpSpPr>
              <p:cNvPr id="422" name="그룹 421">
                <a:extLst>
                  <a:ext uri="{FF2B5EF4-FFF2-40B4-BE49-F238E27FC236}">
                    <a16:creationId xmlns:a16="http://schemas.microsoft.com/office/drawing/2014/main" id="{34C1E98D-C200-5179-7D21-8C10104E3B66}"/>
                  </a:ext>
                </a:extLst>
              </p:cNvPr>
              <p:cNvGrpSpPr/>
              <p:nvPr/>
            </p:nvGrpSpPr>
            <p:grpSpPr>
              <a:xfrm>
                <a:off x="6653032" y="5594978"/>
                <a:ext cx="2317229" cy="338554"/>
                <a:chOff x="685801" y="4315251"/>
                <a:chExt cx="2257424" cy="523027"/>
              </a:xfrm>
            </p:grpSpPr>
            <p:cxnSp>
              <p:nvCxnSpPr>
                <p:cNvPr id="423" name="직선 연결선 422">
                  <a:extLst>
                    <a:ext uri="{FF2B5EF4-FFF2-40B4-BE49-F238E27FC236}">
                      <a16:creationId xmlns:a16="http://schemas.microsoft.com/office/drawing/2014/main" id="{CFEDA443-BAC0-9000-9666-947D3F0130DE}"/>
                    </a:ext>
                  </a:extLst>
                </p:cNvPr>
                <p:cNvCxnSpPr/>
                <p:nvPr/>
              </p:nvCxnSpPr>
              <p:spPr>
                <a:xfrm>
                  <a:off x="685801" y="4819650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9BCBD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424" name="TextBox 423">
                  <a:extLst>
                    <a:ext uri="{FF2B5EF4-FFF2-40B4-BE49-F238E27FC236}">
                      <a16:creationId xmlns:a16="http://schemas.microsoft.com/office/drawing/2014/main" id="{8A81FDBD-9281-BB03-B6D4-10ED46D87F1C}"/>
                    </a:ext>
                  </a:extLst>
                </p:cNvPr>
                <p:cNvSpPr txBox="1"/>
                <p:nvPr/>
              </p:nvSpPr>
              <p:spPr>
                <a:xfrm>
                  <a:off x="963269" y="4315251"/>
                  <a:ext cx="1702491" cy="523027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 latinLnBrk="0"/>
                  <a:r>
                    <a:rPr lang="ko-KR" altLang="en-US" sz="1600" b="1" kern="0" spc="-40" dirty="0">
                      <a:solidFill>
                        <a:srgbClr val="39BCBD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 입 력 내</a:t>
                  </a:r>
                </a:p>
              </p:txBody>
            </p:sp>
            <p:cxnSp>
              <p:nvCxnSpPr>
                <p:cNvPr id="425" name="직선 연결선 424">
                  <a:extLst>
                    <a:ext uri="{FF2B5EF4-FFF2-40B4-BE49-F238E27FC236}">
                      <a16:creationId xmlns:a16="http://schemas.microsoft.com/office/drawing/2014/main" id="{9A8E22B2-915E-F460-8C64-BF94C3129782}"/>
                    </a:ext>
                  </a:extLst>
                </p:cNvPr>
                <p:cNvCxnSpPr/>
                <p:nvPr/>
              </p:nvCxnSpPr>
              <p:spPr>
                <a:xfrm>
                  <a:off x="685801" y="4333875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9BCBD"/>
                  </a:solidFill>
                  <a:prstDash val="solid"/>
                  <a:miter lim="800000"/>
                </a:ln>
                <a:effectLst/>
              </p:spPr>
            </p:cxnSp>
          </p:grp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3D0A3DDD-95B9-BE3A-9C04-B0E64D62F455}"/>
                  </a:ext>
                </a:extLst>
              </p:cNvPr>
              <p:cNvSpPr txBox="1"/>
              <p:nvPr/>
            </p:nvSpPr>
            <p:spPr>
              <a:xfrm>
                <a:off x="6730050" y="5963428"/>
                <a:ext cx="2305719" cy="437007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력내 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860D75D9-F0C3-6E51-D2EC-B729A07F7AE1}"/>
                </a:ext>
              </a:extLst>
            </p:cNvPr>
            <p:cNvGrpSpPr/>
            <p:nvPr/>
          </p:nvGrpSpPr>
          <p:grpSpPr>
            <a:xfrm>
              <a:off x="9130463" y="5594977"/>
              <a:ext cx="2317229" cy="805458"/>
              <a:chOff x="9130463" y="5594977"/>
              <a:chExt cx="2317229" cy="805458"/>
            </a:xfrm>
          </p:grpSpPr>
          <p:grpSp>
            <p:nvGrpSpPr>
              <p:cNvPr id="426" name="그룹 425">
                <a:extLst>
                  <a:ext uri="{FF2B5EF4-FFF2-40B4-BE49-F238E27FC236}">
                    <a16:creationId xmlns:a16="http://schemas.microsoft.com/office/drawing/2014/main" id="{F8C68294-5179-7A28-6021-ACCB99231F13}"/>
                  </a:ext>
                </a:extLst>
              </p:cNvPr>
              <p:cNvGrpSpPr/>
              <p:nvPr/>
            </p:nvGrpSpPr>
            <p:grpSpPr>
              <a:xfrm>
                <a:off x="9130463" y="5594977"/>
                <a:ext cx="2317229" cy="338554"/>
                <a:chOff x="685801" y="4315250"/>
                <a:chExt cx="2257424" cy="523027"/>
              </a:xfrm>
            </p:grpSpPr>
            <p:cxnSp>
              <p:nvCxnSpPr>
                <p:cNvPr id="427" name="직선 연결선 426">
                  <a:extLst>
                    <a:ext uri="{FF2B5EF4-FFF2-40B4-BE49-F238E27FC236}">
                      <a16:creationId xmlns:a16="http://schemas.microsoft.com/office/drawing/2014/main" id="{69029DAC-30E3-2A07-642D-D3A660DC5939}"/>
                    </a:ext>
                  </a:extLst>
                </p:cNvPr>
                <p:cNvCxnSpPr/>
                <p:nvPr/>
              </p:nvCxnSpPr>
              <p:spPr>
                <a:xfrm>
                  <a:off x="685801" y="4819650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1A5E2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428" name="TextBox 427">
                  <a:extLst>
                    <a:ext uri="{FF2B5EF4-FFF2-40B4-BE49-F238E27FC236}">
                      <a16:creationId xmlns:a16="http://schemas.microsoft.com/office/drawing/2014/main" id="{21802AA9-2140-55F7-D9F9-3FB9624C1DD7}"/>
                    </a:ext>
                  </a:extLst>
                </p:cNvPr>
                <p:cNvSpPr txBox="1"/>
                <p:nvPr/>
              </p:nvSpPr>
              <p:spPr>
                <a:xfrm>
                  <a:off x="876600" y="4315250"/>
                  <a:ext cx="1875831" cy="523027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 latinLnBrk="0"/>
                  <a:r>
                    <a:rPr lang="ko-KR" altLang="en-US" sz="1600" b="1" kern="0" spc="-40" dirty="0">
                      <a:solidFill>
                        <a:srgbClr val="31A5E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내용 입 력내 용</a:t>
                  </a:r>
                </a:p>
              </p:txBody>
            </p:sp>
            <p:cxnSp>
              <p:nvCxnSpPr>
                <p:cNvPr id="429" name="직선 연결선 428">
                  <a:extLst>
                    <a:ext uri="{FF2B5EF4-FFF2-40B4-BE49-F238E27FC236}">
                      <a16:creationId xmlns:a16="http://schemas.microsoft.com/office/drawing/2014/main" id="{2829CE6A-3464-FFA8-208A-8034D4563B97}"/>
                    </a:ext>
                  </a:extLst>
                </p:cNvPr>
                <p:cNvCxnSpPr/>
                <p:nvPr/>
              </p:nvCxnSpPr>
              <p:spPr>
                <a:xfrm>
                  <a:off x="685801" y="4333875"/>
                  <a:ext cx="225742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31A5E2"/>
                  </a:solidFill>
                  <a:prstDash val="solid"/>
                  <a:miter lim="800000"/>
                </a:ln>
                <a:effectLst/>
              </p:spPr>
            </p:cxnSp>
          </p:grp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432A257E-81C9-9A9C-BDEB-C27484600DF6}"/>
                  </a:ext>
                </a:extLst>
              </p:cNvPr>
              <p:cNvSpPr txBox="1"/>
              <p:nvPr/>
            </p:nvSpPr>
            <p:spPr>
              <a:xfrm>
                <a:off x="9207480" y="5963428"/>
                <a:ext cx="2237121" cy="437007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154800" indent="-154800">
                  <a:buFont typeface="Arial" panose="020B0604020202020204" pitchFamily="34" charset="0"/>
                  <a:buChar char="•"/>
                </a:pP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 </a:t>
                </a:r>
                <a:r>
                  <a:rPr lang="en-US" altLang="ko-KR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 </a:t>
                </a:r>
                <a:r>
                  <a:rPr lang="ko-KR" altLang="en-US" sz="1200" spc="-4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</a:rPr>
                  <a:t>내용 입</a:t>
                </a:r>
              </a:p>
            </p:txBody>
          </p:sp>
        </p:grpSp>
      </p:grpSp>
      <p:grpSp>
        <p:nvGrpSpPr>
          <p:cNvPr id="434" name="그룹 433">
            <a:extLst>
              <a:ext uri="{FF2B5EF4-FFF2-40B4-BE49-F238E27FC236}">
                <a16:creationId xmlns:a16="http://schemas.microsoft.com/office/drawing/2014/main" id="{2E90B7B8-D037-AE03-D89A-520B9BEC54E2}"/>
              </a:ext>
            </a:extLst>
          </p:cNvPr>
          <p:cNvGrpSpPr/>
          <p:nvPr/>
        </p:nvGrpSpPr>
        <p:grpSpPr>
          <a:xfrm>
            <a:off x="696678" y="1277752"/>
            <a:ext cx="1007422" cy="277951"/>
            <a:chOff x="696678" y="5934727"/>
            <a:chExt cx="1204310" cy="381727"/>
          </a:xfrm>
        </p:grpSpPr>
        <p:sp>
          <p:nvSpPr>
            <p:cNvPr id="435" name="오각형 72">
              <a:extLst>
                <a:ext uri="{FF2B5EF4-FFF2-40B4-BE49-F238E27FC236}">
                  <a16:creationId xmlns:a16="http://schemas.microsoft.com/office/drawing/2014/main" id="{6FFE9482-EA91-5246-B76A-D51B3386A581}"/>
                </a:ext>
              </a:extLst>
            </p:cNvPr>
            <p:cNvSpPr/>
            <p:nvPr/>
          </p:nvSpPr>
          <p:spPr>
            <a:xfrm>
              <a:off x="696679" y="5934728"/>
              <a:ext cx="1204309" cy="381726"/>
            </a:xfrm>
            <a:prstGeom prst="homePlate">
              <a:avLst>
                <a:gd name="adj" fmla="val 36660"/>
              </a:avLst>
            </a:prstGeom>
            <a:solidFill>
              <a:srgbClr val="00549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300" b="1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5169 </a:t>
              </a:r>
              <a:r>
                <a:rPr kumimoji="0" lang="ko-KR" altLang="en-US" sz="1300" b="1" i="0" u="none" strike="noStrike" kern="0" cap="none" spc="-40" normalizeH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kumimoji="0" lang="en-US" altLang="ko-KR" sz="1300" b="1" i="0" u="none" strike="noStrike" kern="0" cap="none" spc="-40" normalizeH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36" name="직각 삼각형 435">
              <a:extLst>
                <a:ext uri="{FF2B5EF4-FFF2-40B4-BE49-F238E27FC236}">
                  <a16:creationId xmlns:a16="http://schemas.microsoft.com/office/drawing/2014/main" id="{4F9F4E31-F3B6-D85B-B98C-9FF80B3F4B43}"/>
                </a:ext>
              </a:extLst>
            </p:cNvPr>
            <p:cNvSpPr/>
            <p:nvPr/>
          </p:nvSpPr>
          <p:spPr>
            <a:xfrm flipV="1">
              <a:off x="696678" y="5934727"/>
              <a:ext cx="132377" cy="132377"/>
            </a:xfrm>
            <a:prstGeom prst="rtTriangle">
              <a:avLst/>
            </a:prstGeom>
            <a:solidFill>
              <a:srgbClr val="00A4E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437" name="그룹 436">
            <a:extLst>
              <a:ext uri="{FF2B5EF4-FFF2-40B4-BE49-F238E27FC236}">
                <a16:creationId xmlns:a16="http://schemas.microsoft.com/office/drawing/2014/main" id="{6E140F95-8CE9-2F2C-1EC2-695D7521ACA6}"/>
              </a:ext>
            </a:extLst>
          </p:cNvPr>
          <p:cNvGrpSpPr/>
          <p:nvPr/>
        </p:nvGrpSpPr>
        <p:grpSpPr>
          <a:xfrm>
            <a:off x="696678" y="2909816"/>
            <a:ext cx="1007422" cy="277951"/>
            <a:chOff x="696678" y="5934727"/>
            <a:chExt cx="1204310" cy="381727"/>
          </a:xfrm>
        </p:grpSpPr>
        <p:sp>
          <p:nvSpPr>
            <p:cNvPr id="438" name="오각형 72">
              <a:extLst>
                <a:ext uri="{FF2B5EF4-FFF2-40B4-BE49-F238E27FC236}">
                  <a16:creationId xmlns:a16="http://schemas.microsoft.com/office/drawing/2014/main" id="{7F5678F4-0E77-1808-C604-868D1958DA51}"/>
                </a:ext>
              </a:extLst>
            </p:cNvPr>
            <p:cNvSpPr/>
            <p:nvPr/>
          </p:nvSpPr>
          <p:spPr>
            <a:xfrm>
              <a:off x="696679" y="5934728"/>
              <a:ext cx="1204309" cy="381726"/>
            </a:xfrm>
            <a:prstGeom prst="homePlate">
              <a:avLst>
                <a:gd name="adj" fmla="val 36660"/>
              </a:avLst>
            </a:prstGeom>
            <a:solidFill>
              <a:srgbClr val="00549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latinLnBrk="0">
                <a:defRPr/>
              </a:pPr>
              <a:r>
                <a:rPr lang="ko-KR" altLang="en-US" sz="13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lang="en-US" altLang="ko-KR" sz="13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altLang="en-US" sz="13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lang="en-US" altLang="ko-KR" sz="1300" b="1" kern="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39" name="직각 삼각형 438">
              <a:extLst>
                <a:ext uri="{FF2B5EF4-FFF2-40B4-BE49-F238E27FC236}">
                  <a16:creationId xmlns:a16="http://schemas.microsoft.com/office/drawing/2014/main" id="{7F435DF1-B880-F32C-7844-723393394C1F}"/>
                </a:ext>
              </a:extLst>
            </p:cNvPr>
            <p:cNvSpPr/>
            <p:nvPr/>
          </p:nvSpPr>
          <p:spPr>
            <a:xfrm flipV="1">
              <a:off x="696678" y="5934727"/>
              <a:ext cx="132377" cy="132377"/>
            </a:xfrm>
            <a:prstGeom prst="rtTriangle">
              <a:avLst/>
            </a:prstGeom>
            <a:solidFill>
              <a:srgbClr val="00A4E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440" name="그룹 439">
            <a:extLst>
              <a:ext uri="{FF2B5EF4-FFF2-40B4-BE49-F238E27FC236}">
                <a16:creationId xmlns:a16="http://schemas.microsoft.com/office/drawing/2014/main" id="{B402571F-03E6-4B0B-187B-28BBECE8200D}"/>
              </a:ext>
            </a:extLst>
          </p:cNvPr>
          <p:cNvGrpSpPr/>
          <p:nvPr/>
        </p:nvGrpSpPr>
        <p:grpSpPr>
          <a:xfrm>
            <a:off x="696678" y="4582461"/>
            <a:ext cx="1007422" cy="277951"/>
            <a:chOff x="696678" y="5934727"/>
            <a:chExt cx="1204310" cy="381727"/>
          </a:xfrm>
        </p:grpSpPr>
        <p:sp>
          <p:nvSpPr>
            <p:cNvPr id="441" name="오각형 72">
              <a:extLst>
                <a:ext uri="{FF2B5EF4-FFF2-40B4-BE49-F238E27FC236}">
                  <a16:creationId xmlns:a16="http://schemas.microsoft.com/office/drawing/2014/main" id="{DB1C2A6E-7756-23B6-2301-40F50FF6D648}"/>
                </a:ext>
              </a:extLst>
            </p:cNvPr>
            <p:cNvSpPr/>
            <p:nvPr/>
          </p:nvSpPr>
          <p:spPr>
            <a:xfrm>
              <a:off x="696679" y="5934728"/>
              <a:ext cx="1204309" cy="381726"/>
            </a:xfrm>
            <a:prstGeom prst="homePlate">
              <a:avLst>
                <a:gd name="adj" fmla="val 36660"/>
              </a:avLst>
            </a:prstGeom>
            <a:solidFill>
              <a:srgbClr val="00549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latinLnBrk="0">
                <a:defRPr/>
              </a:pPr>
              <a:r>
                <a:rPr lang="ko-KR" altLang="en-US" sz="13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lang="en-US" altLang="ko-KR" sz="13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altLang="en-US" sz="13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endParaRPr lang="en-US" altLang="ko-KR" sz="1300" b="1" kern="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42" name="직각 삼각형 441">
              <a:extLst>
                <a:ext uri="{FF2B5EF4-FFF2-40B4-BE49-F238E27FC236}">
                  <a16:creationId xmlns:a16="http://schemas.microsoft.com/office/drawing/2014/main" id="{8F8E64E6-2F1F-6893-19FD-D282C8B971F6}"/>
                </a:ext>
              </a:extLst>
            </p:cNvPr>
            <p:cNvSpPr/>
            <p:nvPr/>
          </p:nvSpPr>
          <p:spPr>
            <a:xfrm flipV="1">
              <a:off x="696678" y="5934727"/>
              <a:ext cx="132377" cy="132377"/>
            </a:xfrm>
            <a:prstGeom prst="rtTriangle">
              <a:avLst/>
            </a:prstGeom>
            <a:solidFill>
              <a:srgbClr val="00A4E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97B4D25F-21F3-B332-31A4-D3969913DBD8}"/>
              </a:ext>
            </a:extLst>
          </p:cNvPr>
          <p:cNvGrpSpPr/>
          <p:nvPr/>
        </p:nvGrpSpPr>
        <p:grpSpPr>
          <a:xfrm>
            <a:off x="3044231" y="1168332"/>
            <a:ext cx="6627607" cy="494617"/>
            <a:chOff x="3044231" y="1168332"/>
            <a:chExt cx="6627607" cy="494617"/>
          </a:xfrm>
        </p:grpSpPr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FF6F3E98-6EF0-FAD9-585D-6F0718F66E62}"/>
                </a:ext>
              </a:extLst>
            </p:cNvPr>
            <p:cNvSpPr txBox="1"/>
            <p:nvPr/>
          </p:nvSpPr>
          <p:spPr>
            <a:xfrm>
              <a:off x="3243685" y="1170506"/>
              <a:ext cx="6239209" cy="49244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26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 입 력내</a:t>
              </a:r>
              <a:r>
                <a:rPr lang="en-US" altLang="ko-KR" sz="26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</a:t>
              </a:r>
              <a:r>
                <a:rPr lang="ko-KR" altLang="en-US" sz="26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</a:t>
              </a:r>
              <a:r>
                <a:rPr lang="en-US" altLang="ko-KR" sz="26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</a:t>
              </a:r>
              <a:r>
                <a:rPr lang="ko-KR" altLang="en-US" sz="260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124378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</a:rPr>
                <a:t>내용 입 력 내용</a:t>
              </a:r>
            </a:p>
          </p:txBody>
        </p:sp>
        <p:sp>
          <p:nvSpPr>
            <p:cNvPr id="446" name="TextBox 445">
              <a:extLst>
                <a:ext uri="{FF2B5EF4-FFF2-40B4-BE49-F238E27FC236}">
                  <a16:creationId xmlns:a16="http://schemas.microsoft.com/office/drawing/2014/main" id="{51980DA1-41C5-9D21-D066-C07A32D178EE}"/>
                </a:ext>
              </a:extLst>
            </p:cNvPr>
            <p:cNvSpPr txBox="1"/>
            <p:nvPr/>
          </p:nvSpPr>
          <p:spPr>
            <a:xfrm>
              <a:off x="3044231" y="1168332"/>
              <a:ext cx="232952" cy="179778"/>
            </a:xfrm>
            <a:custGeom>
              <a:avLst/>
              <a:gdLst/>
              <a:ahLst/>
              <a:cxnLst/>
              <a:rect l="l" t="t" r="r" b="b"/>
              <a:pathLst>
                <a:path w="308458" h="238049">
                  <a:moveTo>
                    <a:pt x="274092" y="0"/>
                  </a:moveTo>
                  <a:lnTo>
                    <a:pt x="300076" y="33528"/>
                  </a:lnTo>
                  <a:cubicBezTo>
                    <a:pt x="287223" y="43028"/>
                    <a:pt x="276327" y="54343"/>
                    <a:pt x="267386" y="67475"/>
                  </a:cubicBezTo>
                  <a:cubicBezTo>
                    <a:pt x="258445" y="80607"/>
                    <a:pt x="252019" y="94437"/>
                    <a:pt x="248107" y="108966"/>
                  </a:cubicBezTo>
                  <a:cubicBezTo>
                    <a:pt x="266548" y="111201"/>
                    <a:pt x="281216" y="118186"/>
                    <a:pt x="292113" y="129921"/>
                  </a:cubicBezTo>
                  <a:cubicBezTo>
                    <a:pt x="303010" y="141656"/>
                    <a:pt x="308458" y="155905"/>
                    <a:pt x="308458" y="172669"/>
                  </a:cubicBezTo>
                  <a:cubicBezTo>
                    <a:pt x="308458" y="191669"/>
                    <a:pt x="302171" y="207315"/>
                    <a:pt x="289598" y="219609"/>
                  </a:cubicBezTo>
                  <a:cubicBezTo>
                    <a:pt x="277025" y="231902"/>
                    <a:pt x="260401" y="238049"/>
                    <a:pt x="239725" y="238049"/>
                  </a:cubicBezTo>
                  <a:cubicBezTo>
                    <a:pt x="221844" y="238049"/>
                    <a:pt x="206756" y="232880"/>
                    <a:pt x="194463" y="222542"/>
                  </a:cubicBezTo>
                  <a:cubicBezTo>
                    <a:pt x="182169" y="212204"/>
                    <a:pt x="174905" y="198933"/>
                    <a:pt x="172669" y="182728"/>
                  </a:cubicBezTo>
                  <a:cubicBezTo>
                    <a:pt x="170434" y="173228"/>
                    <a:pt x="169317" y="163170"/>
                    <a:pt x="169317" y="152553"/>
                  </a:cubicBezTo>
                  <a:cubicBezTo>
                    <a:pt x="169317" y="126848"/>
                    <a:pt x="176022" y="102819"/>
                    <a:pt x="189433" y="80467"/>
                  </a:cubicBezTo>
                  <a:cubicBezTo>
                    <a:pt x="200051" y="62027"/>
                    <a:pt x="213462" y="45542"/>
                    <a:pt x="229667" y="31013"/>
                  </a:cubicBezTo>
                  <a:cubicBezTo>
                    <a:pt x="245872" y="16485"/>
                    <a:pt x="260680" y="6147"/>
                    <a:pt x="274092" y="0"/>
                  </a:cubicBezTo>
                  <a:close/>
                  <a:moveTo>
                    <a:pt x="104775" y="0"/>
                  </a:moveTo>
                  <a:lnTo>
                    <a:pt x="130759" y="33528"/>
                  </a:lnTo>
                  <a:cubicBezTo>
                    <a:pt x="117907" y="43028"/>
                    <a:pt x="107010" y="54343"/>
                    <a:pt x="98070" y="67475"/>
                  </a:cubicBezTo>
                  <a:cubicBezTo>
                    <a:pt x="89129" y="80607"/>
                    <a:pt x="82703" y="94437"/>
                    <a:pt x="78791" y="108966"/>
                  </a:cubicBezTo>
                  <a:cubicBezTo>
                    <a:pt x="97231" y="111201"/>
                    <a:pt x="111900" y="118186"/>
                    <a:pt x="122797" y="129921"/>
                  </a:cubicBezTo>
                  <a:cubicBezTo>
                    <a:pt x="133693" y="141656"/>
                    <a:pt x="139141" y="155905"/>
                    <a:pt x="139141" y="172669"/>
                  </a:cubicBezTo>
                  <a:cubicBezTo>
                    <a:pt x="139141" y="191669"/>
                    <a:pt x="132855" y="207315"/>
                    <a:pt x="120282" y="219609"/>
                  </a:cubicBezTo>
                  <a:cubicBezTo>
                    <a:pt x="107709" y="231902"/>
                    <a:pt x="91085" y="238049"/>
                    <a:pt x="70409" y="238049"/>
                  </a:cubicBezTo>
                  <a:cubicBezTo>
                    <a:pt x="52527" y="238049"/>
                    <a:pt x="37440" y="232880"/>
                    <a:pt x="25146" y="222542"/>
                  </a:cubicBezTo>
                  <a:cubicBezTo>
                    <a:pt x="12853" y="212204"/>
                    <a:pt x="5588" y="198933"/>
                    <a:pt x="3353" y="182728"/>
                  </a:cubicBezTo>
                  <a:cubicBezTo>
                    <a:pt x="1118" y="173228"/>
                    <a:pt x="0" y="163170"/>
                    <a:pt x="0" y="152553"/>
                  </a:cubicBezTo>
                  <a:cubicBezTo>
                    <a:pt x="0" y="126848"/>
                    <a:pt x="6706" y="102819"/>
                    <a:pt x="20117" y="80467"/>
                  </a:cubicBezTo>
                  <a:cubicBezTo>
                    <a:pt x="30734" y="62027"/>
                    <a:pt x="44145" y="45542"/>
                    <a:pt x="60351" y="31013"/>
                  </a:cubicBezTo>
                  <a:cubicBezTo>
                    <a:pt x="76556" y="16485"/>
                    <a:pt x="91364" y="6147"/>
                    <a:pt x="104775" y="0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>
              <a:solidFill>
                <a:sysClr val="window" lastClr="FFFFFF">
                  <a:alpha val="0"/>
                </a:sys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6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</a:endParaRPr>
            </a:p>
          </p:txBody>
        </p:sp>
        <p:sp>
          <p:nvSpPr>
            <p:cNvPr id="447" name="자유형: 도형 446">
              <a:extLst>
                <a:ext uri="{FF2B5EF4-FFF2-40B4-BE49-F238E27FC236}">
                  <a16:creationId xmlns:a16="http://schemas.microsoft.com/office/drawing/2014/main" id="{8C66EE17-2538-3AB9-5C7C-6149B11E0F56}"/>
                </a:ext>
              </a:extLst>
            </p:cNvPr>
            <p:cNvSpPr/>
            <p:nvPr/>
          </p:nvSpPr>
          <p:spPr>
            <a:xfrm>
              <a:off x="9438887" y="1168332"/>
              <a:ext cx="232951" cy="179778"/>
            </a:xfrm>
            <a:custGeom>
              <a:avLst/>
              <a:gdLst/>
              <a:ahLst/>
              <a:cxnLst/>
              <a:rect l="l" t="t" r="r" b="b"/>
              <a:pathLst>
                <a:path w="308457" h="238049">
                  <a:moveTo>
                    <a:pt x="238048" y="0"/>
                  </a:moveTo>
                  <a:cubicBezTo>
                    <a:pt x="255930" y="0"/>
                    <a:pt x="271018" y="5169"/>
                    <a:pt x="283311" y="15507"/>
                  </a:cubicBezTo>
                  <a:cubicBezTo>
                    <a:pt x="295605" y="25845"/>
                    <a:pt x="302869" y="39116"/>
                    <a:pt x="305104" y="55321"/>
                  </a:cubicBezTo>
                  <a:cubicBezTo>
                    <a:pt x="307340" y="64821"/>
                    <a:pt x="308457" y="74879"/>
                    <a:pt x="308457" y="85497"/>
                  </a:cubicBezTo>
                  <a:cubicBezTo>
                    <a:pt x="308457" y="111201"/>
                    <a:pt x="301752" y="135230"/>
                    <a:pt x="288340" y="157582"/>
                  </a:cubicBezTo>
                  <a:cubicBezTo>
                    <a:pt x="277723" y="176022"/>
                    <a:pt x="264312" y="192507"/>
                    <a:pt x="248107" y="207036"/>
                  </a:cubicBezTo>
                  <a:cubicBezTo>
                    <a:pt x="231902" y="221564"/>
                    <a:pt x="217093" y="231902"/>
                    <a:pt x="203682" y="238049"/>
                  </a:cubicBezTo>
                  <a:lnTo>
                    <a:pt x="177698" y="204521"/>
                  </a:lnTo>
                  <a:cubicBezTo>
                    <a:pt x="190550" y="195021"/>
                    <a:pt x="201447" y="183706"/>
                    <a:pt x="210388" y="170574"/>
                  </a:cubicBezTo>
                  <a:cubicBezTo>
                    <a:pt x="219329" y="157442"/>
                    <a:pt x="225755" y="143612"/>
                    <a:pt x="229666" y="129083"/>
                  </a:cubicBezTo>
                  <a:cubicBezTo>
                    <a:pt x="211226" y="126848"/>
                    <a:pt x="196558" y="119863"/>
                    <a:pt x="185661" y="108128"/>
                  </a:cubicBezTo>
                  <a:cubicBezTo>
                    <a:pt x="174764" y="96393"/>
                    <a:pt x="169316" y="82144"/>
                    <a:pt x="169316" y="65380"/>
                  </a:cubicBezTo>
                  <a:cubicBezTo>
                    <a:pt x="169316" y="46381"/>
                    <a:pt x="175603" y="30734"/>
                    <a:pt x="188176" y="18441"/>
                  </a:cubicBezTo>
                  <a:cubicBezTo>
                    <a:pt x="200749" y="6147"/>
                    <a:pt x="217373" y="0"/>
                    <a:pt x="238048" y="0"/>
                  </a:cubicBezTo>
                  <a:close/>
                  <a:moveTo>
                    <a:pt x="68732" y="0"/>
                  </a:moveTo>
                  <a:cubicBezTo>
                    <a:pt x="86614" y="0"/>
                    <a:pt x="101701" y="5169"/>
                    <a:pt x="113995" y="15507"/>
                  </a:cubicBezTo>
                  <a:cubicBezTo>
                    <a:pt x="126288" y="25845"/>
                    <a:pt x="133553" y="39116"/>
                    <a:pt x="135788" y="55321"/>
                  </a:cubicBezTo>
                  <a:cubicBezTo>
                    <a:pt x="138023" y="64821"/>
                    <a:pt x="139141" y="74879"/>
                    <a:pt x="139141" y="85497"/>
                  </a:cubicBezTo>
                  <a:cubicBezTo>
                    <a:pt x="139141" y="111201"/>
                    <a:pt x="132435" y="135230"/>
                    <a:pt x="119024" y="157582"/>
                  </a:cubicBezTo>
                  <a:cubicBezTo>
                    <a:pt x="108407" y="176022"/>
                    <a:pt x="94996" y="192507"/>
                    <a:pt x="78790" y="207036"/>
                  </a:cubicBezTo>
                  <a:cubicBezTo>
                    <a:pt x="62585" y="221564"/>
                    <a:pt x="47777" y="231902"/>
                    <a:pt x="34366" y="238049"/>
                  </a:cubicBezTo>
                  <a:lnTo>
                    <a:pt x="8382" y="204521"/>
                  </a:lnTo>
                  <a:cubicBezTo>
                    <a:pt x="21234" y="195021"/>
                    <a:pt x="32131" y="183706"/>
                    <a:pt x="41071" y="170574"/>
                  </a:cubicBezTo>
                  <a:cubicBezTo>
                    <a:pt x="50012" y="157442"/>
                    <a:pt x="56438" y="143612"/>
                    <a:pt x="60350" y="129083"/>
                  </a:cubicBezTo>
                  <a:cubicBezTo>
                    <a:pt x="41910" y="126848"/>
                    <a:pt x="27241" y="119863"/>
                    <a:pt x="16345" y="108128"/>
                  </a:cubicBezTo>
                  <a:cubicBezTo>
                    <a:pt x="5448" y="96393"/>
                    <a:pt x="0" y="82144"/>
                    <a:pt x="0" y="65380"/>
                  </a:cubicBezTo>
                  <a:cubicBezTo>
                    <a:pt x="0" y="46381"/>
                    <a:pt x="6286" y="30734"/>
                    <a:pt x="18859" y="18441"/>
                  </a:cubicBezTo>
                  <a:cubicBezTo>
                    <a:pt x="31432" y="6147"/>
                    <a:pt x="48056" y="0"/>
                    <a:pt x="68732" y="0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+mn-cs"/>
              </a:endParaRP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7963A6D0-EAE3-8553-7B68-94ED49357843}"/>
              </a:ext>
            </a:extLst>
          </p:cNvPr>
          <p:cNvSpPr/>
          <p:nvPr/>
        </p:nvSpPr>
        <p:spPr>
          <a:xfrm>
            <a:off x="0" y="-351693"/>
            <a:ext cx="1283953" cy="2951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내용입 </a:t>
            </a:r>
            <a:r>
              <a:rPr lang="en-US" altLang="ko-KR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내</a:t>
            </a:r>
            <a:endParaRPr lang="ko-KR" altLang="en-US" sz="1400" b="1" spc="-5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651959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15CB6-28D4-4386-1FC7-079CF064F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91E625-AA47-35A7-22F5-2CFCE4AF50B1}"/>
              </a:ext>
            </a:extLst>
          </p:cNvPr>
          <p:cNvSpPr txBox="1"/>
          <p:nvPr/>
        </p:nvSpPr>
        <p:spPr>
          <a:xfrm>
            <a:off x="9111580" y="275382"/>
            <a:ext cx="1906584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b="1" i="0" u="none" strike="noStrike" kern="1200" cap="none" spc="-40" normalizeH="0" baseline="0" noProof="0" dirty="0">
                <a:ln>
                  <a:noFill/>
                </a:ln>
                <a:solidFill>
                  <a:srgbClr val="274893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내용37</a:t>
            </a:r>
            <a:r>
              <a:rPr kumimoji="1" lang="ko-KR" altLang="en-US" b="1" i="0" u="none" strike="noStrike" kern="1200" cap="none" spc="-40" normalizeH="0" baseline="0" noProof="0" dirty="0">
                <a:ln>
                  <a:noFill/>
                </a:ln>
                <a:solidFill>
                  <a:srgbClr val="274893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</a:t>
            </a:r>
            <a:r>
              <a:rPr kumimoji="1" lang="en-US" altLang="ko-KR" b="1" i="0" u="none" strike="noStrike" kern="1200" cap="none" spc="-40" normalizeH="0" baseline="0" noProof="0" dirty="0">
                <a:ln>
                  <a:noFill/>
                </a:ln>
                <a:solidFill>
                  <a:srgbClr val="274893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2.1내용 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FF1C15DB-BFE2-D2FB-AA90-9F6325DB27B3}"/>
              </a:ext>
            </a:extLst>
          </p:cNvPr>
          <p:cNvGrpSpPr/>
          <p:nvPr/>
        </p:nvGrpSpPr>
        <p:grpSpPr>
          <a:xfrm>
            <a:off x="388704" y="1475382"/>
            <a:ext cx="11421790" cy="1623384"/>
            <a:chOff x="388704" y="1534058"/>
            <a:chExt cx="11421790" cy="579222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D1691668-F980-1C5E-506C-5B651AB4169A}"/>
                </a:ext>
              </a:extLst>
            </p:cNvPr>
            <p:cNvSpPr/>
            <p:nvPr/>
          </p:nvSpPr>
          <p:spPr>
            <a:xfrm>
              <a:off x="389474" y="1535598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8" name="직선 연결선[R] 27">
              <a:extLst>
                <a:ext uri="{FF2B5EF4-FFF2-40B4-BE49-F238E27FC236}">
                  <a16:creationId xmlns:a16="http://schemas.microsoft.com/office/drawing/2014/main" id="{E68758D1-E623-0B10-0E86-A9031AA04C4D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4058"/>
              <a:ext cx="0" cy="57922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E8E97F1B-0888-D435-4B58-4A2A9377FF10}"/>
              </a:ext>
            </a:extLst>
          </p:cNvPr>
          <p:cNvGrpSpPr/>
          <p:nvPr/>
        </p:nvGrpSpPr>
        <p:grpSpPr>
          <a:xfrm>
            <a:off x="574038" y="1641010"/>
            <a:ext cx="10769998" cy="458267"/>
            <a:chOff x="574038" y="1641010"/>
            <a:chExt cx="10769998" cy="458267"/>
          </a:xfrm>
        </p:grpSpPr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29A96F88-559E-9E7E-F611-6D5B6F97106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B74F29F-2060-DE17-ED56-3B8E07788757}"/>
                </a:ext>
              </a:extLst>
            </p:cNvPr>
            <p:cNvSpPr txBox="1"/>
            <p:nvPr/>
          </p:nvSpPr>
          <p:spPr>
            <a:xfrm>
              <a:off x="855932" y="1641010"/>
              <a:ext cx="10488104" cy="4582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력내용 입력 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+mn-ea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</a:t>
              </a:r>
            </a:p>
            <a:p>
              <a:pPr marL="0" marR="0" lvl="0" indent="0" algn="l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  입력 내용 입 력 내용 입 력내 용 입력 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C547CD0C-BD8F-9C33-573B-B60F3E856355}"/>
              </a:ext>
            </a:extLst>
          </p:cNvPr>
          <p:cNvGrpSpPr/>
          <p:nvPr/>
        </p:nvGrpSpPr>
        <p:grpSpPr>
          <a:xfrm>
            <a:off x="574038" y="2218696"/>
            <a:ext cx="10769998" cy="695255"/>
            <a:chOff x="574038" y="2218696"/>
            <a:chExt cx="10769998" cy="695255"/>
          </a:xfrm>
        </p:grpSpPr>
        <p:pic>
          <p:nvPicPr>
            <p:cNvPr id="43" name="그래픽 42">
              <a:extLst>
                <a:ext uri="{FF2B5EF4-FFF2-40B4-BE49-F238E27FC236}">
                  <a16:creationId xmlns:a16="http://schemas.microsoft.com/office/drawing/2014/main" id="{86BC3B34-F7A7-76A2-DDC1-AB25E86C19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2232747"/>
              <a:ext cx="174314" cy="174314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32F4746-FA3F-CB2A-CCEC-3BCA5115AFD3}"/>
                </a:ext>
              </a:extLst>
            </p:cNvPr>
            <p:cNvSpPr txBox="1"/>
            <p:nvPr/>
          </p:nvSpPr>
          <p:spPr>
            <a:xfrm>
              <a:off x="855932" y="2218696"/>
              <a:ext cx="10488104" cy="6952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용 입력</a:t>
              </a:r>
              <a:r>
                <a:rPr kumimoji="1" lang="en-US" altLang="ko-KR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 입력</a:t>
              </a:r>
            </a:p>
            <a:p>
              <a:pPr marL="0" marR="0" lvl="0" indent="0" algn="l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용37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</a:t>
              </a:r>
              <a:r>
                <a:rPr kumimoji="1" lang="en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</a:t>
              </a:r>
              <a:r>
                <a:rPr kumimoji="1" lang="ko-KR" altLang="en-US" sz="1400" b="0" i="0" u="none" strike="noStrike" kern="1200" cap="none" spc="-4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내11,827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</a:t>
              </a:r>
              <a:r>
                <a:rPr kumimoji="1" lang="ko-KR" altLang="en-US" sz="1400" b="0" i="0" u="none" strike="noStrike" kern="1200" cap="none" spc="-4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내6,009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</a:p>
            <a:p>
              <a:pPr marL="0" marR="0" lvl="0" indent="0" algn="l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 력내 용 입력 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</a:t>
              </a:r>
              <a:r>
                <a:rPr kumimoji="1" lang="ko-KR" altLang="en-US" sz="1400" b="0" i="0" u="none" strike="noStrike" kern="1200" cap="none" spc="-4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</a:t>
              </a:r>
              <a:r>
                <a:rPr kumimoji="1" lang="en-US" altLang="ko-KR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내용 입 력 내 용입</a:t>
              </a:r>
            </a:p>
          </p:txBody>
        </p:sp>
      </p:grpSp>
      <p:sp>
        <p:nvSpPr>
          <p:cNvPr id="13" name="제목 12">
            <a:extLst>
              <a:ext uri="{FF2B5EF4-FFF2-40B4-BE49-F238E27FC236}">
                <a16:creationId xmlns:a16="http://schemas.microsoft.com/office/drawing/2014/main" id="{A266366A-555C-017F-2733-004C29CFC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</a:t>
            </a:r>
            <a:r>
              <a:rPr lang="en-US" altLang="ko-KR" dirty="0"/>
              <a:t>내</a:t>
            </a:r>
            <a:r>
              <a:rPr lang="ko-KR" altLang="en-US" dirty="0"/>
              <a:t>내용 입 력내용 </a:t>
            </a:r>
            <a:r>
              <a:rPr lang="en-US" altLang="ko-KR" dirty="0"/>
              <a:t>내용입</a:t>
            </a:r>
            <a:r>
              <a:rPr lang="ko-KR" altLang="en-US" dirty="0"/>
              <a:t>내 </a:t>
            </a:r>
            <a:r>
              <a:rPr lang="en-US" altLang="ko-KR" dirty="0"/>
              <a:t>5169</a:t>
            </a:r>
            <a:r>
              <a:rPr lang="ko-KR" altLang="en-US" dirty="0"/>
              <a:t>내 용입 력내 </a:t>
            </a:r>
            <a:r>
              <a:rPr lang="en-US" altLang="ko-KR" dirty="0"/>
              <a:t>5내 </a:t>
            </a:r>
            <a:r>
              <a:rPr lang="ko-KR" altLang="en-US" dirty="0"/>
              <a:t>내용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B8A80D-419E-78C1-7EA8-667EB6786DCF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6,287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내용37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7,502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내용43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 입</a:t>
            </a: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34F9EC90-0C99-90DD-121C-45BE840BD284}"/>
              </a:ext>
            </a:extLst>
          </p:cNvPr>
          <p:cNvGrpSpPr/>
          <p:nvPr/>
        </p:nvGrpSpPr>
        <p:grpSpPr>
          <a:xfrm>
            <a:off x="3359789" y="3366852"/>
            <a:ext cx="2872656" cy="3099165"/>
            <a:chOff x="3359789" y="3366852"/>
            <a:chExt cx="2872656" cy="3099165"/>
          </a:xfrm>
        </p:grpSpPr>
        <p:sp>
          <p:nvSpPr>
            <p:cNvPr id="33" name="양쪽 모서리가 둥근 사각형 32">
              <a:extLst>
                <a:ext uri="{FF2B5EF4-FFF2-40B4-BE49-F238E27FC236}">
                  <a16:creationId xmlns:a16="http://schemas.microsoft.com/office/drawing/2014/main" id="{BC5033A4-9396-8403-3EE3-C21D487E5005}"/>
                </a:ext>
              </a:extLst>
            </p:cNvPr>
            <p:cNvSpPr/>
            <p:nvPr/>
          </p:nvSpPr>
          <p:spPr>
            <a:xfrm>
              <a:off x="3360917" y="3366852"/>
              <a:ext cx="179297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 용</a:t>
              </a:r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6C54AA97-A2A8-08AC-21EC-84243B64DBA6}"/>
                </a:ext>
              </a:extLst>
            </p:cNvPr>
            <p:cNvGrpSpPr/>
            <p:nvPr/>
          </p:nvGrpSpPr>
          <p:grpSpPr>
            <a:xfrm>
              <a:off x="3359789" y="3690852"/>
              <a:ext cx="2872656" cy="2775165"/>
              <a:chOff x="3359789" y="3690852"/>
              <a:chExt cx="2872656" cy="2775165"/>
            </a:xfrm>
          </p:grpSpPr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1A5828AC-34DB-9EB3-1AEC-CA4B3C61443F}"/>
                  </a:ext>
                </a:extLst>
              </p:cNvPr>
              <p:cNvSpPr/>
              <p:nvPr/>
            </p:nvSpPr>
            <p:spPr>
              <a:xfrm>
                <a:off x="3360074" y="3690852"/>
                <a:ext cx="2872371" cy="27751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cxnSp>
            <p:nvCxnSpPr>
              <p:cNvPr id="36" name="직선 연결선[R] 35">
                <a:extLst>
                  <a:ext uri="{FF2B5EF4-FFF2-40B4-BE49-F238E27FC236}">
                    <a16:creationId xmlns:a16="http://schemas.microsoft.com/office/drawing/2014/main" id="{AB0A5CB9-1B74-B2D3-9520-3F816347DC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59789" y="3690852"/>
                <a:ext cx="2872656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9DBC943D-7EB2-277F-F39D-9DAD02362266}"/>
                </a:ext>
              </a:extLst>
            </p:cNvPr>
            <p:cNvSpPr/>
            <p:nvPr/>
          </p:nvSpPr>
          <p:spPr>
            <a:xfrm>
              <a:off x="3432654" y="6181074"/>
              <a:ext cx="2718764" cy="2035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900" b="0" i="0" u="none" strike="noStrike" kern="1200" cap="none" spc="-40" normalizeH="0" baseline="0" noProof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</a:t>
              </a:r>
              <a:r>
                <a:rPr kumimoji="1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</a:p>
          </p:txBody>
        </p:sp>
        <p:graphicFrame>
          <p:nvGraphicFramePr>
            <p:cNvPr id="55" name="차트 54">
              <a:extLst>
                <a:ext uri="{FF2B5EF4-FFF2-40B4-BE49-F238E27FC236}">
                  <a16:creationId xmlns:a16="http://schemas.microsoft.com/office/drawing/2014/main" id="{5C7CEEB9-8242-9BB9-8479-BE4FC1BAF9B6}"/>
                </a:ext>
              </a:extLst>
            </p:cNvPr>
            <p:cNvGraphicFramePr/>
            <p:nvPr/>
          </p:nvGraphicFramePr>
          <p:xfrm>
            <a:off x="3432646" y="3895776"/>
            <a:ext cx="2718772" cy="229323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F1DBE2F-F134-2A60-513E-C22620E9BA14}"/>
                </a:ext>
              </a:extLst>
            </p:cNvPr>
            <p:cNvSpPr txBox="1"/>
            <p:nvPr/>
          </p:nvSpPr>
          <p:spPr>
            <a:xfrm>
              <a:off x="4759170" y="4083689"/>
              <a:ext cx="480403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14,884</a:t>
              </a:r>
              <a:endParaRPr kumimoji="1" lang="ko-KR" altLang="en-US" sz="900" b="0" i="0" u="none" strike="noStrike" kern="1200" cap="none" spc="-4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088ED4B-6862-20F9-EAC8-3262E7D10B49}"/>
                </a:ext>
              </a:extLst>
            </p:cNvPr>
            <p:cNvSpPr txBox="1"/>
            <p:nvPr/>
          </p:nvSpPr>
          <p:spPr>
            <a:xfrm>
              <a:off x="4257404" y="3841882"/>
              <a:ext cx="480403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kumimoji="1" lang="en-US" altLang="ko-KR" sz="900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17,057</a:t>
              </a:r>
              <a:endPara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60E0E8-CCCD-41E3-D914-4A267731FD8B}"/>
                </a:ext>
              </a:extLst>
            </p:cNvPr>
            <p:cNvSpPr txBox="1"/>
            <p:nvPr/>
          </p:nvSpPr>
          <p:spPr>
            <a:xfrm>
              <a:off x="3966969" y="4988616"/>
              <a:ext cx="480403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kumimoji="1" lang="en-US" altLang="ko-KR" sz="900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9,460</a:t>
              </a:r>
              <a:endPara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FE73C4C-4A5E-0366-D204-DE18F9181060}"/>
                </a:ext>
              </a:extLst>
            </p:cNvPr>
            <p:cNvSpPr txBox="1"/>
            <p:nvPr/>
          </p:nvSpPr>
          <p:spPr>
            <a:xfrm>
              <a:off x="5251765" y="4776079"/>
              <a:ext cx="341160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kumimoji="1" lang="en-US" altLang="ko-KR" sz="900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8,766</a:t>
              </a:r>
              <a:endPara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095468B-CD64-2238-A408-2A1D47822669}"/>
                </a:ext>
              </a:extLst>
            </p:cNvPr>
            <p:cNvSpPr txBox="1"/>
            <p:nvPr/>
          </p:nvSpPr>
          <p:spPr>
            <a:xfrm>
              <a:off x="5667533" y="4556441"/>
              <a:ext cx="341160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kumimoji="1" lang="en-US" altLang="ko-KR" sz="900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10,972</a:t>
              </a:r>
              <a:endPara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7C8E0615-EE7A-0E54-95E9-061EBEA608C8}"/>
              </a:ext>
            </a:extLst>
          </p:cNvPr>
          <p:cNvGrpSpPr/>
          <p:nvPr/>
        </p:nvGrpSpPr>
        <p:grpSpPr>
          <a:xfrm>
            <a:off x="388704" y="3366852"/>
            <a:ext cx="2872656" cy="3099165"/>
            <a:chOff x="388704" y="3366852"/>
            <a:chExt cx="2872656" cy="3099165"/>
          </a:xfrm>
        </p:grpSpPr>
        <p:sp>
          <p:nvSpPr>
            <p:cNvPr id="18" name="양쪽 모서리가 둥근 사각형 17">
              <a:extLst>
                <a:ext uri="{FF2B5EF4-FFF2-40B4-BE49-F238E27FC236}">
                  <a16:creationId xmlns:a16="http://schemas.microsoft.com/office/drawing/2014/main" id="{743F7136-C708-CB21-EDBA-0E844E8BD1BA}"/>
                </a:ext>
              </a:extLst>
            </p:cNvPr>
            <p:cNvSpPr/>
            <p:nvPr/>
          </p:nvSpPr>
          <p:spPr>
            <a:xfrm>
              <a:off x="389832" y="3366852"/>
              <a:ext cx="179297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 내용</a:t>
              </a: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7A4A3E5D-08E8-ADFC-4F1B-DB14BF030425}"/>
                </a:ext>
              </a:extLst>
            </p:cNvPr>
            <p:cNvGrpSpPr/>
            <p:nvPr/>
          </p:nvGrpSpPr>
          <p:grpSpPr>
            <a:xfrm>
              <a:off x="388704" y="3690852"/>
              <a:ext cx="2872656" cy="2775165"/>
              <a:chOff x="388704" y="3696284"/>
              <a:chExt cx="7753788" cy="2651965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35A95BC8-6852-09B2-DDBD-924CEE4FF55C}"/>
                  </a:ext>
                </a:extLst>
              </p:cNvPr>
              <p:cNvSpPr/>
              <p:nvPr/>
            </p:nvSpPr>
            <p:spPr>
              <a:xfrm>
                <a:off x="389474" y="3696284"/>
                <a:ext cx="7753018" cy="26519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9" name="직선 연결선[R] 18">
                <a:extLst>
                  <a:ext uri="{FF2B5EF4-FFF2-40B4-BE49-F238E27FC236}">
                    <a16:creationId xmlns:a16="http://schemas.microsoft.com/office/drawing/2014/main" id="{03315FD8-7603-0E96-AC2C-24433435B5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3696284"/>
                <a:ext cx="7753788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45" name="차트 44">
              <a:extLst>
                <a:ext uri="{FF2B5EF4-FFF2-40B4-BE49-F238E27FC236}">
                  <a16:creationId xmlns:a16="http://schemas.microsoft.com/office/drawing/2014/main" id="{8007666D-C738-6C71-38F7-AB05C1B7862B}"/>
                </a:ext>
              </a:extLst>
            </p:cNvPr>
            <p:cNvGraphicFramePr/>
            <p:nvPr/>
          </p:nvGraphicFramePr>
          <p:xfrm>
            <a:off x="482281" y="3804686"/>
            <a:ext cx="2703558" cy="239968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F14FCBDC-671C-875D-C5D6-68A2158D43B9}"/>
                </a:ext>
              </a:extLst>
            </p:cNvPr>
            <p:cNvSpPr/>
            <p:nvPr/>
          </p:nvSpPr>
          <p:spPr>
            <a:xfrm>
              <a:off x="465650" y="6181074"/>
              <a:ext cx="2718764" cy="2035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en-US" altLang="ko-KR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" altLang="ko-KR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 </a:t>
              </a:r>
              <a:r>
                <a:rPr kumimoji="1" lang="ko-KR" altLang="en-US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</a:t>
              </a:r>
              <a:r>
                <a:rPr kumimoji="1" lang="en-US" altLang="ko-KR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66800E4-BE8D-B773-7E97-0D4D6CD44DE3}"/>
                </a:ext>
              </a:extLst>
            </p:cNvPr>
            <p:cNvSpPr txBox="1"/>
            <p:nvPr/>
          </p:nvSpPr>
          <p:spPr>
            <a:xfrm>
              <a:off x="2645957" y="4023633"/>
              <a:ext cx="480403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kumimoji="1" lang="en-US" altLang="ko-KR" sz="900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21,013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FEBC43C-1881-E419-B468-681546C604E9}"/>
                </a:ext>
              </a:extLst>
            </p:cNvPr>
            <p:cNvSpPr txBox="1"/>
            <p:nvPr/>
          </p:nvSpPr>
          <p:spPr>
            <a:xfrm>
              <a:off x="2379611" y="4256963"/>
              <a:ext cx="480403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kumimoji="1" lang="en-US" altLang="ko-KR" sz="900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20,199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F1D5AB3-5955-A463-5D70-5A1FDFDC73ED}"/>
                </a:ext>
              </a:extLst>
            </p:cNvPr>
            <p:cNvSpPr txBox="1"/>
            <p:nvPr/>
          </p:nvSpPr>
          <p:spPr>
            <a:xfrm>
              <a:off x="548400" y="4252938"/>
              <a:ext cx="480403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kumimoji="1" lang="en-US" altLang="ko-KR" sz="900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19,670</a:t>
              </a:r>
              <a:endPara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85CDFBB-E7A5-42E1-7877-7F08605BEE80}"/>
                </a:ext>
              </a:extLst>
            </p:cNvPr>
            <p:cNvSpPr txBox="1"/>
            <p:nvPr/>
          </p:nvSpPr>
          <p:spPr>
            <a:xfrm>
              <a:off x="781224" y="4790789"/>
              <a:ext cx="480403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 algn="ctr">
                <a:defRPr/>
              </a:pPr>
              <a:r>
                <a:rPr kumimoji="1" lang="en-US" altLang="ko-KR" sz="900" spc="-4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12,621</a:t>
              </a:r>
              <a:endParaRPr kumimoji="1" lang="ko-KR" altLang="en-US" sz="900" spc="-4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C5335DF5-B74D-6C1F-ABDB-37A412BF1A2A}"/>
              </a:ext>
            </a:extLst>
          </p:cNvPr>
          <p:cNvGrpSpPr/>
          <p:nvPr/>
        </p:nvGrpSpPr>
        <p:grpSpPr>
          <a:xfrm>
            <a:off x="6329746" y="3366852"/>
            <a:ext cx="5563819" cy="3099165"/>
            <a:chOff x="6329746" y="3366852"/>
            <a:chExt cx="5563819" cy="3099165"/>
          </a:xfrm>
        </p:grpSpPr>
        <p:sp>
          <p:nvSpPr>
            <p:cNvPr id="38" name="양쪽 모서리가 둥근 사각형 37">
              <a:extLst>
                <a:ext uri="{FF2B5EF4-FFF2-40B4-BE49-F238E27FC236}">
                  <a16:creationId xmlns:a16="http://schemas.microsoft.com/office/drawing/2014/main" id="{FF543E2E-F742-4617-364E-1C5857CA7E40}"/>
                </a:ext>
              </a:extLst>
            </p:cNvPr>
            <p:cNvSpPr/>
            <p:nvPr/>
          </p:nvSpPr>
          <p:spPr>
            <a:xfrm>
              <a:off x="6330873" y="3366852"/>
              <a:ext cx="2297738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 내용 입 력</a:t>
              </a:r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34ACE086-63F1-CEB1-0724-74047E351ABA}"/>
                </a:ext>
              </a:extLst>
            </p:cNvPr>
            <p:cNvGrpSpPr/>
            <p:nvPr/>
          </p:nvGrpSpPr>
          <p:grpSpPr>
            <a:xfrm>
              <a:off x="6329746" y="3690852"/>
              <a:ext cx="5480748" cy="2775165"/>
              <a:chOff x="388704" y="3696284"/>
              <a:chExt cx="7753788" cy="2651965"/>
            </a:xfrm>
          </p:grpSpPr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02EAE4AC-2AC2-5546-B016-E46642944950}"/>
                  </a:ext>
                </a:extLst>
              </p:cNvPr>
              <p:cNvSpPr/>
              <p:nvPr/>
            </p:nvSpPr>
            <p:spPr>
              <a:xfrm>
                <a:off x="389474" y="3696284"/>
                <a:ext cx="7753018" cy="26519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41" name="직선 연결선[R] 40">
                <a:extLst>
                  <a:ext uri="{FF2B5EF4-FFF2-40B4-BE49-F238E27FC236}">
                    <a16:creationId xmlns:a16="http://schemas.microsoft.com/office/drawing/2014/main" id="{61AB5EA1-DAA3-C189-B4B9-D917E8CD15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3696284"/>
                <a:ext cx="7753788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323AF34A-4C3F-980C-889C-BA8FAAFC4478}"/>
                </a:ext>
              </a:extLst>
            </p:cNvPr>
            <p:cNvSpPr/>
            <p:nvPr/>
          </p:nvSpPr>
          <p:spPr>
            <a:xfrm>
              <a:off x="6406590" y="6181074"/>
              <a:ext cx="5319759" cy="2035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5162</a:t>
              </a:r>
              <a:r>
                <a:rPr kumimoji="1" lang="ko-KR" altLang="en-US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</a:t>
              </a:r>
              <a:r>
                <a:rPr kumimoji="1" lang="en-US" altLang="ko-KR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900" b="0" i="0" u="none" strike="noStrike" kern="1200" cap="none" spc="-4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내용입력내용입 력내용 입력 내용 입</a:t>
              </a:r>
            </a:p>
          </p:txBody>
        </p:sp>
        <p:graphicFrame>
          <p:nvGraphicFramePr>
            <p:cNvPr id="67" name="차트 66">
              <a:extLst>
                <a:ext uri="{FF2B5EF4-FFF2-40B4-BE49-F238E27FC236}">
                  <a16:creationId xmlns:a16="http://schemas.microsoft.com/office/drawing/2014/main" id="{6CC585CF-9B47-6056-61F7-2A7136F4F585}"/>
                </a:ext>
              </a:extLst>
            </p:cNvPr>
            <p:cNvGraphicFramePr/>
            <p:nvPr/>
          </p:nvGraphicFramePr>
          <p:xfrm>
            <a:off x="6431544" y="3798794"/>
            <a:ext cx="5278175" cy="243020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77" name="모서리가 둥근 직사각형 76">
              <a:extLst>
                <a:ext uri="{FF2B5EF4-FFF2-40B4-BE49-F238E27FC236}">
                  <a16:creationId xmlns:a16="http://schemas.microsoft.com/office/drawing/2014/main" id="{037F24A1-C4B0-BEEE-E02A-1D4C5667553F}"/>
                </a:ext>
              </a:extLst>
            </p:cNvPr>
            <p:cNvSpPr/>
            <p:nvPr/>
          </p:nvSpPr>
          <p:spPr>
            <a:xfrm>
              <a:off x="10820164" y="4734985"/>
              <a:ext cx="396000" cy="180000"/>
            </a:xfrm>
            <a:prstGeom prst="roundRect">
              <a:avLst>
                <a:gd name="adj" fmla="val 23926"/>
              </a:avLst>
            </a:prstGeom>
            <a:solidFill>
              <a:schemeClr val="accent2"/>
            </a:solidFill>
            <a:ln w="12700">
              <a:solidFill>
                <a:schemeClr val="accent2"/>
              </a:solidFill>
            </a:ln>
            <a:effectLst>
              <a:outerShdw blurRad="38100" dist="127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1200" cap="none" spc="-4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0.3</a:t>
              </a:r>
              <a:r>
                <a:rPr kumimoji="1" lang="ko-KR" altLang="en-US" sz="1000" b="1" i="0" u="none" strike="noStrike" kern="1200" cap="none" spc="-4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</a:t>
              </a:r>
            </a:p>
          </p:txBody>
        </p:sp>
        <p:grpSp>
          <p:nvGrpSpPr>
            <p:cNvPr id="84" name="그룹 83">
              <a:extLst>
                <a:ext uri="{FF2B5EF4-FFF2-40B4-BE49-F238E27FC236}">
                  <a16:creationId xmlns:a16="http://schemas.microsoft.com/office/drawing/2014/main" id="{99808C5B-AC53-2320-EF27-F17031584F41}"/>
                </a:ext>
              </a:extLst>
            </p:cNvPr>
            <p:cNvGrpSpPr/>
            <p:nvPr/>
          </p:nvGrpSpPr>
          <p:grpSpPr>
            <a:xfrm>
              <a:off x="8369856" y="5740499"/>
              <a:ext cx="654908" cy="142283"/>
              <a:chOff x="8359346" y="5633241"/>
              <a:chExt cx="654908" cy="142283"/>
            </a:xfrm>
          </p:grpSpPr>
          <p:cxnSp>
            <p:nvCxnSpPr>
              <p:cNvPr id="82" name="직선 화살표 연결선 81">
                <a:extLst>
                  <a:ext uri="{FF2B5EF4-FFF2-40B4-BE49-F238E27FC236}">
                    <a16:creationId xmlns:a16="http://schemas.microsoft.com/office/drawing/2014/main" id="{16D6FBEA-B359-EAAA-23C1-229F6E323035}"/>
                  </a:ext>
                </a:extLst>
              </p:cNvPr>
              <p:cNvCxnSpPr/>
              <p:nvPr/>
            </p:nvCxnSpPr>
            <p:spPr>
              <a:xfrm>
                <a:off x="8359346" y="5696464"/>
                <a:ext cx="654908" cy="0"/>
              </a:xfrm>
              <a:prstGeom prst="straightConnector1">
                <a:avLst/>
              </a:prstGeom>
              <a:ln>
                <a:solidFill>
                  <a:schemeClr val="bg1">
                    <a:lumMod val="65000"/>
                  </a:schemeClr>
                </a:solidFill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2A69C609-B992-C82C-9B3E-C0B30854404E}"/>
                  </a:ext>
                </a:extLst>
              </p:cNvPr>
              <p:cNvSpPr txBox="1"/>
              <p:nvPr/>
            </p:nvSpPr>
            <p:spPr>
              <a:xfrm>
                <a:off x="8576268" y="5633241"/>
                <a:ext cx="221064" cy="14228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900" b="0" i="0" u="none" strike="noStrike" kern="1200" cap="none" spc="-4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4</a:t>
                </a:r>
                <a:r>
                  <a:rPr kumimoji="1" lang="ko-KR" altLang="en-US" sz="900" b="0" i="0" u="none" strike="noStrike" kern="1200" cap="none" spc="-4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내</a:t>
                </a:r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65A7AD90-BB27-3E0B-3C64-715BCA6286D3}"/>
                </a:ext>
              </a:extLst>
            </p:cNvPr>
            <p:cNvSpPr txBox="1"/>
            <p:nvPr/>
          </p:nvSpPr>
          <p:spPr>
            <a:xfrm>
              <a:off x="7065895" y="4802725"/>
              <a:ext cx="378070" cy="1896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i="0" u="none" strike="noStrike" kern="1200" cap="none" spc="-4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93.6</a:t>
              </a:r>
              <a:endParaRPr kumimoji="1" lang="ko-KR" altLang="en-US" sz="1200" i="0" u="none" strike="noStrike" kern="1200" cap="none" spc="-4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8D25C2A-C2D4-0DF6-CEFD-F3C21FE14CD6}"/>
                </a:ext>
              </a:extLst>
            </p:cNvPr>
            <p:cNvSpPr txBox="1"/>
            <p:nvPr/>
          </p:nvSpPr>
          <p:spPr>
            <a:xfrm>
              <a:off x="8000540" y="4615912"/>
              <a:ext cx="378070" cy="1896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i="0" u="none" strike="noStrike" kern="1200" cap="none" spc="-4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97.1</a:t>
              </a:r>
              <a:endParaRPr kumimoji="1" lang="ko-KR" altLang="en-US" sz="1200" i="0" u="none" strike="noStrike" kern="1200" cap="none" spc="-4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914A7D4-243D-CB4D-8C4C-5AA88CFA5F22}"/>
                </a:ext>
              </a:extLst>
            </p:cNvPr>
            <p:cNvSpPr txBox="1"/>
            <p:nvPr/>
          </p:nvSpPr>
          <p:spPr>
            <a:xfrm>
              <a:off x="8960916" y="4391143"/>
              <a:ext cx="378070" cy="1896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i="0" u="none" strike="noStrike" kern="1200" cap="none" spc="-4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101.4</a:t>
              </a:r>
              <a:endParaRPr kumimoji="1" lang="ko-KR" altLang="en-US" sz="1200" i="0" u="none" strike="noStrike" kern="1200" cap="none" spc="-4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0BC0E9DB-B6AD-DE2D-AB7E-A36B9968F826}"/>
                </a:ext>
              </a:extLst>
            </p:cNvPr>
            <p:cNvSpPr txBox="1"/>
            <p:nvPr/>
          </p:nvSpPr>
          <p:spPr>
            <a:xfrm>
              <a:off x="9942311" y="4329843"/>
              <a:ext cx="378070" cy="1896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i="0" u="none" strike="noStrike" kern="1200" cap="none" spc="-4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102.7</a:t>
              </a:r>
              <a:endParaRPr kumimoji="1" lang="ko-KR" altLang="en-US" sz="1200" i="0" u="none" strike="noStrike" kern="1200" cap="none" spc="-4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50982413-368C-5C88-827C-4B4ECE8DE4A8}"/>
                </a:ext>
              </a:extLst>
            </p:cNvPr>
            <p:cNvSpPr txBox="1"/>
            <p:nvPr/>
          </p:nvSpPr>
          <p:spPr>
            <a:xfrm>
              <a:off x="10886775" y="4386035"/>
              <a:ext cx="378070" cy="1896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i="0" u="none" strike="noStrike" kern="1200" cap="none" spc="-4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101.5</a:t>
              </a:r>
              <a:endParaRPr kumimoji="1" lang="ko-KR" altLang="en-US" sz="1200" i="0" u="none" strike="noStrike" kern="1200" cap="none" spc="-4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215E550-CE22-04B5-B6AE-DF688C7ABFF9}"/>
                </a:ext>
              </a:extLst>
            </p:cNvPr>
            <p:cNvSpPr txBox="1"/>
            <p:nvPr/>
          </p:nvSpPr>
          <p:spPr>
            <a:xfrm>
              <a:off x="11119387" y="4691749"/>
              <a:ext cx="766086" cy="384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ko-KR" altLang="en-US" sz="1000" spc="-5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endParaRPr kumimoji="1" lang="en-US" altLang="ko-KR" sz="100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  <a:p>
              <a:pPr algn="ctr"/>
              <a:r>
                <a:rPr kumimoji="1" lang="en-US" altLang="ko-KR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  <a:r>
                <a:rPr kumimoji="1" lang="ko-KR" altLang="en-US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</a:t>
              </a:r>
              <a:r>
                <a:rPr kumimoji="1" lang="en-US" altLang="ko-KR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  <a:r>
                <a:rPr kumimoji="1" lang="ko-KR" altLang="en-US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</a:t>
              </a:r>
              <a:r>
                <a:rPr kumimoji="1" lang="en-US" altLang="ko-KR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</a:p>
          </p:txBody>
        </p:sp>
        <p:pic>
          <p:nvPicPr>
            <p:cNvPr id="289" name="Picture 61" descr="국기2">
              <a:extLst>
                <a:ext uri="{FF2B5EF4-FFF2-40B4-BE49-F238E27FC236}">
                  <a16:creationId xmlns:a16="http://schemas.microsoft.com/office/drawing/2014/main" id="{6FD60778-5749-2817-4390-768220DB93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lum bright="6000"/>
            </a:blip>
            <a:srcRect/>
            <a:stretch>
              <a:fillRect/>
            </a:stretch>
          </p:blipFill>
          <p:spPr bwMode="auto">
            <a:xfrm>
              <a:off x="6727417" y="4958816"/>
              <a:ext cx="397292" cy="2517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90" name="Picture 2" descr="J:\구성도\국기작업\ㄷ\독일(Germany)\독일.png">
              <a:extLst>
                <a:ext uri="{FF2B5EF4-FFF2-40B4-BE49-F238E27FC236}">
                  <a16:creationId xmlns:a16="http://schemas.microsoft.com/office/drawing/2014/main" id="{BBC85177-BB55-43D2-50C6-CC0D87C718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6740562" y="4025258"/>
              <a:ext cx="396614" cy="261744"/>
            </a:xfrm>
            <a:prstGeom prst="rect">
              <a:avLst/>
            </a:prstGeom>
            <a:noFill/>
          </p:spPr>
        </p:pic>
        <p:pic>
          <p:nvPicPr>
            <p:cNvPr id="347" name="Picture 2" descr="D:\TOPPT_SERVER\오브젝트\국기작업\ㅈ\중국(china)\중국.png">
              <a:extLst>
                <a:ext uri="{FF2B5EF4-FFF2-40B4-BE49-F238E27FC236}">
                  <a16:creationId xmlns:a16="http://schemas.microsoft.com/office/drawing/2014/main" id="{9B512725-D9B6-550D-E33D-1E624F445A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6741018" y="5299329"/>
              <a:ext cx="384168" cy="253532"/>
            </a:xfrm>
            <a:prstGeom prst="rect">
              <a:avLst/>
            </a:prstGeom>
            <a:noFill/>
          </p:spPr>
        </p:pic>
        <p:sp>
          <p:nvSpPr>
            <p:cNvPr id="31" name="모서리가 둥근 직사각형 76">
              <a:extLst>
                <a:ext uri="{FF2B5EF4-FFF2-40B4-BE49-F238E27FC236}">
                  <a16:creationId xmlns:a16="http://schemas.microsoft.com/office/drawing/2014/main" id="{DD5967F6-7A61-855F-04DC-FA7B0D0C9326}"/>
                </a:ext>
              </a:extLst>
            </p:cNvPr>
            <p:cNvSpPr/>
            <p:nvPr/>
          </p:nvSpPr>
          <p:spPr>
            <a:xfrm>
              <a:off x="10820164" y="4134785"/>
              <a:ext cx="396000" cy="180000"/>
            </a:xfrm>
            <a:prstGeom prst="roundRect">
              <a:avLst>
                <a:gd name="adj" fmla="val 23926"/>
              </a:avLst>
            </a:prstGeom>
            <a:solidFill>
              <a:srgbClr val="00999F"/>
            </a:solidFill>
            <a:ln w="12700">
              <a:solidFill>
                <a:srgbClr val="00999F"/>
              </a:solidFill>
            </a:ln>
            <a:effectLst>
              <a:outerShdw blurRad="38100" dist="127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1200" cap="none" spc="-4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2.2</a:t>
              </a:r>
              <a:r>
                <a:rPr kumimoji="1" lang="ko-KR" altLang="en-US" sz="1000" b="1" i="0" u="none" strike="noStrike" kern="1200" cap="none" spc="-4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</a:t>
              </a:r>
            </a:p>
          </p:txBody>
        </p:sp>
        <p:sp>
          <p:nvSpPr>
            <p:cNvPr id="32" name="모서리가 둥근 직사각형 76">
              <a:extLst>
                <a:ext uri="{FF2B5EF4-FFF2-40B4-BE49-F238E27FC236}">
                  <a16:creationId xmlns:a16="http://schemas.microsoft.com/office/drawing/2014/main" id="{9385FF63-064B-3046-1DFA-0D3540190E78}"/>
                </a:ext>
              </a:extLst>
            </p:cNvPr>
            <p:cNvSpPr/>
            <p:nvPr/>
          </p:nvSpPr>
          <p:spPr>
            <a:xfrm>
              <a:off x="7056930" y="5524981"/>
              <a:ext cx="396000" cy="180000"/>
            </a:xfrm>
            <a:prstGeom prst="roundRect">
              <a:avLst>
                <a:gd name="adj" fmla="val 23926"/>
              </a:avLst>
            </a:prstGeom>
            <a:solidFill>
              <a:schemeClr val="accent2"/>
            </a:solidFill>
            <a:ln w="12700">
              <a:solidFill>
                <a:schemeClr val="accent2"/>
              </a:solidFill>
            </a:ln>
            <a:effectLst>
              <a:outerShdw blurRad="38100" dist="127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1200" cap="none" spc="-4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2.7</a:t>
              </a:r>
              <a:r>
                <a:rPr kumimoji="1" lang="ko-KR" altLang="en-US" sz="1000" b="1" i="0" u="none" strike="noStrike" kern="1200" cap="none" spc="-4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</a:t>
              </a:r>
            </a:p>
          </p:txBody>
        </p:sp>
        <p:sp>
          <p:nvSpPr>
            <p:cNvPr id="34" name="모서리가 둥근 직사각형 76">
              <a:extLst>
                <a:ext uri="{FF2B5EF4-FFF2-40B4-BE49-F238E27FC236}">
                  <a16:creationId xmlns:a16="http://schemas.microsoft.com/office/drawing/2014/main" id="{78C201CD-CBB5-90DC-9509-8EEE756078EF}"/>
                </a:ext>
              </a:extLst>
            </p:cNvPr>
            <p:cNvSpPr/>
            <p:nvPr/>
          </p:nvSpPr>
          <p:spPr>
            <a:xfrm>
              <a:off x="7056930" y="4278605"/>
              <a:ext cx="396000" cy="180000"/>
            </a:xfrm>
            <a:prstGeom prst="roundRect">
              <a:avLst>
                <a:gd name="adj" fmla="val 23926"/>
              </a:avLst>
            </a:prstGeom>
            <a:solidFill>
              <a:srgbClr val="00999F"/>
            </a:solidFill>
            <a:ln w="12700">
              <a:solidFill>
                <a:srgbClr val="00999F"/>
              </a:solidFill>
            </a:ln>
            <a:effectLst>
              <a:outerShdw blurRad="38100" dist="127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1200" cap="none" spc="-4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3.8</a:t>
              </a:r>
              <a:r>
                <a:rPr kumimoji="1" lang="ko-KR" altLang="en-US" sz="1000" b="1" i="0" u="none" strike="noStrike" kern="1200" cap="none" spc="-4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4E5E8E95-D9A0-58B6-3E7A-C2DB07DA8555}"/>
                </a:ext>
              </a:extLst>
            </p:cNvPr>
            <p:cNvSpPr/>
            <p:nvPr/>
          </p:nvSpPr>
          <p:spPr>
            <a:xfrm>
              <a:off x="6832273" y="4653063"/>
              <a:ext cx="845315" cy="1660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50" spc="-40" dirty="0">
                  <a:solidFill>
                    <a:srgbClr val="0066FF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내용 입력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BEEEB86-6D10-659E-DAEA-0DCECC60634B}"/>
                </a:ext>
              </a:extLst>
            </p:cNvPr>
            <p:cNvSpPr txBox="1"/>
            <p:nvPr/>
          </p:nvSpPr>
          <p:spPr>
            <a:xfrm>
              <a:off x="11127479" y="4118589"/>
              <a:ext cx="766086" cy="384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ko-KR" altLang="en-US" sz="1000" spc="-5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내용입</a:t>
              </a:r>
              <a:endParaRPr kumimoji="1" lang="en-US" altLang="ko-KR" sz="1000" spc="-5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  <a:p>
              <a:pPr algn="ctr"/>
              <a:r>
                <a:rPr kumimoji="1" lang="en-US" altLang="ko-KR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  <a:r>
                <a:rPr kumimoji="1" lang="ko-KR" altLang="en-US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</a:t>
              </a:r>
              <a:r>
                <a:rPr kumimoji="1" lang="en-US" altLang="ko-KR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  <a:r>
                <a:rPr kumimoji="1" lang="ko-KR" altLang="en-US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내용</a:t>
              </a:r>
              <a:r>
                <a:rPr kumimoji="1" lang="en-US" altLang="ko-KR" sz="900" b="0" i="0" u="none" strike="noStrike" kern="1200" cap="none" spc="-5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내</a:t>
              </a: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E6052852-A2A1-B54A-5D0A-C8DBD2C90E44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3E60AD1A-87B9-1574-8FFD-62B822E14A1A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76" name="그래픽 75">
              <a:extLst>
                <a:ext uri="{FF2B5EF4-FFF2-40B4-BE49-F238E27FC236}">
                  <a16:creationId xmlns:a16="http://schemas.microsoft.com/office/drawing/2014/main" id="{EA5886B3-2EDE-0C4E-5370-6CEBA9B4F79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710877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033409E9-21AC-BE6F-EF63-03949EE06E5B}"/>
              </a:ext>
            </a:extLst>
          </p:cNvPr>
          <p:cNvGrpSpPr/>
          <p:nvPr/>
        </p:nvGrpSpPr>
        <p:grpSpPr>
          <a:xfrm>
            <a:off x="8150394" y="1753937"/>
            <a:ext cx="3651774" cy="3708000"/>
            <a:chOff x="8150394" y="1753937"/>
            <a:chExt cx="3651774" cy="3708000"/>
          </a:xfrm>
        </p:grpSpPr>
        <p:sp>
          <p:nvSpPr>
            <p:cNvPr id="28" name="양쪽 모서리가 둥근 사각형 64">
              <a:extLst>
                <a:ext uri="{FF2B5EF4-FFF2-40B4-BE49-F238E27FC236}">
                  <a16:creationId xmlns:a16="http://schemas.microsoft.com/office/drawing/2014/main" id="{4941BDC3-7263-4CDB-CE49-A69AB7AC7EDE}"/>
                </a:ext>
              </a:extLst>
            </p:cNvPr>
            <p:cNvSpPr/>
            <p:nvPr/>
          </p:nvSpPr>
          <p:spPr>
            <a:xfrm>
              <a:off x="8151522" y="1753937"/>
              <a:ext cx="1658283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입력내 용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AF5AF4E9-0E35-F781-49AA-2AF47DAC2DB7}"/>
                </a:ext>
              </a:extLst>
            </p:cNvPr>
            <p:cNvSpPr/>
            <p:nvPr/>
          </p:nvSpPr>
          <p:spPr>
            <a:xfrm>
              <a:off x="8150678" y="2077937"/>
              <a:ext cx="3651490" cy="3384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9" name="직선 연결선[R] 65">
              <a:extLst>
                <a:ext uri="{FF2B5EF4-FFF2-40B4-BE49-F238E27FC236}">
                  <a16:creationId xmlns:a16="http://schemas.microsoft.com/office/drawing/2014/main" id="{59D121E6-990F-151D-960A-AAC86F8433D6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077937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제목 3">
            <a:extLst>
              <a:ext uri="{FF2B5EF4-FFF2-40B4-BE49-F238E27FC236}">
                <a16:creationId xmlns:a16="http://schemas.microsoft.com/office/drawing/2014/main" id="{8F86AF83-EEC0-B105-C0CD-94285AFD7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501내용입 </a:t>
            </a:r>
            <a:r>
              <a:rPr lang="ko-KR" altLang="en-US" dirty="0"/>
              <a:t>내용입 력내 용입 력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B3DADE-3524-B5EB-BD34-F0DA1A2BFFF7}"/>
              </a:ext>
            </a:extLst>
          </p:cNvPr>
          <p:cNvSpPr txBox="1"/>
          <p:nvPr/>
        </p:nvSpPr>
        <p:spPr>
          <a:xfrm>
            <a:off x="851947" y="968331"/>
            <a:ext cx="10958019" cy="589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481</a:t>
            </a:r>
            <a:r>
              <a:rPr kumimoji="1" lang="en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내용 입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501</a:t>
            </a:r>
            <a:r>
              <a:rPr kumimoji="1" lang="en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용입 력내 용입</a:t>
            </a:r>
            <a:endParaRPr kumimoji="1" lang="en-US" altLang="ko-KR" b="1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481내531</a:t>
            </a:r>
            <a:r>
              <a:rPr kumimoji="1" lang="en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용입 력내 용입 력 내 용입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D8B3E04-242C-8D4B-F7CC-1D2C77525BF2}"/>
              </a:ext>
            </a:extLst>
          </p:cNvPr>
          <p:cNvGrpSpPr/>
          <p:nvPr/>
        </p:nvGrpSpPr>
        <p:grpSpPr>
          <a:xfrm>
            <a:off x="388704" y="1753937"/>
            <a:ext cx="3651774" cy="3708000"/>
            <a:chOff x="388704" y="1753937"/>
            <a:chExt cx="3651774" cy="3708000"/>
          </a:xfrm>
        </p:grpSpPr>
        <p:sp>
          <p:nvSpPr>
            <p:cNvPr id="13" name="양쪽 모서리가 둥근 사각형 13">
              <a:extLst>
                <a:ext uri="{FF2B5EF4-FFF2-40B4-BE49-F238E27FC236}">
                  <a16:creationId xmlns:a16="http://schemas.microsoft.com/office/drawing/2014/main" id="{2FF505B9-B815-3985-DDBC-B0C0CC0281B6}"/>
                </a:ext>
              </a:extLst>
            </p:cNvPr>
            <p:cNvSpPr/>
            <p:nvPr/>
          </p:nvSpPr>
          <p:spPr>
            <a:xfrm>
              <a:off x="389833" y="1753937"/>
              <a:ext cx="210594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 내용 입력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AA803B5-F2A1-4102-B639-0C51434D4A6B}"/>
                </a:ext>
              </a:extLst>
            </p:cNvPr>
            <p:cNvSpPr/>
            <p:nvPr/>
          </p:nvSpPr>
          <p:spPr>
            <a:xfrm>
              <a:off x="388988" y="2077937"/>
              <a:ext cx="3651490" cy="3384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4" name="직선 연결선[R] 17">
              <a:extLst>
                <a:ext uri="{FF2B5EF4-FFF2-40B4-BE49-F238E27FC236}">
                  <a16:creationId xmlns:a16="http://schemas.microsoft.com/office/drawing/2014/main" id="{5B1C11D9-45BD-2CB9-D048-7162CCAB2502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077937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77E91BA-6198-025D-2E04-C8B178F6E734}"/>
              </a:ext>
            </a:extLst>
          </p:cNvPr>
          <p:cNvSpPr txBox="1"/>
          <p:nvPr/>
        </p:nvSpPr>
        <p:spPr>
          <a:xfrm>
            <a:off x="547440" y="4842394"/>
            <a:ext cx="3362709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42875" indent="-142875">
              <a:spcBef>
                <a:spcPts val="200"/>
              </a:spcBef>
              <a:buFont typeface="Arial" panose="020B0604020202020204" pitchFamily="34" charset="0"/>
              <a:buChar char="•"/>
              <a:defRPr kumimoji="1" sz="11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sz="1200" dirty="0"/>
              <a:t>내용입</a:t>
            </a:r>
            <a:r>
              <a:rPr lang="en-US" altLang="ko-KR" sz="1200" dirty="0"/>
              <a:t>내531</a:t>
            </a:r>
            <a:r>
              <a:rPr lang="en" altLang="ko-KR" sz="1200" dirty="0"/>
              <a:t>내용입</a:t>
            </a:r>
            <a:r>
              <a:rPr lang="ko-KR" altLang="en-US" sz="1200" dirty="0"/>
              <a:t>내 용 입력내 용 입</a:t>
            </a:r>
          </a:p>
          <a:p>
            <a:r>
              <a:rPr lang="ko-KR" altLang="en-US" sz="1200" dirty="0"/>
              <a:t>내용입</a:t>
            </a:r>
            <a:r>
              <a:rPr lang="en-US" altLang="ko-KR" sz="1200" dirty="0"/>
              <a:t>내6</a:t>
            </a:r>
            <a:r>
              <a:rPr lang="ko-KR" altLang="en-US" sz="1200" dirty="0"/>
              <a:t>내</a:t>
            </a:r>
            <a:r>
              <a:rPr lang="en-US" altLang="ko-KR" sz="1200" dirty="0"/>
              <a:t>내 </a:t>
            </a:r>
            <a:r>
              <a:rPr lang="ko-KR" altLang="en-US" sz="1200" dirty="0"/>
              <a:t>내용입 력 내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3A1FC1E-3163-1F49-856C-273D39F097BF}"/>
              </a:ext>
            </a:extLst>
          </p:cNvPr>
          <p:cNvGrpSpPr/>
          <p:nvPr/>
        </p:nvGrpSpPr>
        <p:grpSpPr>
          <a:xfrm>
            <a:off x="997897" y="2277477"/>
            <a:ext cx="2433672" cy="2184348"/>
            <a:chOff x="855388" y="2292718"/>
            <a:chExt cx="2718690" cy="2440165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A60500CE-54AE-2626-BF84-7A10E0A836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69636" y="3368177"/>
              <a:ext cx="2656380" cy="1364706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71D72B26-6E7A-0585-CE1C-06A4E193B9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55388" y="2292718"/>
              <a:ext cx="2718690" cy="1056657"/>
            </a:xfrm>
            <a:prstGeom prst="rect">
              <a:avLst/>
            </a:prstGeom>
          </p:spPr>
        </p:pic>
      </p:grpSp>
      <p:cxnSp>
        <p:nvCxnSpPr>
          <p:cNvPr id="20" name="직선 연결선[R] 40">
            <a:extLst>
              <a:ext uri="{FF2B5EF4-FFF2-40B4-BE49-F238E27FC236}">
                <a16:creationId xmlns:a16="http://schemas.microsoft.com/office/drawing/2014/main" id="{6B3BB08B-DEAA-80FC-E9A7-49A1C7AEE6FF}"/>
              </a:ext>
            </a:extLst>
          </p:cNvPr>
          <p:cNvCxnSpPr>
            <a:cxnSpLocks/>
          </p:cNvCxnSpPr>
          <p:nvPr/>
        </p:nvCxnSpPr>
        <p:spPr>
          <a:xfrm>
            <a:off x="504733" y="468908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96693314-4E1A-86DD-FA7E-5C4F3024D230}"/>
              </a:ext>
            </a:extLst>
          </p:cNvPr>
          <p:cNvGrpSpPr/>
          <p:nvPr/>
        </p:nvGrpSpPr>
        <p:grpSpPr>
          <a:xfrm>
            <a:off x="4268985" y="1753937"/>
            <a:ext cx="3651774" cy="3708000"/>
            <a:chOff x="4268985" y="1753937"/>
            <a:chExt cx="3651774" cy="3708000"/>
          </a:xfrm>
        </p:grpSpPr>
        <p:sp>
          <p:nvSpPr>
            <p:cNvPr id="22" name="양쪽 모서리가 둥근 사각형 54">
              <a:extLst>
                <a:ext uri="{FF2B5EF4-FFF2-40B4-BE49-F238E27FC236}">
                  <a16:creationId xmlns:a16="http://schemas.microsoft.com/office/drawing/2014/main" id="{9B49FAE8-E922-3AE9-0771-7E9BC04D5B5E}"/>
                </a:ext>
              </a:extLst>
            </p:cNvPr>
            <p:cNvSpPr/>
            <p:nvPr/>
          </p:nvSpPr>
          <p:spPr>
            <a:xfrm>
              <a:off x="4270112" y="1753937"/>
              <a:ext cx="3368693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501</a:t>
              </a:r>
              <a:r>
                <a:rPr kumimoji="1" lang="en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 용입 력내용입 력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D384961-82D0-1526-1B5E-FA8720CACC8E}"/>
                </a:ext>
              </a:extLst>
            </p:cNvPr>
            <p:cNvSpPr/>
            <p:nvPr/>
          </p:nvSpPr>
          <p:spPr>
            <a:xfrm>
              <a:off x="4269269" y="2077937"/>
              <a:ext cx="3651490" cy="3384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3" name="직선 연결선[R] 55">
              <a:extLst>
                <a:ext uri="{FF2B5EF4-FFF2-40B4-BE49-F238E27FC236}">
                  <a16:creationId xmlns:a16="http://schemas.microsoft.com/office/drawing/2014/main" id="{2CC3C2CE-592B-E799-4DC0-5AFB5416CCFD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077937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1E28486F-E680-08BA-32B7-9C5F836A6945}"/>
              </a:ext>
            </a:extLst>
          </p:cNvPr>
          <p:cNvSpPr txBox="1"/>
          <p:nvPr/>
        </p:nvSpPr>
        <p:spPr>
          <a:xfrm>
            <a:off x="4427721" y="4842394"/>
            <a:ext cx="3362709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42875" indent="-142875">
              <a:spcBef>
                <a:spcPts val="200"/>
              </a:spcBef>
              <a:buFont typeface="Arial" panose="020B0604020202020204" pitchFamily="34" charset="0"/>
              <a:buChar char="•"/>
              <a:defRPr kumimoji="1" sz="11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" altLang="ko-KR" sz="1200" dirty="0"/>
              <a:t>501내용입</a:t>
            </a:r>
            <a:r>
              <a:rPr lang="ko-KR" altLang="en-US" sz="1200" dirty="0"/>
              <a:t>내 용입 력내</a:t>
            </a:r>
            <a:r>
              <a:rPr lang="en-US" altLang="ko-KR" sz="1200" dirty="0"/>
              <a:t>내</a:t>
            </a:r>
            <a:r>
              <a:rPr lang="ko-KR" altLang="en-US" sz="1200" dirty="0"/>
              <a:t>내</a:t>
            </a:r>
            <a:r>
              <a:rPr lang="en-US" altLang="ko-KR" sz="1200" dirty="0"/>
              <a:t>내 </a:t>
            </a:r>
            <a:r>
              <a:rPr lang="ko-KR" altLang="en-US" sz="1200" dirty="0"/>
              <a:t>내용</a:t>
            </a:r>
          </a:p>
          <a:p>
            <a:r>
              <a:rPr lang="en-US" altLang="ko-KR" sz="1200" dirty="0"/>
              <a:t>501</a:t>
            </a:r>
            <a:r>
              <a:rPr lang="en" altLang="ko-KR" sz="1200" dirty="0"/>
              <a:t>내용입</a:t>
            </a:r>
            <a:r>
              <a:rPr lang="ko-KR" altLang="en-US" sz="1200" dirty="0"/>
              <a:t>내 용입 력내 용입 력</a:t>
            </a:r>
          </a:p>
        </p:txBody>
      </p:sp>
      <p:cxnSp>
        <p:nvCxnSpPr>
          <p:cNvPr id="26" name="직선 연결선[R] 59">
            <a:extLst>
              <a:ext uri="{FF2B5EF4-FFF2-40B4-BE49-F238E27FC236}">
                <a16:creationId xmlns:a16="http://schemas.microsoft.com/office/drawing/2014/main" id="{08D949B4-0EA2-1875-EAD9-FEA31D240876}"/>
              </a:ext>
            </a:extLst>
          </p:cNvPr>
          <p:cNvCxnSpPr>
            <a:cxnSpLocks/>
          </p:cNvCxnSpPr>
          <p:nvPr/>
        </p:nvCxnSpPr>
        <p:spPr>
          <a:xfrm>
            <a:off x="4385014" y="468908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A3D6704-A9D8-3640-F789-D10749E61DE6}"/>
              </a:ext>
            </a:extLst>
          </p:cNvPr>
          <p:cNvSpPr txBox="1"/>
          <p:nvPr/>
        </p:nvSpPr>
        <p:spPr>
          <a:xfrm>
            <a:off x="8309130" y="4689084"/>
            <a:ext cx="3362709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42875" indent="-142875">
              <a:spcBef>
                <a:spcPts val="200"/>
              </a:spcBef>
              <a:buFont typeface="Arial" panose="020B0604020202020204" pitchFamily="34" charset="0"/>
              <a:buChar char="•"/>
              <a:defRPr kumimoji="1" sz="11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sz="1200" dirty="0"/>
              <a:t>내용입력 </a:t>
            </a:r>
            <a:r>
              <a:rPr lang="en-US" altLang="ko-KR" sz="1200" dirty="0"/>
              <a:t>23.3내 </a:t>
            </a:r>
            <a:r>
              <a:rPr lang="ko-KR" altLang="en-US" sz="1200" dirty="0"/>
              <a:t>내용 </a:t>
            </a:r>
            <a:r>
              <a:rPr lang="en-US" altLang="ko-KR" sz="1200" dirty="0"/>
              <a:t>내</a:t>
            </a:r>
            <a:r>
              <a:rPr lang="ko-KR" altLang="en-US" sz="1200" dirty="0" err="1"/>
              <a:t>내용입</a:t>
            </a:r>
            <a:r>
              <a:rPr lang="ko-KR" altLang="en-US" sz="1200" dirty="0"/>
              <a:t> 내용</a:t>
            </a:r>
            <a:r>
              <a:rPr lang="en-US" altLang="ko-KR" sz="1200" dirty="0"/>
              <a:t>내</a:t>
            </a:r>
          </a:p>
          <a:p>
            <a:r>
              <a:rPr lang="ko-KR" altLang="en-US" sz="1200" dirty="0"/>
              <a:t>내용 </a:t>
            </a:r>
            <a:r>
              <a:rPr lang="en-US" altLang="ko-KR" sz="1200" dirty="0"/>
              <a:t>23내 </a:t>
            </a:r>
            <a:r>
              <a:rPr lang="ko-KR" altLang="en-US" sz="1200" dirty="0"/>
              <a:t>내용 입 </a:t>
            </a:r>
            <a:r>
              <a:rPr lang="en-US" altLang="ko-KR" sz="1200" dirty="0"/>
              <a:t>내</a:t>
            </a:r>
            <a:r>
              <a:rPr lang="ko-KR" altLang="en-US" sz="1200" dirty="0"/>
              <a:t>내용입 </a:t>
            </a:r>
            <a:r>
              <a:rPr lang="en-US" altLang="ko-KR" sz="1200" dirty="0"/>
              <a:t>2.0 </a:t>
            </a:r>
            <a:r>
              <a:rPr lang="ko-KR" altLang="en-US" sz="1200" dirty="0"/>
              <a:t>내용</a:t>
            </a:r>
            <a:r>
              <a:rPr lang="en-US" altLang="ko-KR" sz="1200" dirty="0"/>
              <a:t>내 </a:t>
            </a:r>
          </a:p>
          <a:p>
            <a:r>
              <a:rPr lang="ko-KR" altLang="en-US" sz="1200" dirty="0"/>
              <a:t>내용입 력 </a:t>
            </a:r>
            <a:r>
              <a:rPr lang="en-US" altLang="ko-KR" sz="1200" dirty="0"/>
              <a:t>내</a:t>
            </a:r>
            <a:r>
              <a:rPr lang="ko-KR" altLang="en-US" sz="1200" dirty="0" err="1"/>
              <a:t>내용입력</a:t>
            </a:r>
            <a:r>
              <a:rPr lang="ko-KR" altLang="en-US" sz="1200" dirty="0"/>
              <a:t> 내용입 </a:t>
            </a:r>
            <a:r>
              <a:rPr lang="en-US" altLang="ko-KR" sz="1200" dirty="0"/>
              <a:t>2</a:t>
            </a:r>
            <a:r>
              <a:rPr lang="ko-KR" altLang="en-US" sz="1200" dirty="0"/>
              <a:t>내 용</a:t>
            </a:r>
            <a:r>
              <a:rPr lang="en-US" altLang="ko-KR" sz="1200" dirty="0"/>
              <a:t>내 </a:t>
            </a:r>
          </a:p>
        </p:txBody>
      </p:sp>
      <p:cxnSp>
        <p:nvCxnSpPr>
          <p:cNvPr id="32" name="직선 연결선[R] 69">
            <a:extLst>
              <a:ext uri="{FF2B5EF4-FFF2-40B4-BE49-F238E27FC236}">
                <a16:creationId xmlns:a16="http://schemas.microsoft.com/office/drawing/2014/main" id="{4495D2F1-9B48-C813-D2F4-AE13ADB8A917}"/>
              </a:ext>
            </a:extLst>
          </p:cNvPr>
          <p:cNvCxnSpPr>
            <a:cxnSpLocks/>
          </p:cNvCxnSpPr>
          <p:nvPr/>
        </p:nvCxnSpPr>
        <p:spPr>
          <a:xfrm>
            <a:off x="8266423" y="453577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_x258534240" descr="EMB00002d9c0ddf">
            <a:extLst>
              <a:ext uri="{FF2B5EF4-FFF2-40B4-BE49-F238E27FC236}">
                <a16:creationId xmlns:a16="http://schemas.microsoft.com/office/drawing/2014/main" id="{6AF05D55-E1D9-4782-FF09-CF6DB6D14F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86021" y="2219737"/>
            <a:ext cx="3417988" cy="232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EAFAE472-E48F-B089-E0C8-57292847E63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249950" y="3093061"/>
            <a:ext cx="1778447" cy="1319359"/>
          </a:xfrm>
          <a:prstGeom prst="rect">
            <a:avLst/>
          </a:prstGeom>
        </p:spPr>
      </p:pic>
      <p:pic>
        <p:nvPicPr>
          <p:cNvPr id="35" name="Picture 5">
            <a:extLst>
              <a:ext uri="{FF2B5EF4-FFF2-40B4-BE49-F238E27FC236}">
                <a16:creationId xmlns:a16="http://schemas.microsoft.com/office/drawing/2014/main" id="{9C9921DC-98DE-3FA9-3893-A0367FA4F7D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5400000">
            <a:off x="10223783" y="2943446"/>
            <a:ext cx="1319357" cy="161859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EF0994F3-1516-C91E-B779-A7EE8AE7E9D9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3093" b="-3093"/>
          <a:stretch>
            <a:fillRect/>
          </a:stretch>
        </p:blipFill>
        <p:spPr>
          <a:xfrm>
            <a:off x="10497046" y="2267512"/>
            <a:ext cx="749023" cy="767420"/>
          </a:xfrm>
          <a:prstGeom prst="rect">
            <a:avLst/>
          </a:prstGeom>
        </p:spPr>
      </p:pic>
      <p:pic>
        <p:nvPicPr>
          <p:cNvPr id="37" name="그림 36" descr="비행기, 실내, 교통, 지상이(가) 표시된 사진&#10;&#10;자동 생성된 설명">
            <a:extLst>
              <a:ext uri="{FF2B5EF4-FFF2-40B4-BE49-F238E27FC236}">
                <a16:creationId xmlns:a16="http://schemas.microsoft.com/office/drawing/2014/main" id="{5D70F636-F7F6-5AF5-29EE-B8EEC5ACBB2A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alphaModFix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249950" y="2216692"/>
            <a:ext cx="1769785" cy="818240"/>
          </a:xfrm>
          <a:prstGeom prst="rect">
            <a:avLst/>
          </a:prstGeom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DBBA732B-CA65-F285-C828-263014290DD6}"/>
              </a:ext>
            </a:extLst>
          </p:cNvPr>
          <p:cNvGrpSpPr/>
          <p:nvPr/>
        </p:nvGrpSpPr>
        <p:grpSpPr>
          <a:xfrm>
            <a:off x="388704" y="5644464"/>
            <a:ext cx="11421790" cy="822906"/>
            <a:chOff x="388704" y="5644464"/>
            <a:chExt cx="11421790" cy="822906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CB67550-31FB-2560-021A-1A59B6D72434}"/>
                </a:ext>
              </a:extLst>
            </p:cNvPr>
            <p:cNvSpPr/>
            <p:nvPr/>
          </p:nvSpPr>
          <p:spPr>
            <a:xfrm>
              <a:off x="389474" y="5653686"/>
              <a:ext cx="11421020" cy="8136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40" name="직선 연결선[R] 46">
              <a:extLst>
                <a:ext uri="{FF2B5EF4-FFF2-40B4-BE49-F238E27FC236}">
                  <a16:creationId xmlns:a16="http://schemas.microsoft.com/office/drawing/2014/main" id="{3E4304BA-DE64-924B-5C7D-1476DDA3C245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644464"/>
              <a:ext cx="0" cy="822906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1E8AF3B3-8CA6-DF26-0FDB-8BF2B56421A8}"/>
              </a:ext>
            </a:extLst>
          </p:cNvPr>
          <p:cNvGrpSpPr/>
          <p:nvPr/>
        </p:nvGrpSpPr>
        <p:grpSpPr>
          <a:xfrm>
            <a:off x="574038" y="5784636"/>
            <a:ext cx="10769998" cy="221279"/>
            <a:chOff x="574038" y="1702532"/>
            <a:chExt cx="10769998" cy="221279"/>
          </a:xfrm>
        </p:grpSpPr>
        <p:pic>
          <p:nvPicPr>
            <p:cNvPr id="42" name="그래픽 41">
              <a:extLst>
                <a:ext uri="{FF2B5EF4-FFF2-40B4-BE49-F238E27FC236}">
                  <a16:creationId xmlns:a16="http://schemas.microsoft.com/office/drawing/2014/main" id="{0970B176-FEF9-04AD-DCBB-2BC0F6D037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A48F5AE-86F9-825B-F909-B2EEAC520EB6}"/>
                </a:ext>
              </a:extLst>
            </p:cNvPr>
            <p:cNvSpPr txBox="1"/>
            <p:nvPr/>
          </p:nvSpPr>
          <p:spPr>
            <a:xfrm>
              <a:off x="855932" y="1702532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38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481</a:t>
              </a:r>
              <a:r>
                <a:rPr kumimoji="1" lang="en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내용 입 력내 용입력 내용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501</a:t>
              </a:r>
              <a:r>
                <a:rPr kumimoji="1" lang="en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용입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6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7EA71AEC-5300-F0F4-FBF7-3EB00FF91182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02532"/>
            <a:chExt cx="10769998" cy="221279"/>
          </a:xfrm>
        </p:grpSpPr>
        <p:pic>
          <p:nvPicPr>
            <p:cNvPr id="45" name="그래픽 44">
              <a:extLst>
                <a:ext uri="{FF2B5EF4-FFF2-40B4-BE49-F238E27FC236}">
                  <a16:creationId xmlns:a16="http://schemas.microsoft.com/office/drawing/2014/main" id="{3AECF404-93B0-52AB-CAA5-ED4898A9FF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BE91AE8-46E7-CDB3-8796-E4941F6A25AE}"/>
                </a:ext>
              </a:extLst>
            </p:cNvPr>
            <p:cNvSpPr txBox="1"/>
            <p:nvPr/>
          </p:nvSpPr>
          <p:spPr>
            <a:xfrm>
              <a:off x="855932" y="1702532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35E4F5F2-53C4-65EB-D0F0-6E8E7F6E66F3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72550720-EA15-5D0E-BD29-04AC2B111E73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48" name="그래픽 47">
              <a:extLst>
                <a:ext uri="{FF2B5EF4-FFF2-40B4-BE49-F238E27FC236}">
                  <a16:creationId xmlns:a16="http://schemas.microsoft.com/office/drawing/2014/main" id="{E1B85B2E-ADC9-A628-1BCD-21E9DE24E3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163758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E41C2EFB-273B-D976-0864-52D7DE901764}"/>
              </a:ext>
            </a:extLst>
          </p:cNvPr>
          <p:cNvGrpSpPr/>
          <p:nvPr/>
        </p:nvGrpSpPr>
        <p:grpSpPr>
          <a:xfrm>
            <a:off x="388703" y="1538287"/>
            <a:ext cx="6361953" cy="3595574"/>
            <a:chOff x="388703" y="1538287"/>
            <a:chExt cx="6361953" cy="3595574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6F977CB8-6FFF-B72B-EA76-23FB60534771}"/>
                </a:ext>
              </a:extLst>
            </p:cNvPr>
            <p:cNvSpPr/>
            <p:nvPr/>
          </p:nvSpPr>
          <p:spPr>
            <a:xfrm>
              <a:off x="389198" y="1868651"/>
              <a:ext cx="6361458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7" name="양쪽 모서리가 둥근 사각형 13">
              <a:extLst>
                <a:ext uri="{FF2B5EF4-FFF2-40B4-BE49-F238E27FC236}">
                  <a16:creationId xmlns:a16="http://schemas.microsoft.com/office/drawing/2014/main" id="{C0323ADB-6583-B688-7539-C614FFFDBC9B}"/>
                </a:ext>
              </a:extLst>
            </p:cNvPr>
            <p:cNvSpPr/>
            <p:nvPr/>
          </p:nvSpPr>
          <p:spPr>
            <a:xfrm>
              <a:off x="389831" y="1538287"/>
              <a:ext cx="2772000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b="1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b="1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입력내 용 입력</a:t>
              </a:r>
            </a:p>
          </p:txBody>
        </p:sp>
        <p:cxnSp>
          <p:nvCxnSpPr>
            <p:cNvPr id="39" name="직선 연결선[R] 15">
              <a:extLst>
                <a:ext uri="{FF2B5EF4-FFF2-40B4-BE49-F238E27FC236}">
                  <a16:creationId xmlns:a16="http://schemas.microsoft.com/office/drawing/2014/main" id="{FCA3035F-FF4E-B42F-5C6B-F0C0DB11A31D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3" y="1862287"/>
              <a:ext cx="6361953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A23BEF2-8EA9-457A-CD74-195AE2563E6B}"/>
              </a:ext>
            </a:extLst>
          </p:cNvPr>
          <p:cNvSpPr/>
          <p:nvPr/>
        </p:nvSpPr>
        <p:spPr>
          <a:xfrm>
            <a:off x="2306500" y="2549458"/>
            <a:ext cx="1296000" cy="189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en-US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내5163.10용42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B2AA6B0-D601-02B9-4DD2-963B8ACDAA47}"/>
              </a:ext>
            </a:extLst>
          </p:cNvPr>
          <p:cNvGrpSpPr/>
          <p:nvPr/>
        </p:nvGrpSpPr>
        <p:grpSpPr>
          <a:xfrm>
            <a:off x="6917636" y="1538287"/>
            <a:ext cx="4892858" cy="3595574"/>
            <a:chOff x="6917636" y="1538287"/>
            <a:chExt cx="4892858" cy="3595574"/>
          </a:xfrm>
        </p:grpSpPr>
        <p:sp>
          <p:nvSpPr>
            <p:cNvPr id="49" name="양쪽 모서리가 둥근 사각형 34">
              <a:extLst>
                <a:ext uri="{FF2B5EF4-FFF2-40B4-BE49-F238E27FC236}">
                  <a16:creationId xmlns:a16="http://schemas.microsoft.com/office/drawing/2014/main" id="{96B17200-EF7E-83C4-687C-9F6FFC51B008}"/>
                </a:ext>
              </a:extLst>
            </p:cNvPr>
            <p:cNvSpPr/>
            <p:nvPr/>
          </p:nvSpPr>
          <p:spPr>
            <a:xfrm>
              <a:off x="6917636" y="1538287"/>
              <a:ext cx="290449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 내용 입력내 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04E2219B-1024-7B6C-5299-D1FBD1BB38FE}"/>
                </a:ext>
              </a:extLst>
            </p:cNvPr>
            <p:cNvSpPr/>
            <p:nvPr/>
          </p:nvSpPr>
          <p:spPr>
            <a:xfrm>
              <a:off x="6918017" y="1868651"/>
              <a:ext cx="4892477" cy="32652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40" name="직선 연결선[R] 35">
              <a:extLst>
                <a:ext uri="{FF2B5EF4-FFF2-40B4-BE49-F238E27FC236}">
                  <a16:creationId xmlns:a16="http://schemas.microsoft.com/office/drawing/2014/main" id="{E8FC5C2D-6D8D-2B34-E7BC-CAB7C4F1D34A}"/>
                </a:ext>
              </a:extLst>
            </p:cNvPr>
            <p:cNvCxnSpPr>
              <a:cxnSpLocks/>
            </p:cNvCxnSpPr>
            <p:nvPr/>
          </p:nvCxnSpPr>
          <p:spPr>
            <a:xfrm>
              <a:off x="6917636" y="1862287"/>
              <a:ext cx="489285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제목 3">
            <a:extLst>
              <a:ext uri="{FF2B5EF4-FFF2-40B4-BE49-F238E27FC236}">
                <a16:creationId xmlns:a16="http://schemas.microsoft.com/office/drawing/2014/main" id="{C65FA546-9810-D228-9E21-68EDD6001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 </a:t>
            </a:r>
            <a:r>
              <a:rPr lang="en-US" altLang="ko-KR" dirty="0"/>
              <a:t>531내용입</a:t>
            </a:r>
            <a:r>
              <a:rPr lang="ko-KR" altLang="en-US" dirty="0"/>
              <a:t>내 용입 력내 용입 력내 용입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14F023-41BE-6971-2678-BDF05D44F8CB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력내용 입력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531내용입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309CE7D-E6A5-C203-D7C3-5D50DDE69CE5}"/>
              </a:ext>
            </a:extLst>
          </p:cNvPr>
          <p:cNvSpPr/>
          <p:nvPr/>
        </p:nvSpPr>
        <p:spPr>
          <a:xfrm>
            <a:off x="526005" y="2036863"/>
            <a:ext cx="3076493" cy="453595"/>
          </a:xfrm>
          <a:prstGeom prst="rect">
            <a:avLst/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kumimoji="1" lang="en-US" altLang="ko-KR" sz="900" b="1" spc="-40">
              <a:solidFill>
                <a:srgbClr val="274893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cxnSp>
        <p:nvCxnSpPr>
          <p:cNvPr id="12" name="직선 연결선[R] 58">
            <a:extLst>
              <a:ext uri="{FF2B5EF4-FFF2-40B4-BE49-F238E27FC236}">
                <a16:creationId xmlns:a16="http://schemas.microsoft.com/office/drawing/2014/main" id="{AF4C1EEF-E42A-7E40-563C-0827AA1D8FBB}"/>
              </a:ext>
            </a:extLst>
          </p:cNvPr>
          <p:cNvCxnSpPr>
            <a:cxnSpLocks/>
          </p:cNvCxnSpPr>
          <p:nvPr/>
        </p:nvCxnSpPr>
        <p:spPr>
          <a:xfrm>
            <a:off x="3721627" y="1977483"/>
            <a:ext cx="0" cy="3035192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01A4234-94DC-E16A-7A45-20F6B2235A03}"/>
              </a:ext>
            </a:extLst>
          </p:cNvPr>
          <p:cNvSpPr txBox="1"/>
          <p:nvPr/>
        </p:nvSpPr>
        <p:spPr>
          <a:xfrm>
            <a:off x="526005" y="2827545"/>
            <a:ext cx="1920013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2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력내용입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5E123C0-446C-E73B-5067-AC04E2AB288A}"/>
              </a:ext>
            </a:extLst>
          </p:cNvPr>
          <p:cNvGraphicFramePr>
            <a:graphicFrameLocks noGrp="1"/>
          </p:cNvGraphicFramePr>
          <p:nvPr/>
        </p:nvGraphicFramePr>
        <p:xfrm>
          <a:off x="503520" y="3080621"/>
          <a:ext cx="3098980" cy="14584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9826">
                  <a:extLst>
                    <a:ext uri="{9D8B030D-6E8A-4147-A177-3AD203B41FA5}">
                      <a16:colId xmlns:a16="http://schemas.microsoft.com/office/drawing/2014/main" val="2084645671"/>
                    </a:ext>
                  </a:extLst>
                </a:gridCol>
                <a:gridCol w="976118">
                  <a:extLst>
                    <a:ext uri="{9D8B030D-6E8A-4147-A177-3AD203B41FA5}">
                      <a16:colId xmlns:a16="http://schemas.microsoft.com/office/drawing/2014/main" val="241482611"/>
                    </a:ext>
                  </a:extLst>
                </a:gridCol>
                <a:gridCol w="596518">
                  <a:extLst>
                    <a:ext uri="{9D8B030D-6E8A-4147-A177-3AD203B41FA5}">
                      <a16:colId xmlns:a16="http://schemas.microsoft.com/office/drawing/2014/main" val="2851903169"/>
                    </a:ext>
                  </a:extLst>
                </a:gridCol>
                <a:gridCol w="596518">
                  <a:extLst>
                    <a:ext uri="{9D8B030D-6E8A-4147-A177-3AD203B41FA5}">
                      <a16:colId xmlns:a16="http://schemas.microsoft.com/office/drawing/2014/main" val="2482336293"/>
                    </a:ext>
                  </a:extLst>
                </a:gridCol>
              </a:tblGrid>
              <a:tr h="267340"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100" kern="1200" spc="-40">
                        <a:solidFill>
                          <a:srgbClr val="274893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89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5156내5160</a:t>
                      </a:r>
                      <a:r>
                        <a:rPr kumimoji="1" lang="ko-KR" altLang="en-US" sz="1100" kern="1200" spc="-4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내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89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5161</a:t>
                      </a:r>
                      <a:r>
                        <a:rPr kumimoji="1" lang="ko-KR" altLang="en-US" sz="1100" kern="1200" spc="-4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내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89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5162</a:t>
                      </a:r>
                      <a:r>
                        <a:rPr kumimoji="1" lang="ko-KR" altLang="en-US" sz="1100" kern="1200" spc="-4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내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893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326832"/>
                  </a:ext>
                </a:extLst>
              </a:tr>
              <a:tr h="267340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100" kern="1200" spc="-40" dirty="0" err="1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내용</a:t>
                      </a:r>
                      <a:endParaRPr kumimoji="1" lang="ko-KR" altLang="en-US" sz="1100" kern="1200" spc="-40" dirty="0">
                        <a:solidFill>
                          <a:srgbClr val="274893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</a:txBody>
                  <a:tcPr marL="7200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263내8용271.0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284.5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327.3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8306813"/>
                  </a:ext>
                </a:extLst>
              </a:tr>
              <a:tr h="267340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100" kern="1200" spc="-40" dirty="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내용 입력</a:t>
                      </a:r>
                    </a:p>
                  </a:txBody>
                  <a:tcPr marL="7200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262.7내265용5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276.6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305.6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622639"/>
                  </a:ext>
                </a:extLst>
              </a:tr>
              <a:tr h="267340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100" kern="1200" spc="-4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내용 입력</a:t>
                      </a:r>
                    </a:p>
                  </a:txBody>
                  <a:tcPr marL="7200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254.0내259용5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274.4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311.2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145137"/>
                  </a:ext>
                </a:extLst>
              </a:tr>
              <a:tr h="389043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100" kern="1200" spc="-40" dirty="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내용입 </a:t>
                      </a:r>
                      <a:endParaRPr kumimoji="1" lang="en-US" altLang="ko-KR" sz="1100" kern="1200" spc="-40" dirty="0">
                        <a:solidFill>
                          <a:srgbClr val="274893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endParaRPr>
                    </a:p>
                    <a:p>
                      <a:pPr algn="ctr" latinLnBrk="1"/>
                      <a:r>
                        <a:rPr kumimoji="1" lang="ko-KR" altLang="en-US" sz="1100" kern="1200" spc="-40" dirty="0">
                          <a:solidFill>
                            <a:srgbClr val="274893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rPr>
                        <a:t>내용입</a:t>
                      </a:r>
                    </a:p>
                  </a:txBody>
                  <a:tcPr marL="7200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261.0내269.0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280.0</a:t>
                      </a:r>
                      <a:endParaRPr kumimoji="1" lang="ko-KR" altLang="en-US" sz="1100" kern="1200" spc="-4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kern="1200" spc="-4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309.0</a:t>
                      </a:r>
                      <a:endParaRPr kumimoji="1" lang="ko-KR" altLang="en-US" sz="1100" kern="1200" spc="-4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8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865459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04B3971-EB33-AB93-5618-13924B3E209A}"/>
              </a:ext>
            </a:extLst>
          </p:cNvPr>
          <p:cNvSpPr txBox="1"/>
          <p:nvPr/>
        </p:nvSpPr>
        <p:spPr>
          <a:xfrm>
            <a:off x="472698" y="4587049"/>
            <a:ext cx="2891901" cy="3273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en-US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5162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</a:t>
            </a:r>
            <a:r>
              <a:rPr kumimoji="1" lang="en-US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en-US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5162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en-US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</a:p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0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0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ko-KR" altLang="en-US" sz="10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</a:t>
            </a:r>
            <a:endParaRPr kumimoji="1" lang="en-US" altLang="ko-KR" sz="10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7" name="_x276259392">
            <a:extLst>
              <a:ext uri="{FF2B5EF4-FFF2-40B4-BE49-F238E27FC236}">
                <a16:creationId xmlns:a16="http://schemas.microsoft.com/office/drawing/2014/main" id="{C8CEE837-9F60-AD92-E136-F3879E94F6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46"/>
          <a:stretch>
            <a:fillRect/>
          </a:stretch>
        </p:blipFill>
        <p:spPr bwMode="auto">
          <a:xfrm>
            <a:off x="9606577" y="2190759"/>
            <a:ext cx="2037417" cy="1340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_x276259392">
            <a:extLst>
              <a:ext uri="{FF2B5EF4-FFF2-40B4-BE49-F238E27FC236}">
                <a16:creationId xmlns:a16="http://schemas.microsoft.com/office/drawing/2014/main" id="{3499B3D1-404F-871F-EA6B-46FAD244C5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094020" y="2190759"/>
            <a:ext cx="2050660" cy="1340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모서리가 둥근 직사각형 77">
            <a:extLst>
              <a:ext uri="{FF2B5EF4-FFF2-40B4-BE49-F238E27FC236}">
                <a16:creationId xmlns:a16="http://schemas.microsoft.com/office/drawing/2014/main" id="{707A94C3-BCFE-9837-9F53-6DFEFD88CAB6}"/>
              </a:ext>
            </a:extLst>
          </p:cNvPr>
          <p:cNvSpPr/>
          <p:nvPr/>
        </p:nvSpPr>
        <p:spPr>
          <a:xfrm>
            <a:off x="7687350" y="2038841"/>
            <a:ext cx="864000" cy="21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274893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10000"/>
              </a:lnSpc>
            </a:pPr>
            <a:r>
              <a:rPr kumimoji="1" lang="ko-KR" altLang="en-US" sz="10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</a:t>
            </a:r>
          </a:p>
        </p:txBody>
      </p:sp>
      <p:sp>
        <p:nvSpPr>
          <p:cNvPr id="21" name="모서리가 둥근 직사각형 78">
            <a:extLst>
              <a:ext uri="{FF2B5EF4-FFF2-40B4-BE49-F238E27FC236}">
                <a16:creationId xmlns:a16="http://schemas.microsoft.com/office/drawing/2014/main" id="{33D6E30E-D97B-F9EC-2124-EEDF909FB29C}"/>
              </a:ext>
            </a:extLst>
          </p:cNvPr>
          <p:cNvSpPr/>
          <p:nvPr/>
        </p:nvSpPr>
        <p:spPr>
          <a:xfrm>
            <a:off x="10186665" y="2038841"/>
            <a:ext cx="864000" cy="21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274893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10000"/>
              </a:lnSpc>
            </a:pPr>
            <a:r>
              <a:rPr kumimoji="1" lang="ko-KR" altLang="en-US" sz="1000" b="1" spc="-40" dirty="0" err="1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  <a:r>
              <a:rPr kumimoji="1" lang="ko-KR" altLang="en-US" sz="10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내용</a:t>
            </a: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950B88EA-A83C-C03E-01E8-F08084C1876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96338" y="3641516"/>
            <a:ext cx="1016361" cy="775345"/>
          </a:xfrm>
          <a:prstGeom prst="rect">
            <a:avLst/>
          </a:prstGeom>
          <a:solidFill>
            <a:srgbClr val="0000FF"/>
          </a:solidFill>
          <a:ln>
            <a:noFill/>
          </a:ln>
        </p:spPr>
      </p:pic>
      <p:pic>
        <p:nvPicPr>
          <p:cNvPr id="23" name="Picture 4">
            <a:extLst>
              <a:ext uri="{FF2B5EF4-FFF2-40B4-BE49-F238E27FC236}">
                <a16:creationId xmlns:a16="http://schemas.microsoft.com/office/drawing/2014/main" id="{4348C175-1E5D-7C4C-FC48-5EE861102A6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717173" y="3736725"/>
            <a:ext cx="771558" cy="829564"/>
          </a:xfrm>
          <a:prstGeom prst="rect">
            <a:avLst/>
          </a:prstGeom>
          <a:solidFill>
            <a:srgbClr val="0000FF"/>
          </a:solidFill>
          <a:ln>
            <a:noFill/>
          </a:ln>
        </p:spPr>
      </p:pic>
      <p:pic>
        <p:nvPicPr>
          <p:cNvPr id="24" name="Picture 2">
            <a:extLst>
              <a:ext uri="{FF2B5EF4-FFF2-40B4-BE49-F238E27FC236}">
                <a16:creationId xmlns:a16="http://schemas.microsoft.com/office/drawing/2014/main" id="{F6715FC3-6AAC-F653-917C-C1E979188CC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97310" y="3646828"/>
            <a:ext cx="1039765" cy="798659"/>
          </a:xfrm>
          <a:prstGeom prst="rect">
            <a:avLst/>
          </a:prstGeom>
          <a:solidFill>
            <a:srgbClr val="0000FF"/>
          </a:solidFill>
          <a:ln>
            <a:noFill/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DAD3599-FC70-3786-13DA-648EC5C6881C}"/>
              </a:ext>
            </a:extLst>
          </p:cNvPr>
          <p:cNvSpPr txBox="1"/>
          <p:nvPr/>
        </p:nvSpPr>
        <p:spPr>
          <a:xfrm>
            <a:off x="7052856" y="4458487"/>
            <a:ext cx="1087181" cy="2291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" altLang="ko-KR" sz="7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내용입력내용입력 내용입력 내용입력내 </a:t>
            </a:r>
            <a:br>
              <a:rPr kumimoji="1" lang="en" altLang="ko-KR" sz="7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1" lang="en" altLang="ko-KR" sz="7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용입력 내용입력</a:t>
            </a:r>
            <a:endParaRPr kumimoji="1" lang="ko-KR" altLang="en-US" sz="700" spc="-4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204B00-E27D-152E-C445-AD11D6B7D809}"/>
              </a:ext>
            </a:extLst>
          </p:cNvPr>
          <p:cNvSpPr txBox="1"/>
          <p:nvPr/>
        </p:nvSpPr>
        <p:spPr>
          <a:xfrm>
            <a:off x="8362406" y="4458487"/>
            <a:ext cx="1087181" cy="1106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" altLang="ko-KR" sz="7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용입력내 용입력내용</a:t>
            </a:r>
            <a:endParaRPr kumimoji="1" lang="ko-KR" altLang="en-US" sz="7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8" name="Picture 4">
            <a:extLst>
              <a:ext uri="{FF2B5EF4-FFF2-40B4-BE49-F238E27FC236}">
                <a16:creationId xmlns:a16="http://schemas.microsoft.com/office/drawing/2014/main" id="{BC8F4F75-E935-EA73-6645-E7B2F09B98F0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921313" y="3700561"/>
            <a:ext cx="693484" cy="958518"/>
          </a:xfrm>
          <a:prstGeom prst="rect">
            <a:avLst/>
          </a:prstGeom>
          <a:solidFill>
            <a:srgbClr val="0000FF"/>
          </a:solidFill>
          <a:ln>
            <a:noFill/>
          </a:ln>
        </p:spPr>
      </p:pic>
      <p:sp>
        <p:nvSpPr>
          <p:cNvPr id="52" name="직사각형 51">
            <a:extLst>
              <a:ext uri="{FF2B5EF4-FFF2-40B4-BE49-F238E27FC236}">
                <a16:creationId xmlns:a16="http://schemas.microsoft.com/office/drawing/2014/main" id="{6A85CB85-3FD0-E6BB-0EF9-58934C5B2C7D}"/>
              </a:ext>
            </a:extLst>
          </p:cNvPr>
          <p:cNvSpPr/>
          <p:nvPr/>
        </p:nvSpPr>
        <p:spPr>
          <a:xfrm>
            <a:off x="2306500" y="4824262"/>
            <a:ext cx="1296000" cy="19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en-US" altLang="ko-KR" sz="10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내5162.10용33</a:t>
            </a:r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E840AEA6-B062-D187-5D43-5E7236191F1F}"/>
              </a:ext>
            </a:extLst>
          </p:cNvPr>
          <p:cNvSpPr/>
          <p:nvPr/>
        </p:nvSpPr>
        <p:spPr>
          <a:xfrm>
            <a:off x="9206867" y="2680179"/>
            <a:ext cx="345924" cy="362011"/>
          </a:xfrm>
          <a:prstGeom prst="rightArrow">
            <a:avLst/>
          </a:prstGeom>
          <a:gradFill>
            <a:gsLst>
              <a:gs pos="0">
                <a:srgbClr val="16BDF9">
                  <a:alpha val="0"/>
                </a:srgbClr>
              </a:gs>
              <a:gs pos="70000">
                <a:srgbClr val="16BDF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화살표: 오른쪽 42">
            <a:extLst>
              <a:ext uri="{FF2B5EF4-FFF2-40B4-BE49-F238E27FC236}">
                <a16:creationId xmlns:a16="http://schemas.microsoft.com/office/drawing/2014/main" id="{B7D62DA4-ADE6-1C7B-5913-97360D1A163C}"/>
              </a:ext>
            </a:extLst>
          </p:cNvPr>
          <p:cNvSpPr/>
          <p:nvPr/>
        </p:nvSpPr>
        <p:spPr>
          <a:xfrm>
            <a:off x="8092453" y="3989562"/>
            <a:ext cx="272614" cy="285292"/>
          </a:xfrm>
          <a:prstGeom prst="rightArrow">
            <a:avLst/>
          </a:prstGeom>
          <a:gradFill>
            <a:gsLst>
              <a:gs pos="0">
                <a:srgbClr val="16BDF9">
                  <a:alpha val="0"/>
                </a:srgbClr>
              </a:gs>
              <a:gs pos="70000">
                <a:srgbClr val="16BDF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34BAD528-75BB-13EB-A169-0B9E07FE90F2}"/>
              </a:ext>
            </a:extLst>
          </p:cNvPr>
          <p:cNvSpPr/>
          <p:nvPr/>
        </p:nvSpPr>
        <p:spPr>
          <a:xfrm>
            <a:off x="10575127" y="3997246"/>
            <a:ext cx="272614" cy="285292"/>
          </a:xfrm>
          <a:prstGeom prst="rightArrow">
            <a:avLst/>
          </a:prstGeom>
          <a:gradFill>
            <a:gsLst>
              <a:gs pos="0">
                <a:srgbClr val="16BDF9">
                  <a:alpha val="0"/>
                </a:srgbClr>
              </a:gs>
              <a:gs pos="70000">
                <a:srgbClr val="16BDF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B16F48CD-907E-DEB6-93A7-7BCA2939400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28281" y="2288057"/>
            <a:ext cx="2957931" cy="2583294"/>
          </a:xfrm>
          <a:prstGeom prst="rect">
            <a:avLst/>
          </a:prstGeom>
        </p:spPr>
      </p:pic>
      <p:grpSp>
        <p:nvGrpSpPr>
          <p:cNvPr id="68" name="그룹 67">
            <a:extLst>
              <a:ext uri="{FF2B5EF4-FFF2-40B4-BE49-F238E27FC236}">
                <a16:creationId xmlns:a16="http://schemas.microsoft.com/office/drawing/2014/main" id="{E1D4760E-F054-897A-72A9-7E7240A11C0C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943F1092-AA6C-815D-E562-BFFBB350122D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70" name="직선 연결선[R] 66">
              <a:extLst>
                <a:ext uri="{FF2B5EF4-FFF2-40B4-BE49-F238E27FC236}">
                  <a16:creationId xmlns:a16="http://schemas.microsoft.com/office/drawing/2014/main" id="{1F58B0F2-9F97-21C8-8B39-A5A959887A3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5E36DC81-8C9F-0E9D-A4B8-454D5292C0AC}"/>
              </a:ext>
            </a:extLst>
          </p:cNvPr>
          <p:cNvGrpSpPr/>
          <p:nvPr/>
        </p:nvGrpSpPr>
        <p:grpSpPr>
          <a:xfrm>
            <a:off x="574038" y="5781986"/>
            <a:ext cx="10769998" cy="221279"/>
            <a:chOff x="574038" y="1710483"/>
            <a:chExt cx="10769998" cy="221279"/>
          </a:xfrm>
        </p:grpSpPr>
        <p:pic>
          <p:nvPicPr>
            <p:cNvPr id="72" name="그래픽 71">
              <a:extLst>
                <a:ext uri="{FF2B5EF4-FFF2-40B4-BE49-F238E27FC236}">
                  <a16:creationId xmlns:a16="http://schemas.microsoft.com/office/drawing/2014/main" id="{8F2E0AC4-5952-BC4A-5E01-B0D6D73FBC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130695A-EB92-5029-D552-4EFEB0540950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44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내용46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 용 입력내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</a:t>
              </a: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6B751F81-FE16-7B59-F779-BFB5B22E5412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10483"/>
            <a:chExt cx="10769998" cy="221279"/>
          </a:xfrm>
        </p:grpSpPr>
        <p:pic>
          <p:nvPicPr>
            <p:cNvPr id="75" name="그래픽 74">
              <a:extLst>
                <a:ext uri="{FF2B5EF4-FFF2-40B4-BE49-F238E27FC236}">
                  <a16:creationId xmlns:a16="http://schemas.microsoft.com/office/drawing/2014/main" id="{8F77BD7F-9793-8FF8-9E68-5EF935B092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0C8224F7-9F03-A204-DB31-120148F81F81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용입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0450C79B-4721-1EE2-E375-229E34760D99}"/>
              </a:ext>
            </a:extLst>
          </p:cNvPr>
          <p:cNvGrpSpPr/>
          <p:nvPr/>
        </p:nvGrpSpPr>
        <p:grpSpPr>
          <a:xfrm>
            <a:off x="574038" y="5482364"/>
            <a:ext cx="10769998" cy="221279"/>
            <a:chOff x="574038" y="1710483"/>
            <a:chExt cx="10769998" cy="221279"/>
          </a:xfrm>
        </p:grpSpPr>
        <p:pic>
          <p:nvPicPr>
            <p:cNvPr id="78" name="그래픽 77">
              <a:extLst>
                <a:ext uri="{FF2B5EF4-FFF2-40B4-BE49-F238E27FC236}">
                  <a16:creationId xmlns:a16="http://schemas.microsoft.com/office/drawing/2014/main" id="{DB39AE1E-EDF9-ABE1-4C21-2A4EA5F85BD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D5842CD-1AA1-B6EB-EBEC-DAE6ED40BBEF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내용43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531내용입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</a:t>
              </a:r>
            </a:p>
          </p:txBody>
        </p:sp>
      </p:grpSp>
      <p:sp>
        <p:nvSpPr>
          <p:cNvPr id="81" name="모서리가 둥근 직사각형 81">
            <a:extLst>
              <a:ext uri="{FF2B5EF4-FFF2-40B4-BE49-F238E27FC236}">
                <a16:creationId xmlns:a16="http://schemas.microsoft.com/office/drawing/2014/main" id="{247CBD29-A0AB-8B9E-CAAC-BF9C4B48841A}"/>
              </a:ext>
            </a:extLst>
          </p:cNvPr>
          <p:cNvSpPr/>
          <p:nvPr/>
        </p:nvSpPr>
        <p:spPr>
          <a:xfrm>
            <a:off x="10817789" y="4621577"/>
            <a:ext cx="812257" cy="32613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입력</a:t>
            </a:r>
            <a:endParaRPr kumimoji="1" lang="en-US" altLang="ko-KR" sz="900" b="1" spc="-40" dirty="0">
              <a:solidFill>
                <a:srgbClr val="274893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</a:t>
            </a:r>
          </a:p>
        </p:txBody>
      </p: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BF634E88-B5F4-8E36-681E-48C75A94D763}"/>
              </a:ext>
            </a:extLst>
          </p:cNvPr>
          <p:cNvSpPr/>
          <p:nvPr/>
        </p:nvSpPr>
        <p:spPr>
          <a:xfrm>
            <a:off x="8398788" y="4621577"/>
            <a:ext cx="1006470" cy="32613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입력내</a:t>
            </a:r>
            <a:endParaRPr kumimoji="1" lang="en-US" altLang="ko-KR" sz="900" b="1" spc="-40" dirty="0">
              <a:solidFill>
                <a:srgbClr val="274893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 력내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B9AA2D-B9B2-8311-F838-E9F6104EA87D}"/>
              </a:ext>
            </a:extLst>
          </p:cNvPr>
          <p:cNvSpPr txBox="1"/>
          <p:nvPr/>
        </p:nvSpPr>
        <p:spPr>
          <a:xfrm>
            <a:off x="680746" y="2067344"/>
            <a:ext cx="274825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ko-KR" altLang="en-US" sz="1200" spc="-40" dirty="0" err="1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ko-KR" altLang="en-US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 입력내 </a:t>
            </a:r>
            <a:r>
              <a:rPr kumimoji="1" lang="en-US" altLang="ko-KR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8953</a:t>
            </a:r>
            <a:r>
              <a:rPr kumimoji="1" lang="ko-KR" altLang="en-US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kumimoji="1" lang="en-US" altLang="ko-KR" sz="1200" spc="-40" dirty="0">
              <a:solidFill>
                <a:srgbClr val="00549A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kumimoji="1" lang="ko-KR" altLang="en-US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 입력 내</a:t>
            </a:r>
            <a:r>
              <a:rPr kumimoji="1" lang="en-US" altLang="ko-KR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</a:t>
            </a:r>
            <a:r>
              <a:rPr kumimoji="1" lang="en-US" altLang="ko-KR" sz="1200" spc="-40" dirty="0">
                <a:solidFill>
                  <a:srgbClr val="00549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DC16E62-8F58-C543-017B-60631DB0902B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F1D05240-36F6-30E1-FE8C-8F73744C9D8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31" name="그래픽 30">
              <a:extLst>
                <a:ext uri="{FF2B5EF4-FFF2-40B4-BE49-F238E27FC236}">
                  <a16:creationId xmlns:a16="http://schemas.microsoft.com/office/drawing/2014/main" id="{197740EE-1F5E-B146-B0A8-8537FF00C11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77122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859393F6-EF7C-528C-143E-0D0740044680}"/>
              </a:ext>
            </a:extLst>
          </p:cNvPr>
          <p:cNvGrpSpPr/>
          <p:nvPr/>
        </p:nvGrpSpPr>
        <p:grpSpPr>
          <a:xfrm>
            <a:off x="6917635" y="1538287"/>
            <a:ext cx="4892859" cy="3598256"/>
            <a:chOff x="6917635" y="1538287"/>
            <a:chExt cx="4892859" cy="3598256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36D91615-401F-4C13-1DEC-B1540ECAE123}"/>
                </a:ext>
              </a:extLst>
            </p:cNvPr>
            <p:cNvSpPr/>
            <p:nvPr/>
          </p:nvSpPr>
          <p:spPr>
            <a:xfrm>
              <a:off x="6918017" y="1868650"/>
              <a:ext cx="4892477" cy="326789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6" name="양쪽 모서리가 둥근 사각형 34">
              <a:extLst>
                <a:ext uri="{FF2B5EF4-FFF2-40B4-BE49-F238E27FC236}">
                  <a16:creationId xmlns:a16="http://schemas.microsoft.com/office/drawing/2014/main" id="{30038CF1-DD81-D245-EC3F-A0DB25057DEF}"/>
                </a:ext>
              </a:extLst>
            </p:cNvPr>
            <p:cNvSpPr/>
            <p:nvPr/>
          </p:nvSpPr>
          <p:spPr>
            <a:xfrm>
              <a:off x="6917635" y="1538287"/>
              <a:ext cx="4079019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531내용 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</a:t>
              </a:r>
              <a:r>
                <a:rPr kumimoji="1" lang="ko-KR" altLang="en-US" sz="1300" b="1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내용입 력 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내용53입 </a:t>
              </a:r>
            </a:p>
          </p:txBody>
        </p:sp>
        <p:cxnSp>
          <p:nvCxnSpPr>
            <p:cNvPr id="40" name="직선 연결선[R] 35">
              <a:extLst>
                <a:ext uri="{FF2B5EF4-FFF2-40B4-BE49-F238E27FC236}">
                  <a16:creationId xmlns:a16="http://schemas.microsoft.com/office/drawing/2014/main" id="{E7E331BE-DD14-4F30-8C58-7AEF263179E2}"/>
                </a:ext>
              </a:extLst>
            </p:cNvPr>
            <p:cNvCxnSpPr>
              <a:cxnSpLocks/>
            </p:cNvCxnSpPr>
            <p:nvPr/>
          </p:nvCxnSpPr>
          <p:spPr>
            <a:xfrm>
              <a:off x="6917636" y="1862287"/>
              <a:ext cx="4892858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61CEF823-3DF1-8451-0E71-C20B7E089705}"/>
              </a:ext>
            </a:extLst>
          </p:cNvPr>
          <p:cNvGrpSpPr/>
          <p:nvPr/>
        </p:nvGrpSpPr>
        <p:grpSpPr>
          <a:xfrm>
            <a:off x="388703" y="1538287"/>
            <a:ext cx="6361953" cy="3598256"/>
            <a:chOff x="388703" y="1538287"/>
            <a:chExt cx="6361953" cy="3598256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59335C6E-A69F-F260-BD05-704D99F25F7A}"/>
                </a:ext>
              </a:extLst>
            </p:cNvPr>
            <p:cNvSpPr/>
            <p:nvPr/>
          </p:nvSpPr>
          <p:spPr>
            <a:xfrm>
              <a:off x="389198" y="1868650"/>
              <a:ext cx="6361458" cy="326789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5" name="양쪽 모서리가 둥근 사각형 13">
              <a:extLst>
                <a:ext uri="{FF2B5EF4-FFF2-40B4-BE49-F238E27FC236}">
                  <a16:creationId xmlns:a16="http://schemas.microsoft.com/office/drawing/2014/main" id="{980B2C6F-9E6A-292B-F3C6-6AED1DE4E356}"/>
                </a:ext>
              </a:extLst>
            </p:cNvPr>
            <p:cNvSpPr/>
            <p:nvPr/>
          </p:nvSpPr>
          <p:spPr>
            <a:xfrm>
              <a:off x="389830" y="1538287"/>
              <a:ext cx="3076939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 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 용 입력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  <a:endParaRPr kumimoji="1" lang="ko-KR" altLang="en-US" sz="13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cxnSp>
          <p:nvCxnSpPr>
            <p:cNvPr id="39" name="직선 연결선[R] 15">
              <a:extLst>
                <a:ext uri="{FF2B5EF4-FFF2-40B4-BE49-F238E27FC236}">
                  <a16:creationId xmlns:a16="http://schemas.microsoft.com/office/drawing/2014/main" id="{C86CA31F-BC9D-2CF6-1984-38A76B71C7BC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3" y="1862287"/>
              <a:ext cx="6361953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제목 5">
            <a:extLst>
              <a:ext uri="{FF2B5EF4-FFF2-40B4-BE49-F238E27FC236}">
                <a16:creationId xmlns:a16="http://schemas.microsoft.com/office/drawing/2014/main" id="{B8476C48-19E7-D962-69BA-8D9000A88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입력내 용 입력내 용입 력내 용입 력 내용 입 력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233E97-B044-8775-BC72-ED0FB62A758E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내용 입력 내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 내 용 입력 내 용입 력 내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820B017-60DE-D9DA-1E0C-BF17952FED83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AAF9EA3-4327-46DA-620A-92B30CC92F30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3" name="직선 연결선[R] 66">
              <a:extLst>
                <a:ext uri="{FF2B5EF4-FFF2-40B4-BE49-F238E27FC236}">
                  <a16:creationId xmlns:a16="http://schemas.microsoft.com/office/drawing/2014/main" id="{1B0EF52A-3E7D-BFA3-8675-55D8BBB94B46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2978EDE-F6DE-8504-68E7-2C1556ACD12A}"/>
              </a:ext>
            </a:extLst>
          </p:cNvPr>
          <p:cNvGrpSpPr/>
          <p:nvPr/>
        </p:nvGrpSpPr>
        <p:grpSpPr>
          <a:xfrm>
            <a:off x="574038" y="5781986"/>
            <a:ext cx="10769998" cy="221279"/>
            <a:chOff x="574038" y="1710483"/>
            <a:chExt cx="10769998" cy="221279"/>
          </a:xfrm>
        </p:grpSpPr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AB29987D-2CC4-413E-09CA-6A360F63F18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7EFB1BC-72F7-E955-C33B-BEE0C3294247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용 입력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입력내 용 입력 내 용 입 력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99DE27D-542C-9A13-5FC8-4A180CD08CC9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10483"/>
            <a:chExt cx="10769998" cy="221279"/>
          </a:xfrm>
        </p:grpSpPr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B9B0D444-5E1B-6003-F0E1-A9CE8EBEB3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4C7720A-F075-A02F-45CE-724194C2F1F6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27C1F75-992A-219E-2DB0-92715F0AD21F}"/>
              </a:ext>
            </a:extLst>
          </p:cNvPr>
          <p:cNvGrpSpPr/>
          <p:nvPr/>
        </p:nvGrpSpPr>
        <p:grpSpPr>
          <a:xfrm>
            <a:off x="574038" y="5482364"/>
            <a:ext cx="10769998" cy="221279"/>
            <a:chOff x="574038" y="1710483"/>
            <a:chExt cx="10769998" cy="221279"/>
          </a:xfrm>
        </p:grpSpPr>
        <p:pic>
          <p:nvPicPr>
            <p:cNvPr id="21" name="그래픽 20">
              <a:extLst>
                <a:ext uri="{FF2B5EF4-FFF2-40B4-BE49-F238E27FC236}">
                  <a16:creationId xmlns:a16="http://schemas.microsoft.com/office/drawing/2014/main" id="{0E753664-EAA6-259D-5A78-7C2546F72F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56E023C-79ED-E5BD-8D2C-1CFD557DBF7A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38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용 입력 내용입 력 내</a:t>
              </a:r>
            </a:p>
          </p:txBody>
        </p:sp>
      </p:grpSp>
      <p:pic>
        <p:nvPicPr>
          <p:cNvPr id="33" name="그림 32">
            <a:extLst>
              <a:ext uri="{FF2B5EF4-FFF2-40B4-BE49-F238E27FC236}">
                <a16:creationId xmlns:a16="http://schemas.microsoft.com/office/drawing/2014/main" id="{3BDE749A-F2AB-5DC7-D0B4-49DBF507C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512" y="2036148"/>
            <a:ext cx="4309106" cy="2986278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DBDD2619-1B9D-5E5A-70A0-327E104C286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56587" y="1994490"/>
            <a:ext cx="6011187" cy="2968107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2D712F49-E95C-737E-CA48-563737411551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88808D91-0D6D-A62E-7D08-4C63BA21207C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47A5C896-131C-C5A4-F44D-A561CF80F5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106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12056ED3-C037-F96E-062A-E55FA841906E}"/>
              </a:ext>
            </a:extLst>
          </p:cNvPr>
          <p:cNvGrpSpPr/>
          <p:nvPr/>
        </p:nvGrpSpPr>
        <p:grpSpPr>
          <a:xfrm>
            <a:off x="388704" y="1469225"/>
            <a:ext cx="11421790" cy="582762"/>
            <a:chOff x="388704" y="1469225"/>
            <a:chExt cx="11421790" cy="582762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CC38E04D-0519-0F06-5FB7-025AAFDD0560}"/>
                </a:ext>
              </a:extLst>
            </p:cNvPr>
            <p:cNvSpPr/>
            <p:nvPr/>
          </p:nvSpPr>
          <p:spPr>
            <a:xfrm>
              <a:off x="389474" y="1470542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31" name="직선 연결선[R] 24">
              <a:extLst>
                <a:ext uri="{FF2B5EF4-FFF2-40B4-BE49-F238E27FC236}">
                  <a16:creationId xmlns:a16="http://schemas.microsoft.com/office/drawing/2014/main" id="{A76FA361-6593-E511-F204-B94849C99439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46922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37AC2F41-CE10-A3ED-C6CA-209AA4E9CD39}"/>
              </a:ext>
            </a:extLst>
          </p:cNvPr>
          <p:cNvGrpSpPr/>
          <p:nvPr/>
        </p:nvGrpSpPr>
        <p:grpSpPr>
          <a:xfrm>
            <a:off x="574038" y="1630252"/>
            <a:ext cx="10769998" cy="237309"/>
            <a:chOff x="574038" y="1630252"/>
            <a:chExt cx="10769998" cy="237309"/>
          </a:xfrm>
        </p:grpSpPr>
        <p:pic>
          <p:nvPicPr>
            <p:cNvPr id="64" name="그래픽 63">
              <a:extLst>
                <a:ext uri="{FF2B5EF4-FFF2-40B4-BE49-F238E27FC236}">
                  <a16:creationId xmlns:a16="http://schemas.microsoft.com/office/drawing/2014/main" id="{F569AC77-BCE5-DE26-95A6-7187C7F6D3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2E58920-581F-C79D-4CC6-1334737E89CA}"/>
                </a:ext>
              </a:extLst>
            </p:cNvPr>
            <p:cNvSpPr txBox="1"/>
            <p:nvPr/>
          </p:nvSpPr>
          <p:spPr>
            <a:xfrm>
              <a:off x="855932" y="1630252"/>
              <a:ext cx="10488104" cy="23730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srgbClr val="129AEF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1400" b="1" i="0" u="none" strike="noStrike" kern="1200" cap="none" spc="-40" normalizeH="0" baseline="0" noProof="0" dirty="0">
                  <a:ln>
                    <a:noFill/>
                  </a:ln>
                  <a:solidFill>
                    <a:srgbClr val="129AEF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4,339내용 </a:t>
              </a: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srgbClr val="129AEF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i="0" u="none" strike="noStrike" kern="1200" cap="none" spc="-40" normalizeH="0" baseline="0" noProof="0" dirty="0" err="1">
                  <a:ln>
                    <a:noFill/>
                  </a:ln>
                  <a:solidFill>
                    <a:srgbClr val="129AEF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1" i="0" u="none" strike="noStrike" kern="1200" cap="none" spc="-40" normalizeH="0" baseline="0" noProof="0" dirty="0">
                  <a:ln>
                    <a:noFill/>
                  </a:ln>
                  <a:solidFill>
                    <a:srgbClr val="129AEF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 력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BF902A5-88FA-93C3-3D4D-0AB06E418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4,339내용입</a:t>
            </a:r>
            <a:r>
              <a:rPr lang="ko-KR" altLang="en-US" dirty="0"/>
              <a:t>내 용입 력내 용</a:t>
            </a:r>
            <a:r>
              <a:rPr lang="ko-KR" altLang="en-US" dirty="0" err="1"/>
              <a:t>내용입</a:t>
            </a:r>
            <a:r>
              <a:rPr lang="ko-KR" altLang="en-US" dirty="0"/>
              <a:t>내 용입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F8B10B-F0CD-4D91-6F3E-B40BCA34E088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43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력내 </a:t>
            </a:r>
            <a:r>
              <a:rPr kumimoji="1" lang="ko-KR" altLang="en-US" b="1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내용입 력 내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AC9D53B-5C3D-1D95-4BD8-2031C0E42282}"/>
              </a:ext>
            </a:extLst>
          </p:cNvPr>
          <p:cNvGrpSpPr/>
          <p:nvPr/>
        </p:nvGrpSpPr>
        <p:grpSpPr>
          <a:xfrm>
            <a:off x="388704" y="2254181"/>
            <a:ext cx="3651774" cy="3207755"/>
            <a:chOff x="388704" y="2254181"/>
            <a:chExt cx="3651774" cy="3207755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07A835F-8435-4E3D-61AA-326A9677C744}"/>
                </a:ext>
              </a:extLst>
            </p:cNvPr>
            <p:cNvSpPr/>
            <p:nvPr/>
          </p:nvSpPr>
          <p:spPr>
            <a:xfrm>
              <a:off x="388988" y="2578181"/>
              <a:ext cx="3651490" cy="288375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" name="양쪽 모서리가 둥근 사각형 44">
              <a:extLst>
                <a:ext uri="{FF2B5EF4-FFF2-40B4-BE49-F238E27FC236}">
                  <a16:creationId xmlns:a16="http://schemas.microsoft.com/office/drawing/2014/main" id="{DF2BA8DD-D70A-F7EF-BEE5-D3F9FAC19F63}"/>
                </a:ext>
              </a:extLst>
            </p:cNvPr>
            <p:cNvSpPr/>
            <p:nvPr/>
          </p:nvSpPr>
          <p:spPr>
            <a:xfrm>
              <a:off x="389831" y="2254181"/>
              <a:ext cx="243288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내용 입 력</a:t>
              </a:r>
            </a:p>
          </p:txBody>
        </p:sp>
        <p:cxnSp>
          <p:nvCxnSpPr>
            <p:cNvPr id="9" name="직선 연결선[R] 45">
              <a:extLst>
                <a:ext uri="{FF2B5EF4-FFF2-40B4-BE49-F238E27FC236}">
                  <a16:creationId xmlns:a16="http://schemas.microsoft.com/office/drawing/2014/main" id="{3FAAE722-9BD6-5332-1379-B383F181F6C1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578181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E09D0E57-3E03-EF0D-D62F-741A9B1F4595}"/>
              </a:ext>
            </a:extLst>
          </p:cNvPr>
          <p:cNvGrpSpPr/>
          <p:nvPr/>
        </p:nvGrpSpPr>
        <p:grpSpPr>
          <a:xfrm>
            <a:off x="4268985" y="2254181"/>
            <a:ext cx="3651774" cy="3207755"/>
            <a:chOff x="4268985" y="2254181"/>
            <a:chExt cx="3651774" cy="320775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A5492BB-7B43-3483-5888-046214FC35E7}"/>
                </a:ext>
              </a:extLst>
            </p:cNvPr>
            <p:cNvSpPr/>
            <p:nvPr/>
          </p:nvSpPr>
          <p:spPr>
            <a:xfrm>
              <a:off x="4269269" y="2578181"/>
              <a:ext cx="3651490" cy="288375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양쪽 모서리가 둥근 사각형 48">
              <a:extLst>
                <a:ext uri="{FF2B5EF4-FFF2-40B4-BE49-F238E27FC236}">
                  <a16:creationId xmlns:a16="http://schemas.microsoft.com/office/drawing/2014/main" id="{A4C21965-CD8D-3A44-06A3-44AB2EF75594}"/>
                </a:ext>
              </a:extLst>
            </p:cNvPr>
            <p:cNvSpPr/>
            <p:nvPr/>
          </p:nvSpPr>
          <p:spPr>
            <a:xfrm>
              <a:off x="4270112" y="2254181"/>
              <a:ext cx="2313568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력내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</a:t>
              </a:r>
            </a:p>
          </p:txBody>
        </p:sp>
        <p:cxnSp>
          <p:nvCxnSpPr>
            <p:cNvPr id="13" name="직선 연결선[R] 49">
              <a:extLst>
                <a:ext uri="{FF2B5EF4-FFF2-40B4-BE49-F238E27FC236}">
                  <a16:creationId xmlns:a16="http://schemas.microsoft.com/office/drawing/2014/main" id="{F2CDDDAE-83A4-8790-0C26-772A36A49315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578181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D2E9F9BA-B360-57C2-D979-59B323A1CED1}"/>
              </a:ext>
            </a:extLst>
          </p:cNvPr>
          <p:cNvGrpSpPr/>
          <p:nvPr/>
        </p:nvGrpSpPr>
        <p:grpSpPr>
          <a:xfrm>
            <a:off x="8150394" y="2254181"/>
            <a:ext cx="3651774" cy="3207755"/>
            <a:chOff x="8150394" y="2254181"/>
            <a:chExt cx="3651774" cy="3207755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2010675-5993-C4FF-9B59-11E9041AD423}"/>
                </a:ext>
              </a:extLst>
            </p:cNvPr>
            <p:cNvSpPr/>
            <p:nvPr/>
          </p:nvSpPr>
          <p:spPr>
            <a:xfrm>
              <a:off x="8150678" y="2578181"/>
              <a:ext cx="3651490" cy="288375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" name="양쪽 모서리가 둥근 사각형 52">
              <a:extLst>
                <a:ext uri="{FF2B5EF4-FFF2-40B4-BE49-F238E27FC236}">
                  <a16:creationId xmlns:a16="http://schemas.microsoft.com/office/drawing/2014/main" id="{C45BB7BF-1389-9A62-4C96-CFCCEE9E1880}"/>
                </a:ext>
              </a:extLst>
            </p:cNvPr>
            <p:cNvSpPr/>
            <p:nvPr/>
          </p:nvSpPr>
          <p:spPr>
            <a:xfrm>
              <a:off x="8151521" y="2254181"/>
              <a:ext cx="201024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입력내 용 입</a:t>
              </a:r>
            </a:p>
          </p:txBody>
        </p:sp>
        <p:cxnSp>
          <p:nvCxnSpPr>
            <p:cNvPr id="17" name="직선 연결선[R] 53">
              <a:extLst>
                <a:ext uri="{FF2B5EF4-FFF2-40B4-BE49-F238E27FC236}">
                  <a16:creationId xmlns:a16="http://schemas.microsoft.com/office/drawing/2014/main" id="{DA3A4188-EEA9-5F38-4167-5122E1591E82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578181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4B20BE38-714F-7B09-34FA-D95AA9C1ED65}"/>
              </a:ext>
            </a:extLst>
          </p:cNvPr>
          <p:cNvSpPr txBox="1"/>
          <p:nvPr/>
        </p:nvSpPr>
        <p:spPr>
          <a:xfrm>
            <a:off x="528135" y="4733845"/>
            <a:ext cx="3732154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1내30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ko-KR" altLang="en-US" sz="12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 입 력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</a:t>
            </a:r>
            <a:r>
              <a:rPr kumimoji="1" lang="en-US" altLang="ko-KR" sz="1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4,356</a:t>
            </a:r>
            <a:r>
              <a:rPr kumimoji="1" lang="en" altLang="ko-KR" sz="1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ko-KR" altLang="en-US" sz="1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en-US" altLang="ko-KR" sz="1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0.99내용 </a:t>
            </a:r>
            <a:r>
              <a:rPr kumimoji="1" lang="ko-KR" altLang="en-US" sz="1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en-US" altLang="ko-KR" sz="1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1.28 </a:t>
            </a:r>
            <a:r>
              <a:rPr kumimoji="1" lang="en" altLang="ko-KR" sz="1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내용입5162.4력내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en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  용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21001A-9FB7-ACE2-3BDC-2FE8B799BCC1}"/>
              </a:ext>
            </a:extLst>
          </p:cNvPr>
          <p:cNvSpPr txBox="1"/>
          <p:nvPr/>
        </p:nvSpPr>
        <p:spPr>
          <a:xfrm>
            <a:off x="4426087" y="4944159"/>
            <a:ext cx="3230079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0.21 용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ko-KR" altLang="en-US" sz="12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63 용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712CFF-64CC-C1B9-135E-62130D57FD36}"/>
              </a:ext>
            </a:extLst>
          </p:cNvPr>
          <p:cNvSpPr txBox="1"/>
          <p:nvPr/>
        </p:nvSpPr>
        <p:spPr>
          <a:xfrm>
            <a:off x="8316298" y="4944159"/>
            <a:ext cx="3230079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1내23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ko-KR" altLang="en-US" sz="12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 입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 12355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4D7FB467-2F55-57BF-26F1-AA8C06E3FC5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249950" y="2707091"/>
            <a:ext cx="3453790" cy="2061145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 w="6350">
            <a:noFill/>
          </a:ln>
          <a:effectLst/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48C17B30-B6DA-B3B3-D7EE-300BAF87DC6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88260" y="2700837"/>
            <a:ext cx="3466528" cy="1879113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 w="12700">
            <a:noFill/>
          </a:ln>
          <a:effectLst/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44EAE077-F8FF-C51C-47DE-B32F3C22575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13" r="3513"/>
          <a:stretch>
            <a:fillRect/>
          </a:stretch>
        </p:blipFill>
        <p:spPr>
          <a:xfrm>
            <a:off x="4368542" y="2707091"/>
            <a:ext cx="3443964" cy="206115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DED6D3A3-AEF6-6EB7-8E1D-CEB6CBE097C0}"/>
              </a:ext>
            </a:extLst>
          </p:cNvPr>
          <p:cNvGrpSpPr/>
          <p:nvPr/>
        </p:nvGrpSpPr>
        <p:grpSpPr>
          <a:xfrm>
            <a:off x="388704" y="5644464"/>
            <a:ext cx="11421790" cy="822906"/>
            <a:chOff x="388704" y="5764250"/>
            <a:chExt cx="11421790" cy="582762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F65FEC5C-6AA6-1A8C-6A63-18F8197B34CC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1" name="직선 연결선[R] 46">
              <a:extLst>
                <a:ext uri="{FF2B5EF4-FFF2-40B4-BE49-F238E27FC236}">
                  <a16:creationId xmlns:a16="http://schemas.microsoft.com/office/drawing/2014/main" id="{69A726DC-D854-47CE-7B99-660E318AC9F3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99CA2704-4EF9-BE16-4512-308E8607949F}"/>
              </a:ext>
            </a:extLst>
          </p:cNvPr>
          <p:cNvGrpSpPr/>
          <p:nvPr/>
        </p:nvGrpSpPr>
        <p:grpSpPr>
          <a:xfrm>
            <a:off x="574038" y="5784636"/>
            <a:ext cx="5165338" cy="221279"/>
            <a:chOff x="574038" y="1702532"/>
            <a:chExt cx="5165338" cy="221279"/>
          </a:xfrm>
        </p:grpSpPr>
        <p:pic>
          <p:nvPicPr>
            <p:cNvPr id="53" name="그래픽 52">
              <a:extLst>
                <a:ext uri="{FF2B5EF4-FFF2-40B4-BE49-F238E27FC236}">
                  <a16:creationId xmlns:a16="http://schemas.microsoft.com/office/drawing/2014/main" id="{E7A0DDED-1063-E15A-3F53-3B0FFD12F9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ADA9BAB-135C-621B-4B2D-320904E4BD2E}"/>
                </a:ext>
              </a:extLst>
            </p:cNvPr>
            <p:cNvSpPr txBox="1"/>
            <p:nvPr/>
          </p:nvSpPr>
          <p:spPr>
            <a:xfrm>
              <a:off x="855932" y="1702532"/>
              <a:ext cx="488344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B0600000101010101" charset="-127"/>
                  <a:ea typeface="Pretendard SemiBold" panose="020B0600000101010101" charset="-127"/>
                  <a:cs typeface="Pretendard SemiBold" panose="020B0600000101010101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력내용입 력</a:t>
              </a: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947DDA96-4129-47E0-695A-DF6B971DDC63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02532"/>
            <a:chExt cx="10769998" cy="221279"/>
          </a:xfrm>
        </p:grpSpPr>
        <p:pic>
          <p:nvPicPr>
            <p:cNvPr id="56" name="그래픽 55">
              <a:extLst>
                <a:ext uri="{FF2B5EF4-FFF2-40B4-BE49-F238E27FC236}">
                  <a16:creationId xmlns:a16="http://schemas.microsoft.com/office/drawing/2014/main" id="{2C87760D-6919-DC05-2486-6015B7200B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DE4B6F0-9F20-24ED-6614-BB7A939EB15D}"/>
                </a:ext>
              </a:extLst>
            </p:cNvPr>
            <p:cNvSpPr txBox="1"/>
            <p:nvPr/>
          </p:nvSpPr>
          <p:spPr>
            <a:xfrm>
              <a:off x="855932" y="1702532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 내 용 입력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</a:t>
              </a: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98183401-81ED-7DE6-D743-E40D667F2D3F}"/>
              </a:ext>
            </a:extLst>
          </p:cNvPr>
          <p:cNvGrpSpPr/>
          <p:nvPr/>
        </p:nvGrpSpPr>
        <p:grpSpPr>
          <a:xfrm>
            <a:off x="6378490" y="5784636"/>
            <a:ext cx="5165338" cy="221279"/>
            <a:chOff x="574038" y="1702532"/>
            <a:chExt cx="5165338" cy="221279"/>
          </a:xfrm>
        </p:grpSpPr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8D0F38FC-8E80-E74F-C343-6D1673D672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7AD8A19-B92F-3E03-16AC-66AC0E1D0574}"/>
                </a:ext>
              </a:extLst>
            </p:cNvPr>
            <p:cNvSpPr txBox="1"/>
            <p:nvPr/>
          </p:nvSpPr>
          <p:spPr>
            <a:xfrm>
              <a:off x="855932" y="1702532"/>
              <a:ext cx="488344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력내용 입</a:t>
              </a:r>
            </a:p>
          </p:txBody>
        </p:sp>
      </p:grpSp>
      <p:cxnSp>
        <p:nvCxnSpPr>
          <p:cNvPr id="20" name="직선 연결선[R] 56">
            <a:extLst>
              <a:ext uri="{FF2B5EF4-FFF2-40B4-BE49-F238E27FC236}">
                <a16:creationId xmlns:a16="http://schemas.microsoft.com/office/drawing/2014/main" id="{4E2B0239-5AE7-7717-6B19-24E1AAEE89CC}"/>
              </a:ext>
            </a:extLst>
          </p:cNvPr>
          <p:cNvCxnSpPr>
            <a:cxnSpLocks/>
          </p:cNvCxnSpPr>
          <p:nvPr/>
        </p:nvCxnSpPr>
        <p:spPr>
          <a:xfrm>
            <a:off x="504733" y="4652116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[R] 58">
            <a:extLst>
              <a:ext uri="{FF2B5EF4-FFF2-40B4-BE49-F238E27FC236}">
                <a16:creationId xmlns:a16="http://schemas.microsoft.com/office/drawing/2014/main" id="{7AD5162F-FB73-A3E8-71A4-ACE0F7DE25C1}"/>
              </a:ext>
            </a:extLst>
          </p:cNvPr>
          <p:cNvCxnSpPr>
            <a:cxnSpLocks/>
          </p:cNvCxnSpPr>
          <p:nvPr/>
        </p:nvCxnSpPr>
        <p:spPr>
          <a:xfrm>
            <a:off x="4385014" y="4856029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[R] 60">
            <a:extLst>
              <a:ext uri="{FF2B5EF4-FFF2-40B4-BE49-F238E27FC236}">
                <a16:creationId xmlns:a16="http://schemas.microsoft.com/office/drawing/2014/main" id="{386050CF-C233-C01D-0C5C-1546B3A277BE}"/>
              </a:ext>
            </a:extLst>
          </p:cNvPr>
          <p:cNvCxnSpPr>
            <a:cxnSpLocks/>
          </p:cNvCxnSpPr>
          <p:nvPr/>
        </p:nvCxnSpPr>
        <p:spPr>
          <a:xfrm>
            <a:off x="8266423" y="4856029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1A429E4-2982-B882-D4DD-CB3DCA6A33D1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EFCFA408-8EBE-0136-6D6E-7C791C3ED3E9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33" name="그래픽 32">
              <a:extLst>
                <a:ext uri="{FF2B5EF4-FFF2-40B4-BE49-F238E27FC236}">
                  <a16:creationId xmlns:a16="http://schemas.microsoft.com/office/drawing/2014/main" id="{439A29AB-E581-5A55-8483-18947F2E34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0875432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7A1B82-0D67-CCC5-B869-A19FB1CA6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내용입</a:t>
            </a:r>
            <a:r>
              <a:rPr lang="ko-KR" altLang="en-US" dirty="0"/>
              <a:t> </a:t>
            </a:r>
            <a:r>
              <a:rPr lang="ko-KR" altLang="en-US" dirty="0" err="1"/>
              <a:t>내용입</a:t>
            </a:r>
            <a:r>
              <a:rPr lang="ko-KR" altLang="en-US" dirty="0"/>
              <a:t> 내용입 력내용 입력내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0BF810-3243-5CD9-3549-99D139928EBB}"/>
              </a:ext>
            </a:extLst>
          </p:cNvPr>
          <p:cNvSpPr txBox="1"/>
          <p:nvPr/>
        </p:nvSpPr>
        <p:spPr>
          <a:xfrm>
            <a:off x="851947" y="965384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 입력 내용 입력내 용입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43내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33내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FE1190F-1C23-B8C7-5B67-B2FA216C81C3}"/>
              </a:ext>
            </a:extLst>
          </p:cNvPr>
          <p:cNvGrpSpPr/>
          <p:nvPr/>
        </p:nvGrpSpPr>
        <p:grpSpPr>
          <a:xfrm>
            <a:off x="388704" y="1469225"/>
            <a:ext cx="11421790" cy="792804"/>
            <a:chOff x="388704" y="1533284"/>
            <a:chExt cx="11421790" cy="58276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DCA1CF6-6421-781D-1FED-4E4F506FA8D9}"/>
                </a:ext>
              </a:extLst>
            </p:cNvPr>
            <p:cNvSpPr/>
            <p:nvPr/>
          </p:nvSpPr>
          <p:spPr>
            <a:xfrm>
              <a:off x="389474" y="1533784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5">
              <a:extLst>
                <a:ext uri="{FF2B5EF4-FFF2-40B4-BE49-F238E27FC236}">
                  <a16:creationId xmlns:a16="http://schemas.microsoft.com/office/drawing/2014/main" id="{373BC577-B47F-0A37-A463-30D36AC24787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3284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4C2A347-89B7-E8E9-60F5-B8ECFA9FE321}"/>
              </a:ext>
            </a:extLst>
          </p:cNvPr>
          <p:cNvSpPr txBox="1"/>
          <p:nvPr/>
        </p:nvSpPr>
        <p:spPr>
          <a:xfrm>
            <a:off x="846394" y="1913204"/>
            <a:ext cx="10488104" cy="2031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 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내용입력내용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 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 용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3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용입 력 내 용 입력 내 용입력 내용입 력내</a:t>
            </a:r>
            <a:endParaRPr kumimoji="1" lang="en-US" altLang="ko-KR" sz="13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E2A77A3-A1FC-13BC-32F1-6032A91C16C5}"/>
              </a:ext>
            </a:extLst>
          </p:cNvPr>
          <p:cNvGrpSpPr/>
          <p:nvPr/>
        </p:nvGrpSpPr>
        <p:grpSpPr>
          <a:xfrm>
            <a:off x="388704" y="2467760"/>
            <a:ext cx="3651774" cy="3201519"/>
            <a:chOff x="388704" y="2467760"/>
            <a:chExt cx="3651774" cy="3201519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525DAC1-C258-2DAE-A53A-402D84B2C697}"/>
                </a:ext>
              </a:extLst>
            </p:cNvPr>
            <p:cNvSpPr/>
            <p:nvPr/>
          </p:nvSpPr>
          <p:spPr>
            <a:xfrm>
              <a:off x="388988" y="2789790"/>
              <a:ext cx="3651490" cy="28794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8" name="양쪽 모서리가 둥근 사각형 58">
              <a:extLst>
                <a:ext uri="{FF2B5EF4-FFF2-40B4-BE49-F238E27FC236}">
                  <a16:creationId xmlns:a16="http://schemas.microsoft.com/office/drawing/2014/main" id="{53E7B003-34A5-96EC-2436-E4E930E45B9E}"/>
                </a:ext>
              </a:extLst>
            </p:cNvPr>
            <p:cNvSpPr/>
            <p:nvPr/>
          </p:nvSpPr>
          <p:spPr>
            <a:xfrm>
              <a:off x="389832" y="2467760"/>
              <a:ext cx="180472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  용</a:t>
              </a:r>
            </a:p>
          </p:txBody>
        </p:sp>
        <p:cxnSp>
          <p:nvCxnSpPr>
            <p:cNvPr id="19" name="직선 연결선[R] 59">
              <a:extLst>
                <a:ext uri="{FF2B5EF4-FFF2-40B4-BE49-F238E27FC236}">
                  <a16:creationId xmlns:a16="http://schemas.microsoft.com/office/drawing/2014/main" id="{4CC8FAC4-7EA1-AA03-D4D1-C12DA3EFE021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79176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AA93A621-3487-4576-8881-8D21F5E4E36D}"/>
              </a:ext>
            </a:extLst>
          </p:cNvPr>
          <p:cNvGrpSpPr/>
          <p:nvPr/>
        </p:nvGrpSpPr>
        <p:grpSpPr>
          <a:xfrm>
            <a:off x="4268985" y="2467760"/>
            <a:ext cx="3651774" cy="3201519"/>
            <a:chOff x="4268985" y="2467760"/>
            <a:chExt cx="3651774" cy="3201519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FE912933-7F38-0FEB-009E-AB4233DAFEEF}"/>
                </a:ext>
              </a:extLst>
            </p:cNvPr>
            <p:cNvSpPr/>
            <p:nvPr/>
          </p:nvSpPr>
          <p:spPr>
            <a:xfrm>
              <a:off x="4269269" y="2789790"/>
              <a:ext cx="3651490" cy="28794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2" name="양쪽 모서리가 둥근 사각형 62">
              <a:extLst>
                <a:ext uri="{FF2B5EF4-FFF2-40B4-BE49-F238E27FC236}">
                  <a16:creationId xmlns:a16="http://schemas.microsoft.com/office/drawing/2014/main" id="{5234440C-ACC9-7337-6E86-CFBFD144BD3D}"/>
                </a:ext>
              </a:extLst>
            </p:cNvPr>
            <p:cNvSpPr/>
            <p:nvPr/>
          </p:nvSpPr>
          <p:spPr>
            <a:xfrm>
              <a:off x="4270112" y="2467760"/>
              <a:ext cx="1558193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</a:t>
              </a:r>
            </a:p>
          </p:txBody>
        </p:sp>
        <p:cxnSp>
          <p:nvCxnSpPr>
            <p:cNvPr id="23" name="직선 연결선[R] 63">
              <a:extLst>
                <a:ext uri="{FF2B5EF4-FFF2-40B4-BE49-F238E27FC236}">
                  <a16:creationId xmlns:a16="http://schemas.microsoft.com/office/drawing/2014/main" id="{48C8F529-7453-80BC-FDB5-4D512343B029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79176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33D5322B-87C9-44A8-FD65-6250612645BD}"/>
              </a:ext>
            </a:extLst>
          </p:cNvPr>
          <p:cNvGrpSpPr/>
          <p:nvPr/>
        </p:nvGrpSpPr>
        <p:grpSpPr>
          <a:xfrm>
            <a:off x="8150394" y="2467760"/>
            <a:ext cx="3651774" cy="3201519"/>
            <a:chOff x="8150394" y="2467760"/>
            <a:chExt cx="3651774" cy="3201519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3E3BF01E-2237-D682-7071-A963F1CC8A88}"/>
                </a:ext>
              </a:extLst>
            </p:cNvPr>
            <p:cNvSpPr/>
            <p:nvPr/>
          </p:nvSpPr>
          <p:spPr>
            <a:xfrm>
              <a:off x="8150678" y="2789790"/>
              <a:ext cx="3651490" cy="28794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6" name="양쪽 모서리가 둥근 사각형 66">
              <a:extLst>
                <a:ext uri="{FF2B5EF4-FFF2-40B4-BE49-F238E27FC236}">
                  <a16:creationId xmlns:a16="http://schemas.microsoft.com/office/drawing/2014/main" id="{3D9B7C5C-086F-730D-F415-D050BD20DB26}"/>
                </a:ext>
              </a:extLst>
            </p:cNvPr>
            <p:cNvSpPr/>
            <p:nvPr/>
          </p:nvSpPr>
          <p:spPr>
            <a:xfrm>
              <a:off x="8151521" y="2467760"/>
              <a:ext cx="1779658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 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</a:t>
              </a:r>
            </a:p>
          </p:txBody>
        </p:sp>
        <p:cxnSp>
          <p:nvCxnSpPr>
            <p:cNvPr id="27" name="직선 연결선[R] 67">
              <a:extLst>
                <a:ext uri="{FF2B5EF4-FFF2-40B4-BE49-F238E27FC236}">
                  <a16:creationId xmlns:a16="http://schemas.microsoft.com/office/drawing/2014/main" id="{543042F9-4FCB-8DE0-EE5F-D4D8C4D3862D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79176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21A87FE-ECC0-6493-C543-047F5EE6BF52}"/>
              </a:ext>
            </a:extLst>
          </p:cNvPr>
          <p:cNvSpPr/>
          <p:nvPr/>
        </p:nvSpPr>
        <p:spPr>
          <a:xfrm>
            <a:off x="498208" y="2939644"/>
            <a:ext cx="3454566" cy="2583807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b="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41D7991-AD6B-CDD8-49A4-948588D3719C}"/>
              </a:ext>
            </a:extLst>
          </p:cNvPr>
          <p:cNvSpPr/>
          <p:nvPr/>
        </p:nvSpPr>
        <p:spPr>
          <a:xfrm>
            <a:off x="4363163" y="2939644"/>
            <a:ext cx="3454566" cy="1274975"/>
          </a:xfrm>
          <a:prstGeom prst="rect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B57CB34-18C1-A89C-2105-3C8F4FE084AE}"/>
              </a:ext>
            </a:extLst>
          </p:cNvPr>
          <p:cNvSpPr/>
          <p:nvPr/>
        </p:nvSpPr>
        <p:spPr>
          <a:xfrm>
            <a:off x="4363163" y="4298498"/>
            <a:ext cx="3454566" cy="1224954"/>
          </a:xfrm>
          <a:prstGeom prst="rect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-2876" b="-2876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D113DA1E-1A98-44DB-B794-3ECD1445E8AF}"/>
              </a:ext>
            </a:extLst>
          </p:cNvPr>
          <p:cNvGrpSpPr/>
          <p:nvPr/>
        </p:nvGrpSpPr>
        <p:grpSpPr>
          <a:xfrm>
            <a:off x="8248998" y="2939644"/>
            <a:ext cx="3454566" cy="2583807"/>
            <a:chOff x="8248998" y="2918128"/>
            <a:chExt cx="3454566" cy="2583807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EC32668-801B-62B4-A3DC-7B14E0E0DC65}"/>
                </a:ext>
              </a:extLst>
            </p:cNvPr>
            <p:cNvSpPr/>
            <p:nvPr/>
          </p:nvSpPr>
          <p:spPr>
            <a:xfrm>
              <a:off x="8248998" y="2918128"/>
              <a:ext cx="3454566" cy="2583807"/>
            </a:xfrm>
            <a:prstGeom prst="rect">
              <a:avLst/>
            </a:prstGeom>
            <a:blipFill>
              <a:blip r:embed="rId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 l="-1052" r="-4648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 spc="-3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3" name="모서리가 둥근 직사각형 99">
              <a:extLst>
                <a:ext uri="{FF2B5EF4-FFF2-40B4-BE49-F238E27FC236}">
                  <a16:creationId xmlns:a16="http://schemas.microsoft.com/office/drawing/2014/main" id="{AA49B46E-3FE7-E2FF-A8DF-C06E6F28F207}"/>
                </a:ext>
              </a:extLst>
            </p:cNvPr>
            <p:cNvSpPr/>
            <p:nvPr/>
          </p:nvSpPr>
          <p:spPr>
            <a:xfrm>
              <a:off x="8309007" y="2994938"/>
              <a:ext cx="723481" cy="25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rgbClr val="274893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b="1" spc="-6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</a:t>
              </a:r>
            </a:p>
          </p:txBody>
        </p:sp>
        <p:sp>
          <p:nvSpPr>
            <p:cNvPr id="34" name="모서리가 둥근 직사각형 100">
              <a:extLst>
                <a:ext uri="{FF2B5EF4-FFF2-40B4-BE49-F238E27FC236}">
                  <a16:creationId xmlns:a16="http://schemas.microsoft.com/office/drawing/2014/main" id="{3027E413-59CD-8C3B-EE3F-99F06058D756}"/>
                </a:ext>
              </a:extLst>
            </p:cNvPr>
            <p:cNvSpPr/>
            <p:nvPr/>
          </p:nvSpPr>
          <p:spPr>
            <a:xfrm>
              <a:off x="8711333" y="5016751"/>
              <a:ext cx="2516268" cy="25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rgbClr val="274893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000" b="1" spc="-6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 력내 용입력내 용입 력내용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FC8C5FEB-F1C7-6E95-2CD9-985E10818CD6}"/>
              </a:ext>
            </a:extLst>
          </p:cNvPr>
          <p:cNvGrpSpPr/>
          <p:nvPr/>
        </p:nvGrpSpPr>
        <p:grpSpPr>
          <a:xfrm>
            <a:off x="388704" y="5840967"/>
            <a:ext cx="11421790" cy="626403"/>
            <a:chOff x="388704" y="5764250"/>
            <a:chExt cx="11421790" cy="582762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9DC01213-C319-4DC5-1341-F675D4FC185F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37" name="직선 연결선[R] 29">
              <a:extLst>
                <a:ext uri="{FF2B5EF4-FFF2-40B4-BE49-F238E27FC236}">
                  <a16:creationId xmlns:a16="http://schemas.microsoft.com/office/drawing/2014/main" id="{213EE537-6A69-627F-A4EF-E5845204C55F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7D0B050-0C6C-F1E7-8A6D-67B3C7152EDC}"/>
              </a:ext>
            </a:extLst>
          </p:cNvPr>
          <p:cNvGrpSpPr/>
          <p:nvPr/>
        </p:nvGrpSpPr>
        <p:grpSpPr>
          <a:xfrm>
            <a:off x="574038" y="6035514"/>
            <a:ext cx="3637059" cy="221279"/>
            <a:chOff x="574038" y="1710483"/>
            <a:chExt cx="3637059" cy="221279"/>
          </a:xfrm>
        </p:grpSpPr>
        <p:pic>
          <p:nvPicPr>
            <p:cNvPr id="39" name="그래픽 38">
              <a:extLst>
                <a:ext uri="{FF2B5EF4-FFF2-40B4-BE49-F238E27FC236}">
                  <a16:creationId xmlns:a16="http://schemas.microsoft.com/office/drawing/2014/main" id="{12D7BD32-49E4-188D-F5C8-08C1B16BA9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163A190-6DF2-6111-5030-068DD5782441}"/>
                </a:ext>
              </a:extLst>
            </p:cNvPr>
            <p:cNvSpPr txBox="1"/>
            <p:nvPr/>
          </p:nvSpPr>
          <p:spPr>
            <a:xfrm>
              <a:off x="855932" y="1710483"/>
              <a:ext cx="335516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36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력내용 입력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C9F9E98A-AD88-417B-02C1-BC4A0BCA6388}"/>
              </a:ext>
            </a:extLst>
          </p:cNvPr>
          <p:cNvGrpSpPr/>
          <p:nvPr/>
        </p:nvGrpSpPr>
        <p:grpSpPr>
          <a:xfrm>
            <a:off x="4677555" y="6035514"/>
            <a:ext cx="3637059" cy="221279"/>
            <a:chOff x="574038" y="1710483"/>
            <a:chExt cx="3637059" cy="221279"/>
          </a:xfrm>
        </p:grpSpPr>
        <p:pic>
          <p:nvPicPr>
            <p:cNvPr id="42" name="그래픽 41">
              <a:extLst>
                <a:ext uri="{FF2B5EF4-FFF2-40B4-BE49-F238E27FC236}">
                  <a16:creationId xmlns:a16="http://schemas.microsoft.com/office/drawing/2014/main" id="{121A4A5B-D4AB-AE89-F0F6-02BEC7C5B3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86BD38-D199-E7B9-B1DC-54AF3BE434C5}"/>
                </a:ext>
              </a:extLst>
            </p:cNvPr>
            <p:cNvSpPr txBox="1"/>
            <p:nvPr/>
          </p:nvSpPr>
          <p:spPr>
            <a:xfrm>
              <a:off x="855932" y="1710483"/>
              <a:ext cx="335516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38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C551E859-2006-7ED4-2A70-8CFA91FA8B22}"/>
              </a:ext>
            </a:extLst>
          </p:cNvPr>
          <p:cNvGrpSpPr/>
          <p:nvPr/>
        </p:nvGrpSpPr>
        <p:grpSpPr>
          <a:xfrm>
            <a:off x="7980903" y="6035514"/>
            <a:ext cx="3637059" cy="221279"/>
            <a:chOff x="574038" y="1710483"/>
            <a:chExt cx="3637059" cy="221279"/>
          </a:xfrm>
        </p:grpSpPr>
        <p:pic>
          <p:nvPicPr>
            <p:cNvPr id="45" name="그래픽 44">
              <a:extLst>
                <a:ext uri="{FF2B5EF4-FFF2-40B4-BE49-F238E27FC236}">
                  <a16:creationId xmlns:a16="http://schemas.microsoft.com/office/drawing/2014/main" id="{FED6F4FE-7468-0C84-916B-E19AEB7882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E7814D8-E531-8427-5CEB-DFD03BF089CA}"/>
                </a:ext>
              </a:extLst>
            </p:cNvPr>
            <p:cNvSpPr txBox="1"/>
            <p:nvPr/>
          </p:nvSpPr>
          <p:spPr>
            <a:xfrm>
              <a:off x="855932" y="1710483"/>
              <a:ext cx="335516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 력내용 입력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A887AFCD-9434-139D-1A0C-868C6B118DFC}"/>
              </a:ext>
            </a:extLst>
          </p:cNvPr>
          <p:cNvGrpSpPr/>
          <p:nvPr/>
        </p:nvGrpSpPr>
        <p:grpSpPr>
          <a:xfrm>
            <a:off x="574038" y="1609436"/>
            <a:ext cx="10769998" cy="237437"/>
            <a:chOff x="574038" y="1625338"/>
            <a:chExt cx="10769998" cy="23743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F9FED10-A701-5689-6A50-E9CCEC77CCD4}"/>
                </a:ext>
              </a:extLst>
            </p:cNvPr>
            <p:cNvSpPr txBox="1"/>
            <p:nvPr/>
          </p:nvSpPr>
          <p:spPr>
            <a:xfrm>
              <a:off x="855932" y="1625338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 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입력내용</a:t>
              </a:r>
            </a:p>
          </p:txBody>
        </p:sp>
        <p:pic>
          <p:nvPicPr>
            <p:cNvPr id="60" name="그래픽 59">
              <a:extLst>
                <a:ext uri="{FF2B5EF4-FFF2-40B4-BE49-F238E27FC236}">
                  <a16:creationId xmlns:a16="http://schemas.microsoft.com/office/drawing/2014/main" id="{E580D789-9774-CE58-DD91-62B5BB305A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701E4B85-CD3F-9799-97BE-FB216E672960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7E8A9AD9-B0CC-DDBD-F9CA-DDF3FDA10B73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" name="그래픽 8">
              <a:extLst>
                <a:ext uri="{FF2B5EF4-FFF2-40B4-BE49-F238E27FC236}">
                  <a16:creationId xmlns:a16="http://schemas.microsoft.com/office/drawing/2014/main" id="{38A9B037-1FA6-CB68-6CEC-8FFFB3FC45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54949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69526ABF-36DA-65E6-665D-9254D00182AE}"/>
              </a:ext>
            </a:extLst>
          </p:cNvPr>
          <p:cNvGrpSpPr/>
          <p:nvPr/>
        </p:nvGrpSpPr>
        <p:grpSpPr>
          <a:xfrm>
            <a:off x="7024745" y="2467760"/>
            <a:ext cx="4777424" cy="3201519"/>
            <a:chOff x="7024745" y="2467760"/>
            <a:chExt cx="4777424" cy="3201519"/>
          </a:xfrm>
        </p:grpSpPr>
        <p:sp>
          <p:nvSpPr>
            <p:cNvPr id="18" name="양쪽 모서리가 둥근 사각형 32">
              <a:extLst>
                <a:ext uri="{FF2B5EF4-FFF2-40B4-BE49-F238E27FC236}">
                  <a16:creationId xmlns:a16="http://schemas.microsoft.com/office/drawing/2014/main" id="{AA13911E-0D91-0ED0-5B8E-539AC8749DEF}"/>
                </a:ext>
              </a:extLst>
            </p:cNvPr>
            <p:cNvSpPr/>
            <p:nvPr/>
          </p:nvSpPr>
          <p:spPr>
            <a:xfrm>
              <a:off x="7024745" y="2467760"/>
              <a:ext cx="164046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22B03D37-1247-7AD6-CF89-61D316DFCF7E}"/>
                </a:ext>
              </a:extLst>
            </p:cNvPr>
            <p:cNvGrpSpPr/>
            <p:nvPr/>
          </p:nvGrpSpPr>
          <p:grpSpPr>
            <a:xfrm>
              <a:off x="7024745" y="2791760"/>
              <a:ext cx="4777424" cy="2877519"/>
              <a:chOff x="7597826" y="2791760"/>
              <a:chExt cx="4204342" cy="287751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AAE9A7CF-0E77-3DD8-4331-282FB1A2E49B}"/>
                  </a:ext>
                </a:extLst>
              </p:cNvPr>
              <p:cNvSpPr/>
              <p:nvPr/>
            </p:nvSpPr>
            <p:spPr>
              <a:xfrm>
                <a:off x="7598953" y="2797043"/>
                <a:ext cx="4203215" cy="28722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9" name="직선 연결선[R] 33">
                <a:extLst>
                  <a:ext uri="{FF2B5EF4-FFF2-40B4-BE49-F238E27FC236}">
                    <a16:creationId xmlns:a16="http://schemas.microsoft.com/office/drawing/2014/main" id="{6A023A1B-6EA1-535C-CDDE-DFB7068E1D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97826" y="2791760"/>
                <a:ext cx="4201825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718EC4A5-1F6C-A718-D5BC-E69828B6C36B}"/>
              </a:ext>
            </a:extLst>
          </p:cNvPr>
          <p:cNvGrpSpPr/>
          <p:nvPr/>
        </p:nvGrpSpPr>
        <p:grpSpPr>
          <a:xfrm>
            <a:off x="388704" y="2467760"/>
            <a:ext cx="6410129" cy="3201518"/>
            <a:chOff x="388704" y="2467760"/>
            <a:chExt cx="6410129" cy="3201518"/>
          </a:xfrm>
        </p:grpSpPr>
        <p:sp>
          <p:nvSpPr>
            <p:cNvPr id="14" name="양쪽 모서리가 둥근 사각형 19">
              <a:extLst>
                <a:ext uri="{FF2B5EF4-FFF2-40B4-BE49-F238E27FC236}">
                  <a16:creationId xmlns:a16="http://schemas.microsoft.com/office/drawing/2014/main" id="{CF17FED4-5C0B-24F7-8298-AECFA9832423}"/>
                </a:ext>
              </a:extLst>
            </p:cNvPr>
            <p:cNvSpPr/>
            <p:nvPr/>
          </p:nvSpPr>
          <p:spPr>
            <a:xfrm>
              <a:off x="389831" y="2467760"/>
              <a:ext cx="2305649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 </a:t>
              </a:r>
              <a:r>
                <a:rPr kumimoji="1" lang="en-US" altLang="ko-KR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 입력내용</a:t>
              </a: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A81E6B99-CEF4-AB55-E1B1-F2FFE09ADB15}"/>
                </a:ext>
              </a:extLst>
            </p:cNvPr>
            <p:cNvGrpSpPr/>
            <p:nvPr/>
          </p:nvGrpSpPr>
          <p:grpSpPr>
            <a:xfrm>
              <a:off x="388704" y="2791760"/>
              <a:ext cx="6410129" cy="2877518"/>
              <a:chOff x="388704" y="2791760"/>
              <a:chExt cx="7038256" cy="2877518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07C30ACC-5E05-1A5C-11E7-670E0952AC90}"/>
                  </a:ext>
                </a:extLst>
              </p:cNvPr>
              <p:cNvSpPr/>
              <p:nvPr/>
            </p:nvSpPr>
            <p:spPr>
              <a:xfrm>
                <a:off x="388988" y="2797042"/>
                <a:ext cx="7037972" cy="28722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15" name="직선 연결선[R] 20">
                <a:extLst>
                  <a:ext uri="{FF2B5EF4-FFF2-40B4-BE49-F238E27FC236}">
                    <a16:creationId xmlns:a16="http://schemas.microsoft.com/office/drawing/2014/main" id="{E292AEA4-0B00-E729-AB68-DAB79DEA68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704" y="2791760"/>
                <a:ext cx="7033500" cy="0"/>
              </a:xfrm>
              <a:prstGeom prst="line">
                <a:avLst/>
              </a:prstGeom>
              <a:ln w="19050">
                <a:solidFill>
                  <a:srgbClr val="2748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0" name="직선 연결선[R] 59">
              <a:extLst>
                <a:ext uri="{FF2B5EF4-FFF2-40B4-BE49-F238E27FC236}">
                  <a16:creationId xmlns:a16="http://schemas.microsoft.com/office/drawing/2014/main" id="{C3A964E5-DABD-4DA1-59E2-640F0F6B0BEF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79176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98F30B68-BB92-34DF-92A6-EDA6BD226D3D}"/>
              </a:ext>
            </a:extLst>
          </p:cNvPr>
          <p:cNvGrpSpPr/>
          <p:nvPr/>
        </p:nvGrpSpPr>
        <p:grpSpPr>
          <a:xfrm>
            <a:off x="388704" y="1469225"/>
            <a:ext cx="11421790" cy="792804"/>
            <a:chOff x="388704" y="1533284"/>
            <a:chExt cx="11421790" cy="582762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2A242EE6-AE09-1718-5BEB-E585F2046552}"/>
                </a:ext>
              </a:extLst>
            </p:cNvPr>
            <p:cNvSpPr/>
            <p:nvPr/>
          </p:nvSpPr>
          <p:spPr>
            <a:xfrm>
              <a:off x="389474" y="1533784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5" name="직선 연결선[R] 5">
              <a:extLst>
                <a:ext uri="{FF2B5EF4-FFF2-40B4-BE49-F238E27FC236}">
                  <a16:creationId xmlns:a16="http://schemas.microsoft.com/office/drawing/2014/main" id="{874A7EA6-C488-EFD7-0C31-7FCB72A7081B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3284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0E7C9D2-E90A-DC1D-0491-8D88324B7926}"/>
              </a:ext>
            </a:extLst>
          </p:cNvPr>
          <p:cNvGrpSpPr/>
          <p:nvPr/>
        </p:nvGrpSpPr>
        <p:grpSpPr>
          <a:xfrm>
            <a:off x="388704" y="5840967"/>
            <a:ext cx="11421790" cy="626403"/>
            <a:chOff x="388704" y="5764250"/>
            <a:chExt cx="11421790" cy="582762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DCF5D5C-351A-BE3B-E0E2-9E412656F46D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6" name="직선 연결선[R] 29">
              <a:extLst>
                <a:ext uri="{FF2B5EF4-FFF2-40B4-BE49-F238E27FC236}">
                  <a16:creationId xmlns:a16="http://schemas.microsoft.com/office/drawing/2014/main" id="{3BDD1360-3099-78AE-8975-23600AAA52F9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84A86843-5B29-1DF2-4A03-D9A1881D1949}"/>
              </a:ext>
            </a:extLst>
          </p:cNvPr>
          <p:cNvSpPr txBox="1"/>
          <p:nvPr/>
        </p:nvSpPr>
        <p:spPr>
          <a:xfrm>
            <a:off x="855932" y="1609436"/>
            <a:ext cx="10488104" cy="4959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en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en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내용입력내용입 </a:t>
            </a: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 내 용 입력</a:t>
            </a:r>
            <a:r>
              <a:rPr kumimoji="1" lang="en-US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</a:t>
            </a:r>
            <a:r>
              <a:rPr kumimoji="1" lang="en-US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</a:t>
            </a:r>
            <a:r>
              <a:rPr kumimoji="1" lang="en-US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br>
              <a:rPr kumimoji="1" lang="en-US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1" lang="ko-KR" altLang="en-US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</a:t>
            </a:r>
            <a:r>
              <a:rPr kumimoji="1" lang="en-US" altLang="ko-KR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력내용</a:t>
            </a:r>
            <a:r>
              <a:rPr kumimoji="1" lang="en-US" altLang="ko-KR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내용</a:t>
            </a:r>
            <a:r>
              <a:rPr kumimoji="1" lang="en-US" altLang="ko-KR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 용 입 력내</a:t>
            </a:r>
            <a:r>
              <a:rPr kumimoji="1" lang="en-US" altLang="ko-KR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" altLang="ko-KR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</a:t>
            </a:r>
            <a:r>
              <a:rPr kumimoji="1" lang="ko-KR" altLang="en-US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 용 </a:t>
            </a:r>
          </a:p>
        </p:txBody>
      </p:sp>
      <p:pic>
        <p:nvPicPr>
          <p:cNvPr id="53" name="그래픽 52">
            <a:extLst>
              <a:ext uri="{FF2B5EF4-FFF2-40B4-BE49-F238E27FC236}">
                <a16:creationId xmlns:a16="http://schemas.microsoft.com/office/drawing/2014/main" id="{D0B178BA-1F8C-0E73-F1BA-E33E2C0B7F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4038" y="1649917"/>
            <a:ext cx="174314" cy="17431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22A24E6-7B94-9E44-E1C5-FCCAB92DE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 력내 용 입력내 용입</a:t>
            </a:r>
            <a:r>
              <a:rPr lang="en-US" altLang="ko-KR" dirty="0"/>
              <a:t>내용입</a:t>
            </a:r>
            <a:r>
              <a:rPr lang="ko-KR" altLang="en-US" dirty="0"/>
              <a:t>내 용 입력내 </a:t>
            </a:r>
            <a:r>
              <a:rPr lang="ko-KR" altLang="en-US" dirty="0" err="1"/>
              <a:t>내용</a:t>
            </a:r>
            <a:r>
              <a:rPr lang="ko-KR" altLang="en-US" dirty="0"/>
              <a:t>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471B00-24E3-B9E0-A87D-D4F0068055F4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내용입력내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ko-KR" altLang="en-US" b="1" spc="-40" dirty="0" err="1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 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4F1F1DC-D911-158B-0A4D-3B92F4959391}"/>
              </a:ext>
            </a:extLst>
          </p:cNvPr>
          <p:cNvSpPr/>
          <p:nvPr/>
        </p:nvSpPr>
        <p:spPr>
          <a:xfrm>
            <a:off x="7143077" y="2885059"/>
            <a:ext cx="4549729" cy="2695377"/>
          </a:xfrm>
          <a:prstGeom prst="rect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6965" r="-696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spc="-3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48B7A93C-84CA-3BE6-8773-0BBBD24FD6C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1313" y="2887320"/>
            <a:ext cx="1916771" cy="107658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CF7631E2-AE6D-B46C-11E7-10454FC9E1C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17686" y="4253437"/>
            <a:ext cx="1944026" cy="1130196"/>
          </a:xfrm>
          <a:prstGeom prst="rect">
            <a:avLst/>
          </a:prstGeom>
          <a:ln>
            <a:noFill/>
          </a:ln>
        </p:spPr>
      </p:pic>
      <p:cxnSp>
        <p:nvCxnSpPr>
          <p:cNvPr id="28" name="직선 연결선[R] 59">
            <a:extLst>
              <a:ext uri="{FF2B5EF4-FFF2-40B4-BE49-F238E27FC236}">
                <a16:creationId xmlns:a16="http://schemas.microsoft.com/office/drawing/2014/main" id="{3485C81B-A861-4203-16C6-A3B9A58CAC7C}"/>
              </a:ext>
            </a:extLst>
          </p:cNvPr>
          <p:cNvCxnSpPr>
            <a:cxnSpLocks/>
          </p:cNvCxnSpPr>
          <p:nvPr/>
        </p:nvCxnSpPr>
        <p:spPr>
          <a:xfrm>
            <a:off x="3579042" y="2900176"/>
            <a:ext cx="0" cy="2597331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6">
            <a:extLst>
              <a:ext uri="{FF2B5EF4-FFF2-40B4-BE49-F238E27FC236}">
                <a16:creationId xmlns:a16="http://schemas.microsoft.com/office/drawing/2014/main" id="{81D3B9E7-70B9-460F-1232-914363A9D85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2178" y="2861589"/>
            <a:ext cx="2339620" cy="1155474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0" name="Picture 2">
            <a:extLst>
              <a:ext uri="{FF2B5EF4-FFF2-40B4-BE49-F238E27FC236}">
                <a16:creationId xmlns:a16="http://schemas.microsoft.com/office/drawing/2014/main" id="{6E8C8AA1-D9D6-E225-44FE-A3344D905BD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7598" y="4253437"/>
            <a:ext cx="2131393" cy="111408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/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DB354EC7-46F1-990A-867E-5C6F7FE43DB7}"/>
              </a:ext>
            </a:extLst>
          </p:cNvPr>
          <p:cNvGrpSpPr/>
          <p:nvPr/>
        </p:nvGrpSpPr>
        <p:grpSpPr>
          <a:xfrm>
            <a:off x="574038" y="6035514"/>
            <a:ext cx="3963061" cy="221279"/>
            <a:chOff x="574038" y="1710483"/>
            <a:chExt cx="3963061" cy="221279"/>
          </a:xfrm>
        </p:grpSpPr>
        <p:pic>
          <p:nvPicPr>
            <p:cNvPr id="38" name="그래픽 37">
              <a:extLst>
                <a:ext uri="{FF2B5EF4-FFF2-40B4-BE49-F238E27FC236}">
                  <a16:creationId xmlns:a16="http://schemas.microsoft.com/office/drawing/2014/main" id="{422AEC07-1BAD-F614-DE3C-E0A8F3846A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81518F8-4F02-0984-0422-911474062FB9}"/>
                </a:ext>
              </a:extLst>
            </p:cNvPr>
            <p:cNvSpPr txBox="1"/>
            <p:nvPr/>
          </p:nvSpPr>
          <p:spPr>
            <a:xfrm>
              <a:off x="855932" y="1710483"/>
              <a:ext cx="3681167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내용입력내용입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6E750B9F-72B5-3F26-64D3-8E600E7272A0}"/>
              </a:ext>
            </a:extLst>
          </p:cNvPr>
          <p:cNvGrpSpPr/>
          <p:nvPr/>
        </p:nvGrpSpPr>
        <p:grpSpPr>
          <a:xfrm>
            <a:off x="7654903" y="6035514"/>
            <a:ext cx="3963061" cy="221279"/>
            <a:chOff x="574038" y="1710483"/>
            <a:chExt cx="3963061" cy="221279"/>
          </a:xfrm>
        </p:grpSpPr>
        <p:pic>
          <p:nvPicPr>
            <p:cNvPr id="41" name="그래픽 40">
              <a:extLst>
                <a:ext uri="{FF2B5EF4-FFF2-40B4-BE49-F238E27FC236}">
                  <a16:creationId xmlns:a16="http://schemas.microsoft.com/office/drawing/2014/main" id="{191399F1-2D35-5C67-5426-4DE1090724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F2E9F51-09C2-7817-0D84-68BBFA209E89}"/>
                </a:ext>
              </a:extLst>
            </p:cNvPr>
            <p:cNvSpPr txBox="1"/>
            <p:nvPr/>
          </p:nvSpPr>
          <p:spPr>
            <a:xfrm>
              <a:off x="855932" y="1710483"/>
              <a:ext cx="3681167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</a:t>
              </a:r>
              <a:r>
                <a:rPr kumimoji="1" lang="en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 </a:t>
              </a: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5C02D03-7C34-AC05-FE70-B5CFC9B0C196}"/>
              </a:ext>
            </a:extLst>
          </p:cNvPr>
          <p:cNvSpPr/>
          <p:nvPr/>
        </p:nvSpPr>
        <p:spPr>
          <a:xfrm>
            <a:off x="534730" y="5411194"/>
            <a:ext cx="288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9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</a:t>
            </a:r>
            <a:r>
              <a:rPr kumimoji="1" lang="ko-KR" altLang="en-US" sz="9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DE5454A-0361-69EE-1D44-634A0BBB4C98}"/>
              </a:ext>
            </a:extLst>
          </p:cNvPr>
          <p:cNvSpPr/>
          <p:nvPr/>
        </p:nvSpPr>
        <p:spPr>
          <a:xfrm>
            <a:off x="3741135" y="5411194"/>
            <a:ext cx="288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9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</a:t>
            </a:r>
            <a:r>
              <a:rPr kumimoji="1" lang="ko-KR" altLang="en-US" sz="9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력 내 용 입력 </a:t>
            </a:r>
            <a:r>
              <a:rPr kumimoji="1" lang="en" altLang="ko-KR" sz="9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용 입력내용입력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FAEAF84-733B-F4A5-9FBC-5E5187699D12}"/>
              </a:ext>
            </a:extLst>
          </p:cNvPr>
          <p:cNvSpPr/>
          <p:nvPr/>
        </p:nvSpPr>
        <p:spPr>
          <a:xfrm>
            <a:off x="534730" y="4004800"/>
            <a:ext cx="288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9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</a:t>
            </a:r>
            <a:r>
              <a:rPr kumimoji="1" lang="en" altLang="ko-KR" sz="9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입력내용입력 </a:t>
            </a:r>
            <a:r>
              <a:rPr kumimoji="1" lang="ko-KR" altLang="en-US" sz="9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1C9077A-D9C7-D164-A5FA-C28CD2B2B46B}"/>
              </a:ext>
            </a:extLst>
          </p:cNvPr>
          <p:cNvSpPr/>
          <p:nvPr/>
        </p:nvSpPr>
        <p:spPr>
          <a:xfrm>
            <a:off x="3741135" y="4004800"/>
            <a:ext cx="288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9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</a:t>
            </a:r>
            <a:r>
              <a:rPr kumimoji="1" lang="ko-KR" altLang="en-US" sz="9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66127E8-22BC-5D5B-ADF7-E45A40DD8405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26B301FA-DB5F-DA0D-D3C9-B105D91D8A83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31" name="그래픽 30">
              <a:extLst>
                <a:ext uri="{FF2B5EF4-FFF2-40B4-BE49-F238E27FC236}">
                  <a16:creationId xmlns:a16="http://schemas.microsoft.com/office/drawing/2014/main" id="{3756D3C6-CDF7-F05F-972B-86F4A2F4D5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284420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1E6D8C-9225-331F-E01B-2BE317045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내용</a:t>
            </a:r>
            <a:r>
              <a:rPr lang="ko-KR" altLang="en-US" dirty="0"/>
              <a:t> 내용입력내 </a:t>
            </a:r>
            <a:r>
              <a:rPr lang="ko-KR" altLang="en-US" dirty="0">
                <a:latin typeface="+mn-ea"/>
                <a:ea typeface="+mn-ea"/>
              </a:rPr>
              <a:t>내용 </a:t>
            </a:r>
            <a:r>
              <a:rPr lang="ko-KR" altLang="en-US" dirty="0"/>
              <a:t>내용입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F671CF-97A3-4436-FB86-E6DE759EC95F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내용입력내 용 입력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용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064AB3A-789F-3E29-3874-8C0223D19A32}"/>
              </a:ext>
            </a:extLst>
          </p:cNvPr>
          <p:cNvGrpSpPr/>
          <p:nvPr/>
        </p:nvGrpSpPr>
        <p:grpSpPr>
          <a:xfrm>
            <a:off x="388704" y="1469225"/>
            <a:ext cx="11421790" cy="792804"/>
            <a:chOff x="388704" y="1533284"/>
            <a:chExt cx="11421790" cy="58276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4470DEE-484A-932A-F639-BA61DDF03338}"/>
                </a:ext>
              </a:extLst>
            </p:cNvPr>
            <p:cNvSpPr/>
            <p:nvPr/>
          </p:nvSpPr>
          <p:spPr>
            <a:xfrm>
              <a:off x="389474" y="1533784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5" name="직선 연결선[R] 5">
              <a:extLst>
                <a:ext uri="{FF2B5EF4-FFF2-40B4-BE49-F238E27FC236}">
                  <a16:creationId xmlns:a16="http://schemas.microsoft.com/office/drawing/2014/main" id="{422E6D77-150B-A7F7-4689-FE264FC1E0D8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3284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6CE9B0D7-D6C1-E87B-6642-E6E1901C884D}"/>
              </a:ext>
            </a:extLst>
          </p:cNvPr>
          <p:cNvGrpSpPr/>
          <p:nvPr/>
        </p:nvGrpSpPr>
        <p:grpSpPr>
          <a:xfrm>
            <a:off x="388704" y="2467760"/>
            <a:ext cx="3651774" cy="3201513"/>
            <a:chOff x="388704" y="2467760"/>
            <a:chExt cx="3651774" cy="3201513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61F3859-7931-4FCA-063C-1AF6FF496AAB}"/>
                </a:ext>
              </a:extLst>
            </p:cNvPr>
            <p:cNvSpPr/>
            <p:nvPr/>
          </p:nvSpPr>
          <p:spPr>
            <a:xfrm>
              <a:off x="388988" y="2789790"/>
              <a:ext cx="3651490" cy="28794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7" name="양쪽 모서리가 둥근 사각형 58">
              <a:extLst>
                <a:ext uri="{FF2B5EF4-FFF2-40B4-BE49-F238E27FC236}">
                  <a16:creationId xmlns:a16="http://schemas.microsoft.com/office/drawing/2014/main" id="{5AC8393B-7046-C542-9074-9517F2BFEF88}"/>
                </a:ext>
              </a:extLst>
            </p:cNvPr>
            <p:cNvSpPr/>
            <p:nvPr/>
          </p:nvSpPr>
          <p:spPr>
            <a:xfrm>
              <a:off x="389832" y="2467760"/>
              <a:ext cx="1944000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내용입력내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 용</a:t>
              </a:r>
            </a:p>
          </p:txBody>
        </p:sp>
        <p:cxnSp>
          <p:nvCxnSpPr>
            <p:cNvPr id="18" name="직선 연결선[R] 59">
              <a:extLst>
                <a:ext uri="{FF2B5EF4-FFF2-40B4-BE49-F238E27FC236}">
                  <a16:creationId xmlns:a16="http://schemas.microsoft.com/office/drawing/2014/main" id="{783F4BB0-2E12-5045-DB06-9DEA89F65C54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79176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26D0567B-82A1-0FCA-D822-B6A6316A9732}"/>
              </a:ext>
            </a:extLst>
          </p:cNvPr>
          <p:cNvGrpSpPr/>
          <p:nvPr/>
        </p:nvGrpSpPr>
        <p:grpSpPr>
          <a:xfrm>
            <a:off x="4268985" y="2467760"/>
            <a:ext cx="3651774" cy="3201513"/>
            <a:chOff x="4268985" y="2467760"/>
            <a:chExt cx="3651774" cy="3201513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D2ECD17-4610-3C1B-C264-F0E91BDEF3B7}"/>
                </a:ext>
              </a:extLst>
            </p:cNvPr>
            <p:cNvSpPr/>
            <p:nvPr/>
          </p:nvSpPr>
          <p:spPr>
            <a:xfrm>
              <a:off x="4269269" y="2789790"/>
              <a:ext cx="3651490" cy="28794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9" name="양쪽 모서리가 둥근 사각형 62">
              <a:extLst>
                <a:ext uri="{FF2B5EF4-FFF2-40B4-BE49-F238E27FC236}">
                  <a16:creationId xmlns:a16="http://schemas.microsoft.com/office/drawing/2014/main" id="{4BF5DECC-137A-D83A-D256-1A5AEC1B334B}"/>
                </a:ext>
              </a:extLst>
            </p:cNvPr>
            <p:cNvSpPr/>
            <p:nvPr/>
          </p:nvSpPr>
          <p:spPr>
            <a:xfrm>
              <a:off x="4270112" y="2467760"/>
              <a:ext cx="132318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 력내</a:t>
              </a:r>
            </a:p>
          </p:txBody>
        </p:sp>
        <p:cxnSp>
          <p:nvCxnSpPr>
            <p:cNvPr id="20" name="직선 연결선[R] 63">
              <a:extLst>
                <a:ext uri="{FF2B5EF4-FFF2-40B4-BE49-F238E27FC236}">
                  <a16:creationId xmlns:a16="http://schemas.microsoft.com/office/drawing/2014/main" id="{D0462DF9-6C75-63FD-03F2-0D87B3DD9530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79176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90EA6D9A-F095-5A85-BF39-D6ACB913FDF5}"/>
              </a:ext>
            </a:extLst>
          </p:cNvPr>
          <p:cNvGrpSpPr/>
          <p:nvPr/>
        </p:nvGrpSpPr>
        <p:grpSpPr>
          <a:xfrm>
            <a:off x="8150394" y="2467760"/>
            <a:ext cx="3651774" cy="3201513"/>
            <a:chOff x="8150394" y="2467760"/>
            <a:chExt cx="3651774" cy="3201513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D59AEB3-66EC-CEC7-DA62-D39B7F395EE7}"/>
                </a:ext>
              </a:extLst>
            </p:cNvPr>
            <p:cNvSpPr/>
            <p:nvPr/>
          </p:nvSpPr>
          <p:spPr>
            <a:xfrm>
              <a:off x="8150678" y="2789790"/>
              <a:ext cx="3651490" cy="28794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1" name="양쪽 모서리가 둥근 사각형 66">
              <a:extLst>
                <a:ext uri="{FF2B5EF4-FFF2-40B4-BE49-F238E27FC236}">
                  <a16:creationId xmlns:a16="http://schemas.microsoft.com/office/drawing/2014/main" id="{982E5940-F8CC-989E-013B-D9D647B8D0E0}"/>
                </a:ext>
              </a:extLst>
            </p:cNvPr>
            <p:cNvSpPr/>
            <p:nvPr/>
          </p:nvSpPr>
          <p:spPr>
            <a:xfrm>
              <a:off x="8151521" y="2467760"/>
              <a:ext cx="1093547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endParaRPr kumimoji="1" lang="ko-KR" altLang="en-US" sz="13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  <p:cxnSp>
          <p:nvCxnSpPr>
            <p:cNvPr id="22" name="직선 연결선[R] 67">
              <a:extLst>
                <a:ext uri="{FF2B5EF4-FFF2-40B4-BE49-F238E27FC236}">
                  <a16:creationId xmlns:a16="http://schemas.microsoft.com/office/drawing/2014/main" id="{733A8C61-6E55-00A0-6829-8EF5902EE803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79176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7546C04-AFE0-8986-26EB-2BCFF6A4FEAF}"/>
              </a:ext>
            </a:extLst>
          </p:cNvPr>
          <p:cNvGrpSpPr/>
          <p:nvPr/>
        </p:nvGrpSpPr>
        <p:grpSpPr>
          <a:xfrm>
            <a:off x="388704" y="5840967"/>
            <a:ext cx="11421790" cy="626403"/>
            <a:chOff x="388704" y="5764250"/>
            <a:chExt cx="11421790" cy="582762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88439CC5-65C9-C58E-5F16-6574CFF3DC7D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31" name="직선 연결선[R] 29">
              <a:extLst>
                <a:ext uri="{FF2B5EF4-FFF2-40B4-BE49-F238E27FC236}">
                  <a16:creationId xmlns:a16="http://schemas.microsoft.com/office/drawing/2014/main" id="{00FA51F1-35ED-8684-D51F-A3550AB61666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E81AB6B3-4BE1-698E-EB73-8AF8984822BC}"/>
              </a:ext>
            </a:extLst>
          </p:cNvPr>
          <p:cNvGrpSpPr/>
          <p:nvPr/>
        </p:nvGrpSpPr>
        <p:grpSpPr>
          <a:xfrm>
            <a:off x="574038" y="6035514"/>
            <a:ext cx="4103517" cy="221279"/>
            <a:chOff x="574038" y="1710483"/>
            <a:chExt cx="4103517" cy="221279"/>
          </a:xfrm>
        </p:grpSpPr>
        <p:pic>
          <p:nvPicPr>
            <p:cNvPr id="33" name="그래픽 32">
              <a:extLst>
                <a:ext uri="{FF2B5EF4-FFF2-40B4-BE49-F238E27FC236}">
                  <a16:creationId xmlns:a16="http://schemas.microsoft.com/office/drawing/2014/main" id="{FC5242BB-5F41-BC36-7941-62455432C5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540163A-1100-D6E8-77A9-0E45AAE7C7C5}"/>
                </a:ext>
              </a:extLst>
            </p:cNvPr>
            <p:cNvSpPr txBox="1"/>
            <p:nvPr/>
          </p:nvSpPr>
          <p:spPr>
            <a:xfrm>
              <a:off x="855932" y="1710483"/>
              <a:ext cx="3821623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9B34CB2-55BF-1DDA-2972-237D0A0D5E82}"/>
              </a:ext>
            </a:extLst>
          </p:cNvPr>
          <p:cNvGrpSpPr/>
          <p:nvPr/>
        </p:nvGrpSpPr>
        <p:grpSpPr>
          <a:xfrm>
            <a:off x="5404291" y="6035514"/>
            <a:ext cx="3637059" cy="221279"/>
            <a:chOff x="574038" y="1710483"/>
            <a:chExt cx="3637059" cy="221279"/>
          </a:xfrm>
        </p:grpSpPr>
        <p:pic>
          <p:nvPicPr>
            <p:cNvPr id="39" name="그래픽 38">
              <a:extLst>
                <a:ext uri="{FF2B5EF4-FFF2-40B4-BE49-F238E27FC236}">
                  <a16:creationId xmlns:a16="http://schemas.microsoft.com/office/drawing/2014/main" id="{86113058-0A10-0BA3-CF37-0867AF146F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2D287ED-B6C2-9AF8-A3DC-E079FBD06033}"/>
                </a:ext>
              </a:extLst>
            </p:cNvPr>
            <p:cNvSpPr txBox="1"/>
            <p:nvPr/>
          </p:nvSpPr>
          <p:spPr>
            <a:xfrm>
              <a:off x="855932" y="1710483"/>
              <a:ext cx="335516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EE5A4BFB-255F-682C-4A81-A7034499DBEA}"/>
              </a:ext>
            </a:extLst>
          </p:cNvPr>
          <p:cNvGrpSpPr/>
          <p:nvPr/>
        </p:nvGrpSpPr>
        <p:grpSpPr>
          <a:xfrm>
            <a:off x="574038" y="1609436"/>
            <a:ext cx="10769998" cy="495970"/>
            <a:chOff x="574038" y="1625338"/>
            <a:chExt cx="10769998" cy="495970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A51989A-2718-D58A-F5BD-6FA5F0036098}"/>
                </a:ext>
              </a:extLst>
            </p:cNvPr>
            <p:cNvSpPr txBox="1"/>
            <p:nvPr/>
          </p:nvSpPr>
          <p:spPr>
            <a:xfrm>
              <a:off x="855932" y="1625338"/>
              <a:ext cx="10488104" cy="4959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입력 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</a:t>
              </a:r>
              <a:b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력내용 입력 내</a:t>
              </a:r>
            </a:p>
          </p:txBody>
        </p:sp>
        <p:pic>
          <p:nvPicPr>
            <p:cNvPr id="43" name="그래픽 42">
              <a:extLst>
                <a:ext uri="{FF2B5EF4-FFF2-40B4-BE49-F238E27FC236}">
                  <a16:creationId xmlns:a16="http://schemas.microsoft.com/office/drawing/2014/main" id="{0C1CED2E-E3D4-7681-09D3-433CF5DDFC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pic>
        <p:nvPicPr>
          <p:cNvPr id="44" name="Picture 0">
            <a:extLst>
              <a:ext uri="{FF2B5EF4-FFF2-40B4-BE49-F238E27FC236}">
                <a16:creationId xmlns:a16="http://schemas.microsoft.com/office/drawing/2014/main" id="{E0BE364F-E003-DA00-BA0A-A1C5CE2DB1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53931" y="4217831"/>
            <a:ext cx="2128732" cy="137187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5" name="Picture 3">
            <a:extLst>
              <a:ext uri="{FF2B5EF4-FFF2-40B4-BE49-F238E27FC236}">
                <a16:creationId xmlns:a16="http://schemas.microsoft.com/office/drawing/2014/main" id="{1F87A9FE-3D17-1E1A-9ECB-9FDEFE9E99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679" y="4164102"/>
            <a:ext cx="2377387" cy="1352018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6" name="Picture 6">
            <a:extLst>
              <a:ext uri="{FF2B5EF4-FFF2-40B4-BE49-F238E27FC236}">
                <a16:creationId xmlns:a16="http://schemas.microsoft.com/office/drawing/2014/main" id="{2A55A378-A1A0-4C43-2427-CDAC1EEE8A1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9711" y="2996333"/>
            <a:ext cx="1730821" cy="95137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F6958161-85D6-18EF-51AA-1232DA634F8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67441" y="2912682"/>
            <a:ext cx="1539665" cy="1035029"/>
          </a:xfrm>
          <a:prstGeom prst="rect">
            <a:avLst/>
          </a:prstGeom>
        </p:spPr>
      </p:pic>
      <p:grpSp>
        <p:nvGrpSpPr>
          <p:cNvPr id="48" name="그룹 47">
            <a:extLst>
              <a:ext uri="{FF2B5EF4-FFF2-40B4-BE49-F238E27FC236}">
                <a16:creationId xmlns:a16="http://schemas.microsoft.com/office/drawing/2014/main" id="{856BA395-9E90-130F-A235-593B233E3DDB}"/>
              </a:ext>
            </a:extLst>
          </p:cNvPr>
          <p:cNvGrpSpPr/>
          <p:nvPr/>
        </p:nvGrpSpPr>
        <p:grpSpPr>
          <a:xfrm>
            <a:off x="10068336" y="2898642"/>
            <a:ext cx="1539664" cy="1174339"/>
            <a:chOff x="13903640" y="-2101034"/>
            <a:chExt cx="14826137" cy="11060068"/>
          </a:xfrm>
        </p:grpSpPr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6E44F905-264E-3A40-0F96-A6ADF5DB28B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clrChange>
                <a:clrFrom>
                  <a:srgbClr val="B4B4B4"/>
                </a:clrFrom>
                <a:clrTo>
                  <a:srgbClr val="B4B4B4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694049" y="-2101034"/>
              <a:ext cx="14035728" cy="11060068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ED73ECBD-E42D-D72A-39D1-751B2DB29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903640" y="2531087"/>
              <a:ext cx="6806765" cy="3187099"/>
            </a:xfrm>
            <a:prstGeom prst="rect">
              <a:avLst/>
            </a:prstGeom>
          </p:spPr>
        </p:pic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9AF5246-8ACB-17ED-A023-4B0654DE2436}"/>
              </a:ext>
            </a:extLst>
          </p:cNvPr>
          <p:cNvGrpSpPr/>
          <p:nvPr/>
        </p:nvGrpSpPr>
        <p:grpSpPr>
          <a:xfrm>
            <a:off x="8423351" y="2912682"/>
            <a:ext cx="1603944" cy="1174338"/>
            <a:chOff x="2634670" y="331221"/>
            <a:chExt cx="6776204" cy="6195558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E3005365-FC16-07A6-7E3C-FE9D40291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2634670" y="331221"/>
              <a:ext cx="6776204" cy="6195558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EFE85DFC-A219-A6A6-9759-ACFCBCD710EA}"/>
                </a:ext>
              </a:extLst>
            </p:cNvPr>
            <p:cNvSpPr/>
            <p:nvPr/>
          </p:nvSpPr>
          <p:spPr>
            <a:xfrm>
              <a:off x="6423764" y="1300411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A9F5A50B-3E8E-1C71-B6B0-1EDEBE199D82}"/>
                </a:ext>
              </a:extLst>
            </p:cNvPr>
            <p:cNvSpPr/>
            <p:nvPr/>
          </p:nvSpPr>
          <p:spPr>
            <a:xfrm>
              <a:off x="6503301" y="1952914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30EEF4C2-F944-C59C-8BC0-F6E5CC82A686}"/>
                </a:ext>
              </a:extLst>
            </p:cNvPr>
            <p:cNvSpPr/>
            <p:nvPr/>
          </p:nvSpPr>
          <p:spPr>
            <a:xfrm>
              <a:off x="6865465" y="2840279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94E26D7F-B520-8F23-B1BE-B84700108F27}"/>
                </a:ext>
              </a:extLst>
            </p:cNvPr>
            <p:cNvSpPr/>
            <p:nvPr/>
          </p:nvSpPr>
          <p:spPr>
            <a:xfrm>
              <a:off x="7244220" y="3995805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D14076A2-5C82-A40D-0073-8E8DC26D1478}"/>
                </a:ext>
              </a:extLst>
            </p:cNvPr>
            <p:cNvSpPr/>
            <p:nvPr/>
          </p:nvSpPr>
          <p:spPr>
            <a:xfrm>
              <a:off x="7475952" y="4922731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61107F97-45E8-7723-0AB8-427626D3C583}"/>
                </a:ext>
              </a:extLst>
            </p:cNvPr>
            <p:cNvSpPr/>
            <p:nvPr/>
          </p:nvSpPr>
          <p:spPr>
            <a:xfrm>
              <a:off x="7561232" y="5753461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373BC74F-A75D-3096-B1AC-8BBED4BEAD31}"/>
                </a:ext>
              </a:extLst>
            </p:cNvPr>
            <p:cNvSpPr/>
            <p:nvPr/>
          </p:nvSpPr>
          <p:spPr>
            <a:xfrm>
              <a:off x="5784938" y="3908123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ADA1E263-934B-18D1-DCB2-C9D70947EC6D}"/>
                </a:ext>
              </a:extLst>
            </p:cNvPr>
            <p:cNvSpPr/>
            <p:nvPr/>
          </p:nvSpPr>
          <p:spPr>
            <a:xfrm>
              <a:off x="5503103" y="4509372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BCD47891-E93A-AF5D-19E2-A4713CFC738C}"/>
                </a:ext>
              </a:extLst>
            </p:cNvPr>
            <p:cNvSpPr/>
            <p:nvPr/>
          </p:nvSpPr>
          <p:spPr>
            <a:xfrm>
              <a:off x="6066774" y="3350713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578C182A-12AC-59B7-54EA-1892942F6F1E}"/>
                </a:ext>
              </a:extLst>
            </p:cNvPr>
            <p:cNvSpPr/>
            <p:nvPr/>
          </p:nvSpPr>
          <p:spPr>
            <a:xfrm>
              <a:off x="6345477" y="2683704"/>
              <a:ext cx="156575" cy="1565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BBA443B2-A44E-F9B5-9AD9-9D1D533BFB21}"/>
                </a:ext>
              </a:extLst>
            </p:cNvPr>
            <p:cNvSpPr/>
            <p:nvPr/>
          </p:nvSpPr>
          <p:spPr>
            <a:xfrm>
              <a:off x="5659678" y="4212190"/>
              <a:ext cx="156576" cy="156576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48B62A0B-7D8D-498A-5ADC-2A5555EB7448}"/>
                </a:ext>
              </a:extLst>
            </p:cNvPr>
            <p:cNvSpPr/>
            <p:nvPr/>
          </p:nvSpPr>
          <p:spPr>
            <a:xfrm>
              <a:off x="6529760" y="4112370"/>
              <a:ext cx="156576" cy="156576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61D31228-5160-3946-E8CF-7AF260AD3269}"/>
                </a:ext>
              </a:extLst>
            </p:cNvPr>
            <p:cNvSpPr/>
            <p:nvPr/>
          </p:nvSpPr>
          <p:spPr>
            <a:xfrm>
              <a:off x="6106191" y="4121187"/>
              <a:ext cx="156576" cy="15657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66" name="Picture 4">
            <a:extLst>
              <a:ext uri="{FF2B5EF4-FFF2-40B4-BE49-F238E27FC236}">
                <a16:creationId xmlns:a16="http://schemas.microsoft.com/office/drawing/2014/main" id="{408DD625-12F8-E3A5-CC42-5A1A062B6336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38601" y="4241004"/>
            <a:ext cx="2377387" cy="1304400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E6DD8663-E269-F489-2490-B3767CAB8351}"/>
              </a:ext>
            </a:extLst>
          </p:cNvPr>
          <p:cNvGrpSpPr/>
          <p:nvPr/>
        </p:nvGrpSpPr>
        <p:grpSpPr>
          <a:xfrm>
            <a:off x="628712" y="2919556"/>
            <a:ext cx="3229033" cy="2593982"/>
            <a:chOff x="542009" y="2721652"/>
            <a:chExt cx="3405783" cy="2793066"/>
          </a:xfrm>
        </p:grpSpPr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FD1B8693-F07E-881E-9160-15AAF4DD9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42009" y="2721652"/>
              <a:ext cx="3361119" cy="1367235"/>
            </a:xfrm>
            <a:prstGeom prst="rect">
              <a:avLst/>
            </a:prstGeom>
          </p:spPr>
        </p:pic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1A10EF87-F702-8E36-EFAE-42366509F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86673" y="4147483"/>
              <a:ext cx="3361119" cy="1367235"/>
            </a:xfrm>
            <a:prstGeom prst="rect">
              <a:avLst/>
            </a:prstGeom>
          </p:spPr>
        </p:pic>
      </p:grpSp>
      <p:pic>
        <p:nvPicPr>
          <p:cNvPr id="71" name="그림 70">
            <a:extLst>
              <a:ext uri="{FF2B5EF4-FFF2-40B4-BE49-F238E27FC236}">
                <a16:creationId xmlns:a16="http://schemas.microsoft.com/office/drawing/2014/main" id="{C9E75B46-F395-9879-EB7A-5A002E12178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61477" y="5681157"/>
            <a:ext cx="1260128" cy="796536"/>
          </a:xfrm>
          <a:prstGeom prst="rect">
            <a:avLst/>
          </a:prstGeom>
          <a:effectLst>
            <a:softEdge rad="63500"/>
          </a:effectLst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BFB56DA8-8A7E-A521-E870-BA27C67A3564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345B2CED-6BEC-73D1-7BB4-0AADF7A52E18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24" name="그래픽 23">
              <a:extLst>
                <a:ext uri="{FF2B5EF4-FFF2-40B4-BE49-F238E27FC236}">
                  <a16:creationId xmlns:a16="http://schemas.microsoft.com/office/drawing/2014/main" id="{48805263-B4ED-8A60-5669-50F1A2E81F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491344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CCC7253A-653F-5017-18E5-2A67B9705EC6}"/>
              </a:ext>
            </a:extLst>
          </p:cNvPr>
          <p:cNvGrpSpPr/>
          <p:nvPr/>
        </p:nvGrpSpPr>
        <p:grpSpPr>
          <a:xfrm>
            <a:off x="388704" y="2293370"/>
            <a:ext cx="3651774" cy="2904521"/>
            <a:chOff x="388704" y="2293370"/>
            <a:chExt cx="3651774" cy="2904521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6F3BADC4-D0D8-9AE0-2EE4-B64A24272891}"/>
                </a:ext>
              </a:extLst>
            </p:cNvPr>
            <p:cNvSpPr/>
            <p:nvPr/>
          </p:nvSpPr>
          <p:spPr>
            <a:xfrm>
              <a:off x="38898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4" name="양쪽 모서리가 둥근 사각형 44">
              <a:extLst>
                <a:ext uri="{FF2B5EF4-FFF2-40B4-BE49-F238E27FC236}">
                  <a16:creationId xmlns:a16="http://schemas.microsoft.com/office/drawing/2014/main" id="{A03CE7BD-6397-C6AB-8504-CD5154703DB0}"/>
                </a:ext>
              </a:extLst>
            </p:cNvPr>
            <p:cNvSpPr/>
            <p:nvPr/>
          </p:nvSpPr>
          <p:spPr>
            <a:xfrm>
              <a:off x="389831" y="2293370"/>
              <a:ext cx="243288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내용 입 력</a:t>
              </a:r>
            </a:p>
          </p:txBody>
        </p:sp>
        <p:cxnSp>
          <p:nvCxnSpPr>
            <p:cNvPr id="35" name="직선 연결선[R] 45">
              <a:extLst>
                <a:ext uri="{FF2B5EF4-FFF2-40B4-BE49-F238E27FC236}">
                  <a16:creationId xmlns:a16="http://schemas.microsoft.com/office/drawing/2014/main" id="{CEDD080C-2E69-6A00-EA87-5A0AB56234CE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1" name="그림 50">
            <a:extLst>
              <a:ext uri="{FF2B5EF4-FFF2-40B4-BE49-F238E27FC236}">
                <a16:creationId xmlns:a16="http://schemas.microsoft.com/office/drawing/2014/main" id="{AAA940B4-06B2-ED01-B561-90BB7C656E5B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5280" y="2688912"/>
            <a:ext cx="3417526" cy="1688870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 w="12700">
            <a:noFill/>
          </a:ln>
          <a:effectLst/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B69B55D-D3FB-0C6E-48ED-40E3F1542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내용 입력내 </a:t>
            </a:r>
            <a:r>
              <a:rPr lang="ko-KR" altLang="en-US" dirty="0"/>
              <a:t>내용 입 력내용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E7BBA4-AA62-E59F-BFC1-8C3D5A2C9C6B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</a:t>
            </a:r>
            <a:r>
              <a:rPr kumimoji="1" lang="ko-KR" altLang="en-US" b="1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입력내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내 용 입력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07B2B3F-1BFA-39F2-E175-9C5E782A4A6B}"/>
              </a:ext>
            </a:extLst>
          </p:cNvPr>
          <p:cNvGrpSpPr/>
          <p:nvPr/>
        </p:nvGrpSpPr>
        <p:grpSpPr>
          <a:xfrm>
            <a:off x="388704" y="1401967"/>
            <a:ext cx="11421790" cy="792804"/>
            <a:chOff x="388704" y="1531855"/>
            <a:chExt cx="11421790" cy="58276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E7AC6F0-BD10-9764-EAEA-5C277DF93E1B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5">
              <a:extLst>
                <a:ext uri="{FF2B5EF4-FFF2-40B4-BE49-F238E27FC236}">
                  <a16:creationId xmlns:a16="http://schemas.microsoft.com/office/drawing/2014/main" id="{2FB0A18A-F9BB-195A-1CDD-8BFF8F9C71CE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38D3C96-C305-7F60-04A7-EDB48B50E93C}"/>
              </a:ext>
            </a:extLst>
          </p:cNvPr>
          <p:cNvGrpSpPr/>
          <p:nvPr/>
        </p:nvGrpSpPr>
        <p:grpSpPr>
          <a:xfrm>
            <a:off x="574038" y="1529479"/>
            <a:ext cx="10769998" cy="237437"/>
            <a:chOff x="574038" y="1636096"/>
            <a:chExt cx="10769998" cy="23743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33C4F89-B4B1-C655-41F7-3E4B770CB01E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 용입 력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281내용입1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4,139내용</a:t>
              </a: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7E107613-0717-8997-021C-C2E6319E4F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1A64F10-D199-D4BB-9E90-23E632775872}"/>
              </a:ext>
            </a:extLst>
          </p:cNvPr>
          <p:cNvGrpSpPr/>
          <p:nvPr/>
        </p:nvGrpSpPr>
        <p:grpSpPr>
          <a:xfrm>
            <a:off x="574038" y="1834279"/>
            <a:ext cx="10769998" cy="237437"/>
            <a:chOff x="574038" y="1636096"/>
            <a:chExt cx="10769998" cy="23743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5C0147D-D907-DADC-B1BE-A874F372BA5D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내용384입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내 용입력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509EF10D-E6BF-5516-F5BD-94B4205722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26ACC87-7BBC-876F-D545-3D1154444153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5E1836CA-709E-C2DB-EFF4-5A8819011820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1" name="직선 연결선[R] 66">
              <a:extLst>
                <a:ext uri="{FF2B5EF4-FFF2-40B4-BE49-F238E27FC236}">
                  <a16:creationId xmlns:a16="http://schemas.microsoft.com/office/drawing/2014/main" id="{10BA78E4-E128-B162-ED2C-F08BA35132C5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3D362DC-09C2-55B0-FE34-4B3987C08619}"/>
              </a:ext>
            </a:extLst>
          </p:cNvPr>
          <p:cNvGrpSpPr/>
          <p:nvPr/>
        </p:nvGrpSpPr>
        <p:grpSpPr>
          <a:xfrm>
            <a:off x="574038" y="5781986"/>
            <a:ext cx="10769998" cy="221279"/>
            <a:chOff x="574038" y="1710483"/>
            <a:chExt cx="10769998" cy="221279"/>
          </a:xfrm>
        </p:grpSpPr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14A5195F-1E07-BC13-B61B-885A48DFAC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95F74DA-A48D-5EAC-C709-00B901CC717A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 력 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용42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 내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88968036-7D58-62BC-ECCE-8E58A0C88D2C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10483"/>
            <a:chExt cx="10769998" cy="221279"/>
          </a:xfrm>
        </p:grpSpPr>
        <p:pic>
          <p:nvPicPr>
            <p:cNvPr id="26" name="그래픽 25">
              <a:extLst>
                <a:ext uri="{FF2B5EF4-FFF2-40B4-BE49-F238E27FC236}">
                  <a16:creationId xmlns:a16="http://schemas.microsoft.com/office/drawing/2014/main" id="{DC7EECF6-1481-8669-EABE-A530761F134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4342B60-551D-F807-8BFA-EC6034D1F06A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37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입력 내용 입력 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 력내용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용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92A84188-B934-880E-D792-A1F0CF3891C4}"/>
              </a:ext>
            </a:extLst>
          </p:cNvPr>
          <p:cNvGrpSpPr/>
          <p:nvPr/>
        </p:nvGrpSpPr>
        <p:grpSpPr>
          <a:xfrm>
            <a:off x="574038" y="5482364"/>
            <a:ext cx="10769998" cy="221279"/>
            <a:chOff x="574038" y="1710483"/>
            <a:chExt cx="10769998" cy="221279"/>
          </a:xfrm>
        </p:grpSpPr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49CEC95B-F422-2640-8C56-66FE2E1B03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706AA54-CCE4-FDBF-D361-1F6E4895C693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내용35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 err="1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 력 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용38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용입 력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0599B82E-0FAC-87CB-0E9D-0D03D22DD4D8}"/>
              </a:ext>
            </a:extLst>
          </p:cNvPr>
          <p:cNvGrpSpPr/>
          <p:nvPr/>
        </p:nvGrpSpPr>
        <p:grpSpPr>
          <a:xfrm>
            <a:off x="4268985" y="2293370"/>
            <a:ext cx="3651774" cy="2904521"/>
            <a:chOff x="4268985" y="2293370"/>
            <a:chExt cx="3651774" cy="2904521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4BC96F98-0D20-66C1-F766-6917E35301FD}"/>
                </a:ext>
              </a:extLst>
            </p:cNvPr>
            <p:cNvSpPr/>
            <p:nvPr/>
          </p:nvSpPr>
          <p:spPr>
            <a:xfrm>
              <a:off x="4269269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6" name="양쪽 모서리가 둥근 사각형 48">
              <a:extLst>
                <a:ext uri="{FF2B5EF4-FFF2-40B4-BE49-F238E27FC236}">
                  <a16:creationId xmlns:a16="http://schemas.microsoft.com/office/drawing/2014/main" id="{F9A27D90-7044-B61A-5B17-E35DB15C6C48}"/>
                </a:ext>
              </a:extLst>
            </p:cNvPr>
            <p:cNvSpPr/>
            <p:nvPr/>
          </p:nvSpPr>
          <p:spPr>
            <a:xfrm>
              <a:off x="4270112" y="2293370"/>
              <a:ext cx="2313568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력내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</a:t>
              </a:r>
            </a:p>
          </p:txBody>
        </p:sp>
        <p:cxnSp>
          <p:nvCxnSpPr>
            <p:cNvPr id="37" name="직선 연결선[R] 49">
              <a:extLst>
                <a:ext uri="{FF2B5EF4-FFF2-40B4-BE49-F238E27FC236}">
                  <a16:creationId xmlns:a16="http://schemas.microsoft.com/office/drawing/2014/main" id="{84B890DF-B315-AA15-A4D0-60A86175493B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303A7B8F-6CD0-80AD-490B-520EBF9C7E39}"/>
              </a:ext>
            </a:extLst>
          </p:cNvPr>
          <p:cNvGrpSpPr/>
          <p:nvPr/>
        </p:nvGrpSpPr>
        <p:grpSpPr>
          <a:xfrm>
            <a:off x="8150394" y="2293370"/>
            <a:ext cx="3651774" cy="2904521"/>
            <a:chOff x="8150394" y="2293370"/>
            <a:chExt cx="3651774" cy="2904521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EE62A63E-A167-DE45-2BB5-9ACFC7F9A822}"/>
                </a:ext>
              </a:extLst>
            </p:cNvPr>
            <p:cNvSpPr/>
            <p:nvPr/>
          </p:nvSpPr>
          <p:spPr>
            <a:xfrm>
              <a:off x="815067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8" name="양쪽 모서리가 둥근 사각형 52">
              <a:extLst>
                <a:ext uri="{FF2B5EF4-FFF2-40B4-BE49-F238E27FC236}">
                  <a16:creationId xmlns:a16="http://schemas.microsoft.com/office/drawing/2014/main" id="{6AD0A478-157A-275F-DB65-3D865F2B4225}"/>
                </a:ext>
              </a:extLst>
            </p:cNvPr>
            <p:cNvSpPr/>
            <p:nvPr/>
          </p:nvSpPr>
          <p:spPr>
            <a:xfrm>
              <a:off x="8151521" y="2293370"/>
              <a:ext cx="201024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입력내 용 입</a:t>
              </a:r>
            </a:p>
          </p:txBody>
        </p:sp>
        <p:cxnSp>
          <p:nvCxnSpPr>
            <p:cNvPr id="39" name="직선 연결선[R] 53">
              <a:extLst>
                <a:ext uri="{FF2B5EF4-FFF2-40B4-BE49-F238E27FC236}">
                  <a16:creationId xmlns:a16="http://schemas.microsoft.com/office/drawing/2014/main" id="{51799897-30AB-D4D2-DFD2-6F587DCDDB2E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그림 48">
            <a:extLst>
              <a:ext uri="{FF2B5EF4-FFF2-40B4-BE49-F238E27FC236}">
                <a16:creationId xmlns:a16="http://schemas.microsoft.com/office/drawing/2014/main" id="{43562A34-DA90-56E4-4938-B0ABBBD4289A}"/>
              </a:ext>
            </a:extLst>
          </p:cNvPr>
          <p:cNvPicPr preferRelativeResize="0"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7002" y="2688911"/>
            <a:ext cx="3421576" cy="1708663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 w="12700">
            <a:noFill/>
          </a:ln>
          <a:effectLst/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5994C771-15E4-FC6A-D9FE-B2E07D6E4F5D}"/>
              </a:ext>
            </a:extLst>
          </p:cNvPr>
          <p:cNvPicPr preferRelativeResize="0"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15044" y="2688912"/>
            <a:ext cx="3361912" cy="1688870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 w="12700">
            <a:noFill/>
          </a:ln>
          <a:effectLst/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DB3C6727-8ED8-2B2F-D25F-687B8A075008}"/>
              </a:ext>
            </a:extLst>
          </p:cNvPr>
          <p:cNvSpPr txBox="1"/>
          <p:nvPr/>
        </p:nvSpPr>
        <p:spPr>
          <a:xfrm>
            <a:off x="528135" y="4540777"/>
            <a:ext cx="3154865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 입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력내용 입 력내 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 용입 력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237E10-698D-A10D-5410-C79A7E02706C}"/>
              </a:ext>
            </a:extLst>
          </p:cNvPr>
          <p:cNvSpPr txBox="1"/>
          <p:nvPr/>
        </p:nvSpPr>
        <p:spPr>
          <a:xfrm>
            <a:off x="4426087" y="4540777"/>
            <a:ext cx="3230079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력내용 입력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 내 용입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력내용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7384444-C3F8-FD47-F65C-A74C48256AD4}"/>
              </a:ext>
            </a:extLst>
          </p:cNvPr>
          <p:cNvSpPr txBox="1"/>
          <p:nvPr/>
        </p:nvSpPr>
        <p:spPr>
          <a:xfrm>
            <a:off x="8316298" y="4540777"/>
            <a:ext cx="3382280" cy="5796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200" spc="-4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200" spc="-4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43내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 입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내1용2입력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</a:t>
            </a:r>
          </a:p>
        </p:txBody>
      </p:sp>
      <p:cxnSp>
        <p:nvCxnSpPr>
          <p:cNvPr id="46" name="직선 연결선[R] 56">
            <a:extLst>
              <a:ext uri="{FF2B5EF4-FFF2-40B4-BE49-F238E27FC236}">
                <a16:creationId xmlns:a16="http://schemas.microsoft.com/office/drawing/2014/main" id="{963F5F09-B47D-EE4C-33A3-EC9873BDDFD7}"/>
              </a:ext>
            </a:extLst>
          </p:cNvPr>
          <p:cNvCxnSpPr>
            <a:cxnSpLocks/>
          </p:cNvCxnSpPr>
          <p:nvPr/>
        </p:nvCxnSpPr>
        <p:spPr>
          <a:xfrm>
            <a:off x="504733" y="446923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[R] 58">
            <a:extLst>
              <a:ext uri="{FF2B5EF4-FFF2-40B4-BE49-F238E27FC236}">
                <a16:creationId xmlns:a16="http://schemas.microsoft.com/office/drawing/2014/main" id="{72680280-9A64-848B-5CD2-B86221B3BD11}"/>
              </a:ext>
            </a:extLst>
          </p:cNvPr>
          <p:cNvCxnSpPr>
            <a:cxnSpLocks/>
          </p:cNvCxnSpPr>
          <p:nvPr/>
        </p:nvCxnSpPr>
        <p:spPr>
          <a:xfrm>
            <a:off x="4385014" y="446923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[R] 60">
            <a:extLst>
              <a:ext uri="{FF2B5EF4-FFF2-40B4-BE49-F238E27FC236}">
                <a16:creationId xmlns:a16="http://schemas.microsoft.com/office/drawing/2014/main" id="{6014DD94-FD59-8962-18D6-2A90B4908877}"/>
              </a:ext>
            </a:extLst>
          </p:cNvPr>
          <p:cNvCxnSpPr>
            <a:cxnSpLocks/>
          </p:cNvCxnSpPr>
          <p:nvPr/>
        </p:nvCxnSpPr>
        <p:spPr>
          <a:xfrm>
            <a:off x="8266423" y="446923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8C0C36BC-532C-2933-5EB1-C3F866884DFF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DF745FE8-7E86-713D-BD79-7695279A6456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45" name="그래픽 44">
              <a:extLst>
                <a:ext uri="{FF2B5EF4-FFF2-40B4-BE49-F238E27FC236}">
                  <a16:creationId xmlns:a16="http://schemas.microsoft.com/office/drawing/2014/main" id="{4471A93C-CF88-A5A4-D548-EE151A42B89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3307629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1A08B4-1778-41E6-5734-C262D8B8F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 력내용 입 력내 용입력 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9D2742-ADCC-3589-6EFC-F5576BBA177F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 력내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5189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 용입 력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력내용 입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949A911-1747-17A3-5352-3B80FDCAE6D9}"/>
              </a:ext>
            </a:extLst>
          </p:cNvPr>
          <p:cNvGrpSpPr/>
          <p:nvPr/>
        </p:nvGrpSpPr>
        <p:grpSpPr>
          <a:xfrm>
            <a:off x="388704" y="1401967"/>
            <a:ext cx="11421790" cy="792804"/>
            <a:chOff x="388704" y="1531855"/>
            <a:chExt cx="11421790" cy="58276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AFC7CD7-6198-BCB7-5C78-798001637644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5">
              <a:extLst>
                <a:ext uri="{FF2B5EF4-FFF2-40B4-BE49-F238E27FC236}">
                  <a16:creationId xmlns:a16="http://schemas.microsoft.com/office/drawing/2014/main" id="{9EC319BE-0A7A-2E81-83DC-B4EECEB95F03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19ED03B-61E6-7DCB-3A23-F6FE91ED2B77}"/>
              </a:ext>
            </a:extLst>
          </p:cNvPr>
          <p:cNvGrpSpPr/>
          <p:nvPr/>
        </p:nvGrpSpPr>
        <p:grpSpPr>
          <a:xfrm>
            <a:off x="574038" y="1529479"/>
            <a:ext cx="10769998" cy="237437"/>
            <a:chOff x="574038" y="1636096"/>
            <a:chExt cx="10769998" cy="23743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34B6F56-9758-8F2C-9713-C851102BD2AC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5189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내 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용입 력 </a:t>
              </a: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AE02F01E-5298-F5D9-DC2A-B91EB28888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4B4F7BC-C268-BACA-496B-951BDECFD48E}"/>
              </a:ext>
            </a:extLst>
          </p:cNvPr>
          <p:cNvGrpSpPr/>
          <p:nvPr/>
        </p:nvGrpSpPr>
        <p:grpSpPr>
          <a:xfrm>
            <a:off x="574038" y="1834279"/>
            <a:ext cx="10769998" cy="237437"/>
            <a:chOff x="574038" y="1636096"/>
            <a:chExt cx="10769998" cy="23743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9E2D36F-A0A7-FC00-C4E2-D9B1F96CAE39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1" spc="-40" dirty="0" err="1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8F1068E6-F583-EB1E-26AF-A714EF95BE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92F1A5E8-20C5-C824-DFF7-F7E29684B2D8}"/>
              </a:ext>
            </a:extLst>
          </p:cNvPr>
          <p:cNvGrpSpPr/>
          <p:nvPr/>
        </p:nvGrpSpPr>
        <p:grpSpPr>
          <a:xfrm>
            <a:off x="388704" y="2293370"/>
            <a:ext cx="3651774" cy="2904521"/>
            <a:chOff x="388704" y="2293370"/>
            <a:chExt cx="3651774" cy="2904521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576F058-1074-1E01-EAC0-93D202DD0C6F}"/>
                </a:ext>
              </a:extLst>
            </p:cNvPr>
            <p:cNvSpPr/>
            <p:nvPr/>
          </p:nvSpPr>
          <p:spPr>
            <a:xfrm>
              <a:off x="38898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3" name="양쪽 모서리가 둥근 사각형 44">
              <a:extLst>
                <a:ext uri="{FF2B5EF4-FFF2-40B4-BE49-F238E27FC236}">
                  <a16:creationId xmlns:a16="http://schemas.microsoft.com/office/drawing/2014/main" id="{E33A47D3-0FED-FB98-A32C-A697B1685E64}"/>
                </a:ext>
              </a:extLst>
            </p:cNvPr>
            <p:cNvSpPr/>
            <p:nvPr/>
          </p:nvSpPr>
          <p:spPr>
            <a:xfrm>
              <a:off x="389831" y="2293370"/>
              <a:ext cx="243288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내용 입 력</a:t>
              </a:r>
            </a:p>
          </p:txBody>
        </p:sp>
        <p:cxnSp>
          <p:nvCxnSpPr>
            <p:cNvPr id="24" name="직선 연결선[R] 45">
              <a:extLst>
                <a:ext uri="{FF2B5EF4-FFF2-40B4-BE49-F238E27FC236}">
                  <a16:creationId xmlns:a16="http://schemas.microsoft.com/office/drawing/2014/main" id="{462A9245-9021-B4FB-3D5D-4B605F1BA10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09B47C5C-D426-8FAA-B40A-F9B1A2B9BE2D}"/>
              </a:ext>
            </a:extLst>
          </p:cNvPr>
          <p:cNvGrpSpPr/>
          <p:nvPr/>
        </p:nvGrpSpPr>
        <p:grpSpPr>
          <a:xfrm>
            <a:off x="4268985" y="2293370"/>
            <a:ext cx="3651774" cy="2904521"/>
            <a:chOff x="4268985" y="2293370"/>
            <a:chExt cx="3651774" cy="2904521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E505D7EC-C8C5-D271-6E68-89DC5F4BE120}"/>
                </a:ext>
              </a:extLst>
            </p:cNvPr>
            <p:cNvSpPr/>
            <p:nvPr/>
          </p:nvSpPr>
          <p:spPr>
            <a:xfrm>
              <a:off x="4269269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5" name="양쪽 모서리가 둥근 사각형 48">
              <a:extLst>
                <a:ext uri="{FF2B5EF4-FFF2-40B4-BE49-F238E27FC236}">
                  <a16:creationId xmlns:a16="http://schemas.microsoft.com/office/drawing/2014/main" id="{3825588B-0C1D-E767-8ED2-A9051ED11BC2}"/>
                </a:ext>
              </a:extLst>
            </p:cNvPr>
            <p:cNvSpPr/>
            <p:nvPr/>
          </p:nvSpPr>
          <p:spPr>
            <a:xfrm>
              <a:off x="4270112" y="2293370"/>
              <a:ext cx="2313568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력내</a:t>
              </a:r>
              <a:r>
                <a:rPr kumimoji="1" lang="en-US" altLang="ko-KR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</a:t>
              </a:r>
            </a:p>
          </p:txBody>
        </p:sp>
        <p:cxnSp>
          <p:nvCxnSpPr>
            <p:cNvPr id="26" name="직선 연결선[R] 49">
              <a:extLst>
                <a:ext uri="{FF2B5EF4-FFF2-40B4-BE49-F238E27FC236}">
                  <a16:creationId xmlns:a16="http://schemas.microsoft.com/office/drawing/2014/main" id="{E438392B-5BD6-ECA6-D61A-13328418570B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F325DFE8-03F1-D3C7-567E-9BD771E2A861}"/>
              </a:ext>
            </a:extLst>
          </p:cNvPr>
          <p:cNvGrpSpPr/>
          <p:nvPr/>
        </p:nvGrpSpPr>
        <p:grpSpPr>
          <a:xfrm>
            <a:off x="8150394" y="2293370"/>
            <a:ext cx="3651774" cy="2904521"/>
            <a:chOff x="8150394" y="2293370"/>
            <a:chExt cx="3651774" cy="2904521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EEE1F0CF-D189-5E80-E1ED-4A15D5511CE3}"/>
                </a:ext>
              </a:extLst>
            </p:cNvPr>
            <p:cNvSpPr/>
            <p:nvPr/>
          </p:nvSpPr>
          <p:spPr>
            <a:xfrm>
              <a:off x="815067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7" name="양쪽 모서리가 둥근 사각형 52">
              <a:extLst>
                <a:ext uri="{FF2B5EF4-FFF2-40B4-BE49-F238E27FC236}">
                  <a16:creationId xmlns:a16="http://schemas.microsoft.com/office/drawing/2014/main" id="{399B4F12-011F-651E-3B68-D8C377620DE9}"/>
                </a:ext>
              </a:extLst>
            </p:cNvPr>
            <p:cNvSpPr/>
            <p:nvPr/>
          </p:nvSpPr>
          <p:spPr>
            <a:xfrm>
              <a:off x="8151521" y="2293370"/>
              <a:ext cx="201024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입력내 용 입</a:t>
              </a:r>
            </a:p>
          </p:txBody>
        </p:sp>
        <p:cxnSp>
          <p:nvCxnSpPr>
            <p:cNvPr id="28" name="직선 연결선[R] 53">
              <a:extLst>
                <a:ext uri="{FF2B5EF4-FFF2-40B4-BE49-F238E27FC236}">
                  <a16:creationId xmlns:a16="http://schemas.microsoft.com/office/drawing/2014/main" id="{D5D27CC5-482A-74A8-B14F-83A7C38A185A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" name="Picture 3">
            <a:extLst>
              <a:ext uri="{FF2B5EF4-FFF2-40B4-BE49-F238E27FC236}">
                <a16:creationId xmlns:a16="http://schemas.microsoft.com/office/drawing/2014/main" id="{366049F2-D040-6002-3F8E-01A76360F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171" y="2814459"/>
            <a:ext cx="3293910" cy="71693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8" name="Picture 5">
            <a:extLst>
              <a:ext uri="{FF2B5EF4-FFF2-40B4-BE49-F238E27FC236}">
                <a16:creationId xmlns:a16="http://schemas.microsoft.com/office/drawing/2014/main" id="{6B3B4C5F-C23D-33DD-5BA1-8487D425F5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04296" y="3584313"/>
            <a:ext cx="3381152" cy="143376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682628BD-6A2E-FADA-8943-623CB8A6FD0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823" y="2748791"/>
            <a:ext cx="3119820" cy="1096671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9510A7FC-383F-A23F-457B-261BFCB048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301" y="3922618"/>
            <a:ext cx="3178342" cy="1132485"/>
          </a:xfrm>
          <a:prstGeom prst="rect">
            <a:avLst/>
          </a:prstGeom>
        </p:spPr>
      </p:pic>
      <p:sp>
        <p:nvSpPr>
          <p:cNvPr id="41" name="모서리가 둥근 직사각형 56">
            <a:extLst>
              <a:ext uri="{FF2B5EF4-FFF2-40B4-BE49-F238E27FC236}">
                <a16:creationId xmlns:a16="http://schemas.microsoft.com/office/drawing/2014/main" id="{850C688D-901F-7B99-744C-2A8E3FA0C1D5}"/>
              </a:ext>
            </a:extLst>
          </p:cNvPr>
          <p:cNvSpPr/>
          <p:nvPr/>
        </p:nvSpPr>
        <p:spPr>
          <a:xfrm>
            <a:off x="4884420" y="4448541"/>
            <a:ext cx="1203452" cy="20215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ko-KR" sz="9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1</a:t>
            </a:r>
            <a:r>
              <a:rPr kumimoji="1" lang="ko-KR" altLang="en-US" sz="9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용</a:t>
            </a:r>
          </a:p>
        </p:txBody>
      </p:sp>
      <p:sp>
        <p:nvSpPr>
          <p:cNvPr id="42" name="모서리가 둥근 직사각형 57">
            <a:extLst>
              <a:ext uri="{FF2B5EF4-FFF2-40B4-BE49-F238E27FC236}">
                <a16:creationId xmlns:a16="http://schemas.microsoft.com/office/drawing/2014/main" id="{CB98282B-7464-251F-8D3D-0B6697468035}"/>
              </a:ext>
            </a:extLst>
          </p:cNvPr>
          <p:cNvSpPr/>
          <p:nvPr/>
        </p:nvSpPr>
        <p:spPr>
          <a:xfrm>
            <a:off x="6363716" y="4448541"/>
            <a:ext cx="1203452" cy="20215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ko-KR" sz="9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2</a:t>
            </a:r>
            <a:r>
              <a:rPr kumimoji="1" lang="ko-KR" altLang="en-US" sz="9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 용</a:t>
            </a:r>
          </a:p>
        </p:txBody>
      </p:sp>
      <p:pic>
        <p:nvPicPr>
          <p:cNvPr id="43" name="Picture 10">
            <a:extLst>
              <a:ext uri="{FF2B5EF4-FFF2-40B4-BE49-F238E27FC236}">
                <a16:creationId xmlns:a16="http://schemas.microsoft.com/office/drawing/2014/main" id="{64ECF47D-52D6-FB7C-E227-16B3178A859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06" t="25010" r="6098" b="519"/>
          <a:stretch>
            <a:fillRect/>
          </a:stretch>
        </p:blipFill>
        <p:spPr>
          <a:xfrm>
            <a:off x="8278505" y="2974775"/>
            <a:ext cx="1243867" cy="913942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44" name="Picture 7">
            <a:extLst>
              <a:ext uri="{FF2B5EF4-FFF2-40B4-BE49-F238E27FC236}">
                <a16:creationId xmlns:a16="http://schemas.microsoft.com/office/drawing/2014/main" id="{C6EA360B-DD5A-9DEC-78A6-E3143624EFBE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00676" y="2980203"/>
            <a:ext cx="1063165" cy="913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Picture 7">
            <a:extLst>
              <a:ext uri="{FF2B5EF4-FFF2-40B4-BE49-F238E27FC236}">
                <a16:creationId xmlns:a16="http://schemas.microsoft.com/office/drawing/2014/main" id="{C048813F-D6A4-9F70-5E3A-9A7852235FA1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3842" y="2986599"/>
            <a:ext cx="1063166" cy="90068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모서리가 둥근 직사각형 75">
            <a:extLst>
              <a:ext uri="{FF2B5EF4-FFF2-40B4-BE49-F238E27FC236}">
                <a16:creationId xmlns:a16="http://schemas.microsoft.com/office/drawing/2014/main" id="{E8C0CEA2-D98D-BFAB-BDDD-7A5387DA52FD}"/>
              </a:ext>
            </a:extLst>
          </p:cNvPr>
          <p:cNvSpPr/>
          <p:nvPr/>
        </p:nvSpPr>
        <p:spPr>
          <a:xfrm>
            <a:off x="8286864" y="2755256"/>
            <a:ext cx="1235507" cy="20215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력내</a:t>
            </a:r>
          </a:p>
        </p:txBody>
      </p:sp>
      <p:sp>
        <p:nvSpPr>
          <p:cNvPr id="47" name="모서리가 둥근 직사각형 76">
            <a:extLst>
              <a:ext uri="{FF2B5EF4-FFF2-40B4-BE49-F238E27FC236}">
                <a16:creationId xmlns:a16="http://schemas.microsoft.com/office/drawing/2014/main" id="{B722EBBD-31D2-2F29-A876-24B5358754AB}"/>
              </a:ext>
            </a:extLst>
          </p:cNvPr>
          <p:cNvSpPr/>
          <p:nvPr/>
        </p:nvSpPr>
        <p:spPr>
          <a:xfrm>
            <a:off x="9603285" y="2755256"/>
            <a:ext cx="2123723" cy="20215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력내</a:t>
            </a:r>
          </a:p>
        </p:txBody>
      </p:sp>
      <p:pic>
        <p:nvPicPr>
          <p:cNvPr id="48" name="Picture 9">
            <a:extLst>
              <a:ext uri="{FF2B5EF4-FFF2-40B4-BE49-F238E27FC236}">
                <a16:creationId xmlns:a16="http://schemas.microsoft.com/office/drawing/2014/main" id="{D9270631-3EDF-0296-F604-71232A0C941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74034" y="4469723"/>
            <a:ext cx="807070" cy="53150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9" name="Picture 1">
            <a:extLst>
              <a:ext uri="{FF2B5EF4-FFF2-40B4-BE49-F238E27FC236}">
                <a16:creationId xmlns:a16="http://schemas.microsoft.com/office/drawing/2014/main" id="{E400B77E-C02C-CBC9-EDE4-72E611F2537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62718" y="4351803"/>
            <a:ext cx="883957" cy="71411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0760B066-78DB-7E39-CD73-67F85915A0A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288" y="4264410"/>
            <a:ext cx="1601837" cy="832826"/>
          </a:xfrm>
          <a:prstGeom prst="rect">
            <a:avLst/>
          </a:prstGeom>
        </p:spPr>
      </p:pic>
      <p:sp>
        <p:nvSpPr>
          <p:cNvPr id="51" name="모서리가 둥근 직사각형 81">
            <a:extLst>
              <a:ext uri="{FF2B5EF4-FFF2-40B4-BE49-F238E27FC236}">
                <a16:creationId xmlns:a16="http://schemas.microsoft.com/office/drawing/2014/main" id="{0DF93871-FE83-DA13-9193-86A05611C000}"/>
              </a:ext>
            </a:extLst>
          </p:cNvPr>
          <p:cNvSpPr/>
          <p:nvPr/>
        </p:nvSpPr>
        <p:spPr>
          <a:xfrm>
            <a:off x="8286864" y="4156847"/>
            <a:ext cx="812257" cy="28504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</a:t>
            </a:r>
            <a:endParaRPr kumimoji="1" lang="en-US" altLang="ko-KR" sz="900" b="1" spc="-40" dirty="0">
              <a:solidFill>
                <a:srgbClr val="274893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</a:t>
            </a:r>
          </a:p>
        </p:txBody>
      </p:sp>
      <p:sp>
        <p:nvSpPr>
          <p:cNvPr id="52" name="모서리가 둥근 직사각형 82">
            <a:extLst>
              <a:ext uri="{FF2B5EF4-FFF2-40B4-BE49-F238E27FC236}">
                <a16:creationId xmlns:a16="http://schemas.microsoft.com/office/drawing/2014/main" id="{950B4206-A35B-4C9B-4484-D6AC7C5C2D29}"/>
              </a:ext>
            </a:extLst>
          </p:cNvPr>
          <p:cNvSpPr/>
          <p:nvPr/>
        </p:nvSpPr>
        <p:spPr>
          <a:xfrm>
            <a:off x="9162718" y="4149650"/>
            <a:ext cx="883957" cy="20215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 력내</a:t>
            </a:r>
          </a:p>
        </p:txBody>
      </p:sp>
      <p:sp>
        <p:nvSpPr>
          <p:cNvPr id="53" name="모서리가 둥근 직사각형 83">
            <a:extLst>
              <a:ext uri="{FF2B5EF4-FFF2-40B4-BE49-F238E27FC236}">
                <a16:creationId xmlns:a16="http://schemas.microsoft.com/office/drawing/2014/main" id="{88F53252-E9E7-6958-D068-E3B96FC856CB}"/>
              </a:ext>
            </a:extLst>
          </p:cNvPr>
          <p:cNvSpPr/>
          <p:nvPr/>
        </p:nvSpPr>
        <p:spPr>
          <a:xfrm>
            <a:off x="10105167" y="4149650"/>
            <a:ext cx="1621841" cy="20215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 dirty="0" err="1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내용입력내</a:t>
            </a:r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내용 입력내</a:t>
            </a: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E991AD15-60CD-B380-AC3D-780F98BFFFFA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33AE04BC-A143-CDC2-3671-40B04C71CC16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6" name="직선 연결선[R] 66">
              <a:extLst>
                <a:ext uri="{FF2B5EF4-FFF2-40B4-BE49-F238E27FC236}">
                  <a16:creationId xmlns:a16="http://schemas.microsoft.com/office/drawing/2014/main" id="{045377D1-B552-868E-995B-2DAEC51EE962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B88EA772-DD17-EA1B-9CAB-E67A107F9C86}"/>
              </a:ext>
            </a:extLst>
          </p:cNvPr>
          <p:cNvSpPr txBox="1"/>
          <p:nvPr/>
        </p:nvSpPr>
        <p:spPr>
          <a:xfrm>
            <a:off x="855932" y="5756566"/>
            <a:ext cx="10488104" cy="221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내39</a:t>
            </a: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력내용 입 </a:t>
            </a:r>
            <a:r>
              <a:rPr kumimoji="1" lang="ko-KR" altLang="en-US" sz="1400" spc="-4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내용  입력내 용입력 내 용           입  </a:t>
            </a:r>
            <a:r>
              <a:rPr kumimoji="1" lang="en-US" altLang="ko-KR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내40</a:t>
            </a:r>
            <a:r>
              <a: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 력내 용입력 내 용</a:t>
            </a: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DDF20FE8-AFA3-1000-2494-3DFA96EBECEB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10483"/>
            <a:chExt cx="10769998" cy="221279"/>
          </a:xfrm>
        </p:grpSpPr>
        <p:pic>
          <p:nvPicPr>
            <p:cNvPr id="61" name="그래픽 60">
              <a:extLst>
                <a:ext uri="{FF2B5EF4-FFF2-40B4-BE49-F238E27FC236}">
                  <a16:creationId xmlns:a16="http://schemas.microsoft.com/office/drawing/2014/main" id="{3FC9875F-524A-7196-837B-DE9700A856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A17788F-9888-3342-8398-8E73B146E6B7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용  입력 내 용입 력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내 </a:t>
              </a: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30D3F0F2-9D15-ABA7-3D1D-581ACC4C0979}"/>
              </a:ext>
            </a:extLst>
          </p:cNvPr>
          <p:cNvGrpSpPr/>
          <p:nvPr/>
        </p:nvGrpSpPr>
        <p:grpSpPr>
          <a:xfrm>
            <a:off x="574038" y="5482364"/>
            <a:ext cx="10769998" cy="221279"/>
            <a:chOff x="574038" y="1710483"/>
            <a:chExt cx="10769998" cy="221279"/>
          </a:xfrm>
        </p:grpSpPr>
        <p:pic>
          <p:nvPicPr>
            <p:cNvPr id="64" name="그래픽 63">
              <a:extLst>
                <a:ext uri="{FF2B5EF4-FFF2-40B4-BE49-F238E27FC236}">
                  <a16:creationId xmlns:a16="http://schemas.microsoft.com/office/drawing/2014/main" id="{3FC0313B-DB01-E443-293D-2940FA3A77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99947CF-1097-8786-9FBC-362694688015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력내용 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 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5189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D2ED7A6F-02F0-80AF-17BC-E23CD7E1D323}"/>
              </a:ext>
            </a:extLst>
          </p:cNvPr>
          <p:cNvSpPr txBox="1"/>
          <p:nvPr/>
        </p:nvSpPr>
        <p:spPr>
          <a:xfrm>
            <a:off x="596301" y="6505111"/>
            <a:ext cx="6101860" cy="189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kumimoji="1" sz="14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sz="1200" dirty="0"/>
              <a:t>내 용입 력내용입력내용입력 내용입 력내용입력내용 입 </a:t>
            </a:r>
            <a:r>
              <a:rPr lang="ko-KR" altLang="en-US" sz="1200" dirty="0"/>
              <a:t>내용입 력내 용입력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BCDEE97-F0F0-5BA5-8BDC-968AD364DBDF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7BD0606B-A6B9-2AF3-A0FE-54CCB66D433A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81F99532-7437-4FC6-67B8-FCB34C4642E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6706721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E5A4C0-934D-6235-A595-4F01F6328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 력내 용입력</a:t>
            </a:r>
            <a:r>
              <a:rPr lang="ko-KR" altLang="en-US" dirty="0">
                <a:latin typeface="+mn-ea"/>
                <a:ea typeface="+mn-ea"/>
              </a:rPr>
              <a:t>내</a:t>
            </a:r>
            <a:r>
              <a:rPr lang="ko-KR" altLang="en-US" dirty="0"/>
              <a:t> 내용 입력 내용 입력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18C58F-469A-C28B-1B74-3D1681248708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 용입력 내 용입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 </a:t>
            </a:r>
            <a:r>
              <a:rPr kumimoji="1" lang="ko-KR" altLang="en-US" b="1" spc="-40" dirty="0" err="1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FB8F641-4C74-5203-8117-E4C4E441547D}"/>
              </a:ext>
            </a:extLst>
          </p:cNvPr>
          <p:cNvGrpSpPr/>
          <p:nvPr/>
        </p:nvGrpSpPr>
        <p:grpSpPr>
          <a:xfrm>
            <a:off x="388704" y="1401967"/>
            <a:ext cx="11421790" cy="792804"/>
            <a:chOff x="388704" y="1531855"/>
            <a:chExt cx="11421790" cy="58276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6ED6B1F-7954-34AE-7DD1-9E2B9701B562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5">
              <a:extLst>
                <a:ext uri="{FF2B5EF4-FFF2-40B4-BE49-F238E27FC236}">
                  <a16:creationId xmlns:a16="http://schemas.microsoft.com/office/drawing/2014/main" id="{E1E804E1-9C4F-F280-32EE-1BD4F0F11A99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B0FBE77-A1E1-CE45-A535-50A137AAE5C8}"/>
              </a:ext>
            </a:extLst>
          </p:cNvPr>
          <p:cNvGrpSpPr/>
          <p:nvPr/>
        </p:nvGrpSpPr>
        <p:grpSpPr>
          <a:xfrm>
            <a:off x="574038" y="1529479"/>
            <a:ext cx="10769998" cy="237437"/>
            <a:chOff x="574038" y="1636096"/>
            <a:chExt cx="10769998" cy="23743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A1ABECE-88F8-7A03-EA14-9219DC5DEBC7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입 력내용 입 력 내 용 입</a:t>
              </a:r>
              <a:endParaRPr kumimoji="1" lang="ko-KR" altLang="en-US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FE990686-24C4-63F5-A700-7F7C847DDA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533DABA-4E1A-FE3A-E402-F2D6AEBC51C3}"/>
              </a:ext>
            </a:extLst>
          </p:cNvPr>
          <p:cNvGrpSpPr/>
          <p:nvPr/>
        </p:nvGrpSpPr>
        <p:grpSpPr>
          <a:xfrm>
            <a:off x="574038" y="1834279"/>
            <a:ext cx="10769998" cy="237437"/>
            <a:chOff x="574038" y="1636096"/>
            <a:chExt cx="10769998" cy="23743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4BF7C67-5519-0E6E-50BB-16E223BF1E8A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 용입력 내 용입</a:t>
              </a:r>
              <a:endParaRPr kumimoji="1" lang="ko-KR" altLang="en-US" sz="14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64D54EDC-8821-1193-2391-EED04117C70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745826A3-91C9-A8D7-C7FD-535CDCE68675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2A35F7A7-3DF4-D65F-77C7-771DC49E1CF8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1" name="직선 연결선[R] 66">
              <a:extLst>
                <a:ext uri="{FF2B5EF4-FFF2-40B4-BE49-F238E27FC236}">
                  <a16:creationId xmlns:a16="http://schemas.microsoft.com/office/drawing/2014/main" id="{375C0E6E-6CBE-0EA5-3243-1872DA315FA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9D461F3D-F90E-A4A6-CE20-58EBC8F0F2C7}"/>
              </a:ext>
            </a:extLst>
          </p:cNvPr>
          <p:cNvGrpSpPr/>
          <p:nvPr/>
        </p:nvGrpSpPr>
        <p:grpSpPr>
          <a:xfrm>
            <a:off x="574038" y="5781986"/>
            <a:ext cx="10769998" cy="221279"/>
            <a:chOff x="574038" y="1710483"/>
            <a:chExt cx="10769998" cy="221279"/>
          </a:xfrm>
        </p:grpSpPr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CCE56A0E-8345-0A75-973E-B3886F4A8D7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879ABCB-C969-3E62-C12A-2420C45F5E07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용입력내 용입 력내 용입 력 내용 입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BA67781-87CF-7DDC-2160-7BBDF2BB9C23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10483"/>
            <a:chExt cx="10769998" cy="221279"/>
          </a:xfrm>
        </p:grpSpPr>
        <p:pic>
          <p:nvPicPr>
            <p:cNvPr id="26" name="그래픽 25">
              <a:extLst>
                <a:ext uri="{FF2B5EF4-FFF2-40B4-BE49-F238E27FC236}">
                  <a16:creationId xmlns:a16="http://schemas.microsoft.com/office/drawing/2014/main" id="{75568C22-38CB-C489-71B5-FEF423D57D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92F69BC-C3AC-E179-2A73-B2BF2D2577E1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45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b="1" spc="-40" dirty="0" err="1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6F7F4B5-6C26-6CDC-4E69-CAB2D38EDCC3}"/>
              </a:ext>
            </a:extLst>
          </p:cNvPr>
          <p:cNvGrpSpPr/>
          <p:nvPr/>
        </p:nvGrpSpPr>
        <p:grpSpPr>
          <a:xfrm>
            <a:off x="574038" y="5482364"/>
            <a:ext cx="10769998" cy="221279"/>
            <a:chOff x="574038" y="1710483"/>
            <a:chExt cx="10769998" cy="221279"/>
          </a:xfrm>
        </p:grpSpPr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3CD22A26-EF27-C8D1-5B36-BD13C9D883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2FC9027-B8FE-E12D-65DA-FBB83E9DA8EA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입력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</a:t>
              </a:r>
              <a:r>
                <a:rPr kumimoji="1" lang="ko-KR" altLang="en-US" sz="1400" b="1" spc="-40" dirty="0" err="1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  력내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2A9BBC3-4A00-647C-BC76-2AA60CFCC663}"/>
              </a:ext>
            </a:extLst>
          </p:cNvPr>
          <p:cNvGrpSpPr/>
          <p:nvPr/>
        </p:nvGrpSpPr>
        <p:grpSpPr>
          <a:xfrm>
            <a:off x="388704" y="2293370"/>
            <a:ext cx="3651774" cy="2904521"/>
            <a:chOff x="388704" y="2293370"/>
            <a:chExt cx="3651774" cy="2904521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B5A0F170-41C2-0CED-8C71-4FF81D38948B}"/>
                </a:ext>
              </a:extLst>
            </p:cNvPr>
            <p:cNvSpPr/>
            <p:nvPr/>
          </p:nvSpPr>
          <p:spPr>
            <a:xfrm>
              <a:off x="38898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4" name="양쪽 모서리가 둥근 사각형 44">
              <a:extLst>
                <a:ext uri="{FF2B5EF4-FFF2-40B4-BE49-F238E27FC236}">
                  <a16:creationId xmlns:a16="http://schemas.microsoft.com/office/drawing/2014/main" id="{2F309BCE-2A66-3DB0-04B5-0E6A5D692B5B}"/>
                </a:ext>
              </a:extLst>
            </p:cNvPr>
            <p:cNvSpPr/>
            <p:nvPr/>
          </p:nvSpPr>
          <p:spPr>
            <a:xfrm>
              <a:off x="389830" y="2293370"/>
              <a:ext cx="3649233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en-US" altLang="ko-KR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ko-KR" altLang="en-US" sz="1300" b="1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력내용 입 력 내 용 입</a:t>
              </a:r>
            </a:p>
          </p:txBody>
        </p:sp>
        <p:cxnSp>
          <p:nvCxnSpPr>
            <p:cNvPr id="35" name="직선 연결선[R] 45">
              <a:extLst>
                <a:ext uri="{FF2B5EF4-FFF2-40B4-BE49-F238E27FC236}">
                  <a16:creationId xmlns:a16="http://schemas.microsoft.com/office/drawing/2014/main" id="{9EA4A9E4-343A-C0E2-DB77-4E949A515BE6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0A83915A-1380-90A8-E7AF-9AB7EFDBC05F}"/>
              </a:ext>
            </a:extLst>
          </p:cNvPr>
          <p:cNvGrpSpPr/>
          <p:nvPr/>
        </p:nvGrpSpPr>
        <p:grpSpPr>
          <a:xfrm>
            <a:off x="4268985" y="2293370"/>
            <a:ext cx="3651774" cy="2904521"/>
            <a:chOff x="4268985" y="2293370"/>
            <a:chExt cx="3651774" cy="2904521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0828CE47-1D6A-E64B-333E-35192C7681A2}"/>
                </a:ext>
              </a:extLst>
            </p:cNvPr>
            <p:cNvSpPr/>
            <p:nvPr/>
          </p:nvSpPr>
          <p:spPr>
            <a:xfrm>
              <a:off x="4269269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6" name="양쪽 모서리가 둥근 사각형 48">
              <a:extLst>
                <a:ext uri="{FF2B5EF4-FFF2-40B4-BE49-F238E27FC236}">
                  <a16:creationId xmlns:a16="http://schemas.microsoft.com/office/drawing/2014/main" id="{5FCDA0F9-BDE1-BC09-F876-FCD06DAD58E4}"/>
                </a:ext>
              </a:extLst>
            </p:cNvPr>
            <p:cNvSpPr/>
            <p:nvPr/>
          </p:nvSpPr>
          <p:spPr>
            <a:xfrm>
              <a:off x="4270112" y="2293370"/>
              <a:ext cx="364923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en-US" altLang="ko-KR" sz="13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ko-KR" altLang="en-US" sz="13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 내용 </a:t>
              </a:r>
              <a:r>
                <a:rPr kumimoji="1" lang="ko-KR" altLang="en-US" sz="1300" b="1" i="0" u="none" strike="noStrike" kern="1200" cap="none" spc="-40" normalizeH="0" baseline="0" noProof="0" dirty="0" err="1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r>
                <a:rPr kumimoji="1" lang="ko-KR" altLang="en-US" sz="1300" b="1" i="0" u="none" strike="noStrike" kern="1200" cap="none" spc="-40" normalizeH="0" baseline="0" noProof="0" dirty="0">
                  <a:ln>
                    <a:noFill/>
                  </a:ln>
                  <a:solidFill>
                    <a:srgbClr val="274893"/>
                  </a:solidFill>
                  <a:effectLst/>
                  <a:uLnTx/>
                  <a:uFillTx/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내용입</a:t>
              </a:r>
            </a:p>
          </p:txBody>
        </p:sp>
        <p:cxnSp>
          <p:nvCxnSpPr>
            <p:cNvPr id="37" name="직선 연결선[R] 49">
              <a:extLst>
                <a:ext uri="{FF2B5EF4-FFF2-40B4-BE49-F238E27FC236}">
                  <a16:creationId xmlns:a16="http://schemas.microsoft.com/office/drawing/2014/main" id="{302753B0-3C38-46C3-9B0F-6124431F55A7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937CD68D-17BE-FE3A-BDB0-B6A0423CA6F1}"/>
              </a:ext>
            </a:extLst>
          </p:cNvPr>
          <p:cNvGrpSpPr/>
          <p:nvPr/>
        </p:nvGrpSpPr>
        <p:grpSpPr>
          <a:xfrm>
            <a:off x="8150394" y="2293370"/>
            <a:ext cx="3659571" cy="2904521"/>
            <a:chOff x="8150394" y="2293370"/>
            <a:chExt cx="3659571" cy="2904521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DD6E0AF2-4AA9-7ACB-470A-9D0A1AE15EB2}"/>
                </a:ext>
              </a:extLst>
            </p:cNvPr>
            <p:cNvSpPr/>
            <p:nvPr/>
          </p:nvSpPr>
          <p:spPr>
            <a:xfrm>
              <a:off x="815067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8" name="양쪽 모서리가 둥근 사각형 52">
              <a:extLst>
                <a:ext uri="{FF2B5EF4-FFF2-40B4-BE49-F238E27FC236}">
                  <a16:creationId xmlns:a16="http://schemas.microsoft.com/office/drawing/2014/main" id="{2332B092-7FDE-B742-C4E2-9BDB4301DAEA}"/>
                </a:ext>
              </a:extLst>
            </p:cNvPr>
            <p:cNvSpPr/>
            <p:nvPr/>
          </p:nvSpPr>
          <p:spPr>
            <a:xfrm>
              <a:off x="8151520" y="2293370"/>
              <a:ext cx="3658445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내용입력내 용입력 내 용입 력</a:t>
              </a:r>
            </a:p>
          </p:txBody>
        </p:sp>
        <p:cxnSp>
          <p:nvCxnSpPr>
            <p:cNvPr id="52" name="직선 연결선[R] 53">
              <a:extLst>
                <a:ext uri="{FF2B5EF4-FFF2-40B4-BE49-F238E27FC236}">
                  <a16:creationId xmlns:a16="http://schemas.microsoft.com/office/drawing/2014/main" id="{8049F683-2946-11A5-9964-96F899F3AE3F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모서리가 둥근 직사각형 48">
            <a:extLst>
              <a:ext uri="{FF2B5EF4-FFF2-40B4-BE49-F238E27FC236}">
                <a16:creationId xmlns:a16="http://schemas.microsoft.com/office/drawing/2014/main" id="{96254FF5-7D3C-33C9-E984-3CD7E126EE3C}"/>
              </a:ext>
            </a:extLst>
          </p:cNvPr>
          <p:cNvSpPr/>
          <p:nvPr/>
        </p:nvSpPr>
        <p:spPr>
          <a:xfrm>
            <a:off x="10508904" y="3811536"/>
            <a:ext cx="1152985" cy="20977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10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</a:t>
            </a: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C5D71812-9373-171F-AED1-2EF77B76422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88261" y="2731214"/>
            <a:ext cx="2287831" cy="1024089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2A1D646E-6488-2751-5276-FA208F2A0DA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 b="-1170"/>
          <a:stretch/>
        </p:blipFill>
        <p:spPr>
          <a:xfrm>
            <a:off x="530111" y="3773355"/>
            <a:ext cx="2235160" cy="1338383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09BAF9FA-3121-B77F-E601-8C8A11A390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14144" y="2836421"/>
            <a:ext cx="210223" cy="210223"/>
          </a:xfrm>
          <a:prstGeom prst="rect">
            <a:avLst/>
          </a:prstGeom>
        </p:spPr>
      </p:pic>
      <p:grpSp>
        <p:nvGrpSpPr>
          <p:cNvPr id="57" name="그룹 56">
            <a:extLst>
              <a:ext uri="{FF2B5EF4-FFF2-40B4-BE49-F238E27FC236}">
                <a16:creationId xmlns:a16="http://schemas.microsoft.com/office/drawing/2014/main" id="{50FB524C-BC0B-1BF7-D92B-1B1C02581510}"/>
              </a:ext>
            </a:extLst>
          </p:cNvPr>
          <p:cNvGrpSpPr/>
          <p:nvPr/>
        </p:nvGrpSpPr>
        <p:grpSpPr>
          <a:xfrm>
            <a:off x="4512323" y="2746652"/>
            <a:ext cx="3162789" cy="2363234"/>
            <a:chOff x="4368542" y="2962769"/>
            <a:chExt cx="3681042" cy="2750472"/>
          </a:xfrm>
        </p:grpSpPr>
        <p:pic>
          <p:nvPicPr>
            <p:cNvPr id="58" name="Picture 1">
              <a:extLst>
                <a:ext uri="{FF2B5EF4-FFF2-40B4-BE49-F238E27FC236}">
                  <a16:creationId xmlns:a16="http://schemas.microsoft.com/office/drawing/2014/main" id="{48A5F52D-0187-9A8A-9D16-1455082E3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630079" y="2962769"/>
              <a:ext cx="2419505" cy="2750472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59" name="그림 58">
              <a:extLst>
                <a:ext uri="{FF2B5EF4-FFF2-40B4-BE49-F238E27FC236}">
                  <a16:creationId xmlns:a16="http://schemas.microsoft.com/office/drawing/2014/main" id="{E76BADB2-FEB4-F96E-B42A-AC3EB39EA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80077" y="2995440"/>
              <a:ext cx="1195333" cy="94166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60" name="Picture 7">
              <a:extLst>
                <a:ext uri="{FF2B5EF4-FFF2-40B4-BE49-F238E27FC236}">
                  <a16:creationId xmlns:a16="http://schemas.microsoft.com/office/drawing/2014/main" id="{8291FCEC-BC8E-FE21-8123-A5CC5F969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68542" y="4769942"/>
              <a:ext cx="1214107" cy="91679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</p:pic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A8CD9779-9486-4A1E-6E37-762F5A1A5B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78553" y="3971757"/>
              <a:ext cx="1208305" cy="76773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E499A0A9-E752-4405-10CC-986157EC4D58}"/>
              </a:ext>
            </a:extLst>
          </p:cNvPr>
          <p:cNvGrpSpPr/>
          <p:nvPr/>
        </p:nvGrpSpPr>
        <p:grpSpPr>
          <a:xfrm>
            <a:off x="2817845" y="3069855"/>
            <a:ext cx="1451140" cy="209782"/>
            <a:chOff x="2817845" y="3285972"/>
            <a:chExt cx="1451140" cy="209782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3916E11C-A067-E9E3-BBCF-AB0A376538D8}"/>
                </a:ext>
              </a:extLst>
            </p:cNvPr>
            <p:cNvSpPr/>
            <p:nvPr/>
          </p:nvSpPr>
          <p:spPr>
            <a:xfrm>
              <a:off x="2817845" y="3285972"/>
              <a:ext cx="1451140" cy="209782"/>
            </a:xfrm>
            <a:prstGeom prst="rect">
              <a:avLst/>
            </a:prstGeom>
            <a:solidFill>
              <a:srgbClr val="E9EC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 spc="-3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cxnSp>
          <p:nvCxnSpPr>
            <p:cNvPr id="64" name="직선 화살표 연결선 63">
              <a:extLst>
                <a:ext uri="{FF2B5EF4-FFF2-40B4-BE49-F238E27FC236}">
                  <a16:creationId xmlns:a16="http://schemas.microsoft.com/office/drawing/2014/main" id="{07C248F3-57D9-E024-3B6D-998C42FA561B}"/>
                </a:ext>
              </a:extLst>
            </p:cNvPr>
            <p:cNvCxnSpPr>
              <a:cxnSpLocks/>
              <a:stCxn id="63" idx="1"/>
              <a:endCxn id="63" idx="3"/>
            </p:cNvCxnSpPr>
            <p:nvPr/>
          </p:nvCxnSpPr>
          <p:spPr>
            <a:xfrm>
              <a:off x="2817845" y="3390863"/>
              <a:ext cx="1451140" cy="0"/>
            </a:xfrm>
            <a:prstGeom prst="straightConnector1">
              <a:avLst/>
            </a:prstGeom>
            <a:ln>
              <a:solidFill>
                <a:srgbClr val="274893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타원 64">
            <a:extLst>
              <a:ext uri="{FF2B5EF4-FFF2-40B4-BE49-F238E27FC236}">
                <a16:creationId xmlns:a16="http://schemas.microsoft.com/office/drawing/2014/main" id="{D646C75D-CD2F-A48F-4F49-34C24BC35F3A}"/>
              </a:ext>
            </a:extLst>
          </p:cNvPr>
          <p:cNvSpPr/>
          <p:nvPr/>
        </p:nvSpPr>
        <p:spPr>
          <a:xfrm>
            <a:off x="3289690" y="3005352"/>
            <a:ext cx="338788" cy="338788"/>
          </a:xfrm>
          <a:prstGeom prst="ellipse">
            <a:avLst/>
          </a:prstGeom>
          <a:solidFill>
            <a:schemeClr val="bg1"/>
          </a:solidFill>
          <a:ln>
            <a:solidFill>
              <a:srgbClr val="274893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10000"/>
              </a:lnSpc>
            </a:pPr>
            <a:endParaRPr kumimoji="1" lang="ko-KR" altLang="en-US" sz="900" b="1" spc="-40">
              <a:solidFill>
                <a:srgbClr val="274893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pic>
        <p:nvPicPr>
          <p:cNvPr id="66" name="그래픽 65">
            <a:extLst>
              <a:ext uri="{FF2B5EF4-FFF2-40B4-BE49-F238E27FC236}">
                <a16:creationId xmlns:a16="http://schemas.microsoft.com/office/drawing/2014/main" id="{F7236138-3221-967D-861B-9835BA5712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54193" y="3069855"/>
            <a:ext cx="209782" cy="209782"/>
          </a:xfrm>
          <a:prstGeom prst="rect">
            <a:avLst/>
          </a:prstGeom>
        </p:spPr>
      </p:pic>
      <p:grpSp>
        <p:nvGrpSpPr>
          <p:cNvPr id="67" name="그룹 66">
            <a:extLst>
              <a:ext uri="{FF2B5EF4-FFF2-40B4-BE49-F238E27FC236}">
                <a16:creationId xmlns:a16="http://schemas.microsoft.com/office/drawing/2014/main" id="{47BD0E92-B9FE-18FB-10A5-6B3F9634D9E7}"/>
              </a:ext>
            </a:extLst>
          </p:cNvPr>
          <p:cNvGrpSpPr/>
          <p:nvPr/>
        </p:nvGrpSpPr>
        <p:grpSpPr>
          <a:xfrm>
            <a:off x="2817845" y="4280888"/>
            <a:ext cx="1451140" cy="209782"/>
            <a:chOff x="2817845" y="3285972"/>
            <a:chExt cx="1451140" cy="209782"/>
          </a:xfrm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8879D8F9-3652-CF57-799B-2050D24390BB}"/>
                </a:ext>
              </a:extLst>
            </p:cNvPr>
            <p:cNvSpPr/>
            <p:nvPr/>
          </p:nvSpPr>
          <p:spPr>
            <a:xfrm>
              <a:off x="2817845" y="3285972"/>
              <a:ext cx="1451140" cy="209782"/>
            </a:xfrm>
            <a:prstGeom prst="rect">
              <a:avLst/>
            </a:prstGeom>
            <a:solidFill>
              <a:srgbClr val="E9EC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 spc="-3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cxnSp>
          <p:nvCxnSpPr>
            <p:cNvPr id="69" name="직선 화살표 연결선 68">
              <a:extLst>
                <a:ext uri="{FF2B5EF4-FFF2-40B4-BE49-F238E27FC236}">
                  <a16:creationId xmlns:a16="http://schemas.microsoft.com/office/drawing/2014/main" id="{E15E053B-0B34-BC04-315C-EB6F65644B53}"/>
                </a:ext>
              </a:extLst>
            </p:cNvPr>
            <p:cNvCxnSpPr>
              <a:cxnSpLocks/>
              <a:stCxn id="68" idx="1"/>
              <a:endCxn id="68" idx="3"/>
            </p:cNvCxnSpPr>
            <p:nvPr/>
          </p:nvCxnSpPr>
          <p:spPr>
            <a:xfrm>
              <a:off x="2817845" y="3390863"/>
              <a:ext cx="1451140" cy="0"/>
            </a:xfrm>
            <a:prstGeom prst="straightConnector1">
              <a:avLst/>
            </a:prstGeom>
            <a:ln>
              <a:solidFill>
                <a:srgbClr val="274893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타원 69">
            <a:extLst>
              <a:ext uri="{FF2B5EF4-FFF2-40B4-BE49-F238E27FC236}">
                <a16:creationId xmlns:a16="http://schemas.microsoft.com/office/drawing/2014/main" id="{994C01A5-9CD4-3B35-9A79-7319051C6F01}"/>
              </a:ext>
            </a:extLst>
          </p:cNvPr>
          <p:cNvSpPr/>
          <p:nvPr/>
        </p:nvSpPr>
        <p:spPr>
          <a:xfrm>
            <a:off x="3289690" y="4219264"/>
            <a:ext cx="338788" cy="338788"/>
          </a:xfrm>
          <a:prstGeom prst="ellipse">
            <a:avLst/>
          </a:prstGeom>
          <a:solidFill>
            <a:schemeClr val="bg1"/>
          </a:solidFill>
          <a:ln>
            <a:solidFill>
              <a:srgbClr val="274893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10000"/>
              </a:lnSpc>
            </a:pPr>
            <a:endParaRPr kumimoji="1" lang="ko-KR" altLang="en-US" sz="900" b="1" spc="-40">
              <a:solidFill>
                <a:srgbClr val="274893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pic>
        <p:nvPicPr>
          <p:cNvPr id="71" name="그래픽 70">
            <a:extLst>
              <a:ext uri="{FF2B5EF4-FFF2-40B4-BE49-F238E27FC236}">
                <a16:creationId xmlns:a16="http://schemas.microsoft.com/office/drawing/2014/main" id="{4AEB5319-E8CF-56E9-19B9-FBF7EBA324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54193" y="4283767"/>
            <a:ext cx="209782" cy="209782"/>
          </a:xfrm>
          <a:prstGeom prst="rect">
            <a:avLst/>
          </a:prstGeom>
        </p:spPr>
      </p:pic>
      <p:grpSp>
        <p:nvGrpSpPr>
          <p:cNvPr id="75" name="그룹 74">
            <a:extLst>
              <a:ext uri="{FF2B5EF4-FFF2-40B4-BE49-F238E27FC236}">
                <a16:creationId xmlns:a16="http://schemas.microsoft.com/office/drawing/2014/main" id="{74E1B237-01C4-45D2-AFBE-D5E09C7A5E52}"/>
              </a:ext>
            </a:extLst>
          </p:cNvPr>
          <p:cNvGrpSpPr/>
          <p:nvPr/>
        </p:nvGrpSpPr>
        <p:grpSpPr>
          <a:xfrm>
            <a:off x="8245860" y="2726545"/>
            <a:ext cx="1883583" cy="2383342"/>
            <a:chOff x="8281144" y="2898956"/>
            <a:chExt cx="2064097" cy="2611751"/>
          </a:xfrm>
        </p:grpSpPr>
        <p:pic>
          <p:nvPicPr>
            <p:cNvPr id="76" name="Picture 8">
              <a:extLst>
                <a:ext uri="{FF2B5EF4-FFF2-40B4-BE49-F238E27FC236}">
                  <a16:creationId xmlns:a16="http://schemas.microsoft.com/office/drawing/2014/main" id="{E8B3FA4F-0B12-9DEE-F911-8E40EC530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288033" y="2898956"/>
              <a:ext cx="2057208" cy="1269983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77" name="Picture 10">
              <a:extLst>
                <a:ext uri="{FF2B5EF4-FFF2-40B4-BE49-F238E27FC236}">
                  <a16:creationId xmlns:a16="http://schemas.microsoft.com/office/drawing/2014/main" id="{D55BA595-8E05-EB8D-94B0-296B3ECFB3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281144" y="4240724"/>
              <a:ext cx="2057208" cy="1269983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DC592DDE-5F74-E24D-9F6D-C3AC11BB7B51}"/>
              </a:ext>
            </a:extLst>
          </p:cNvPr>
          <p:cNvSpPr txBox="1"/>
          <p:nvPr/>
        </p:nvSpPr>
        <p:spPr>
          <a:xfrm>
            <a:off x="10508904" y="4121768"/>
            <a:ext cx="1152985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ko-KR" altLang="en-US" sz="11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내용입 </a:t>
            </a:r>
            <a:endParaRPr kumimoji="1" lang="en-US" altLang="ko-KR" sz="1100" spc="-40" dirty="0">
              <a:solidFill>
                <a:schemeClr val="tx1">
                  <a:lumMod val="85000"/>
                  <a:lumOff val="1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algn="ctr"/>
            <a:r>
              <a:rPr kumimoji="1" lang="ko-KR" altLang="en-US" sz="11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내용 입 력내 </a:t>
            </a:r>
          </a:p>
        </p:txBody>
      </p:sp>
      <p:pic>
        <p:nvPicPr>
          <p:cNvPr id="82" name="그래픽 81">
            <a:extLst>
              <a:ext uri="{FF2B5EF4-FFF2-40B4-BE49-F238E27FC236}">
                <a16:creationId xmlns:a16="http://schemas.microsoft.com/office/drawing/2014/main" id="{9A0746CC-1483-007D-2F73-346E886826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779703" y="3154464"/>
            <a:ext cx="611385" cy="611385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3E2DDE0D-9B2E-CC79-1D64-63621EFF62DB}"/>
              </a:ext>
            </a:extLst>
          </p:cNvPr>
          <p:cNvSpPr txBox="1"/>
          <p:nvPr/>
        </p:nvSpPr>
        <p:spPr>
          <a:xfrm>
            <a:off x="2906394" y="3391209"/>
            <a:ext cx="1117228" cy="419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0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력내 </a:t>
            </a:r>
            <a:br>
              <a:rPr kumimoji="1" lang="en-US" altLang="ko-KR" sz="10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</a:br>
            <a:r>
              <a:rPr kumimoji="1" lang="en-US" altLang="ko-KR" sz="10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  <a:r>
              <a:rPr kumimoji="1" lang="ko-KR" altLang="en-US" sz="10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FA135A7-1C84-D262-B39B-0812FC1FEE6A}"/>
              </a:ext>
            </a:extLst>
          </p:cNvPr>
          <p:cNvSpPr txBox="1"/>
          <p:nvPr/>
        </p:nvSpPr>
        <p:spPr>
          <a:xfrm>
            <a:off x="2906394" y="4606054"/>
            <a:ext cx="1117228" cy="419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10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내용입</a:t>
            </a:r>
          </a:p>
          <a:p>
            <a:pPr algn="ctr">
              <a:lnSpc>
                <a:spcPct val="110000"/>
              </a:lnSpc>
            </a:pPr>
            <a:r>
              <a:rPr kumimoji="1" lang="ko-KR" altLang="en-US" sz="1000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내용입력</a:t>
            </a:r>
          </a:p>
        </p:txBody>
      </p:sp>
      <p:sp>
        <p:nvSpPr>
          <p:cNvPr id="39" name="화살표: 오른쪽 38">
            <a:extLst>
              <a:ext uri="{FF2B5EF4-FFF2-40B4-BE49-F238E27FC236}">
                <a16:creationId xmlns:a16="http://schemas.microsoft.com/office/drawing/2014/main" id="{C3026E1E-FD3A-31E7-0B0F-4E98059F6590}"/>
              </a:ext>
            </a:extLst>
          </p:cNvPr>
          <p:cNvSpPr/>
          <p:nvPr/>
        </p:nvSpPr>
        <p:spPr>
          <a:xfrm>
            <a:off x="7765045" y="3639091"/>
            <a:ext cx="394130" cy="586400"/>
          </a:xfrm>
          <a:prstGeom prst="rightArrow">
            <a:avLst/>
          </a:prstGeom>
          <a:gradFill>
            <a:gsLst>
              <a:gs pos="0">
                <a:srgbClr val="16BDF9">
                  <a:alpha val="0"/>
                </a:srgbClr>
              </a:gs>
              <a:gs pos="70000">
                <a:srgbClr val="16BDF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7286A6AB-9001-8534-5DFB-4E24843B763D}"/>
              </a:ext>
            </a:extLst>
          </p:cNvPr>
          <p:cNvSpPr/>
          <p:nvPr/>
        </p:nvSpPr>
        <p:spPr>
          <a:xfrm>
            <a:off x="10173484" y="3764983"/>
            <a:ext cx="298802" cy="325753"/>
          </a:xfrm>
          <a:prstGeom prst="rightArrow">
            <a:avLst/>
          </a:prstGeom>
          <a:gradFill>
            <a:gsLst>
              <a:gs pos="0">
                <a:srgbClr val="16BDF9">
                  <a:alpha val="0"/>
                </a:srgbClr>
              </a:gs>
              <a:gs pos="70000">
                <a:srgbClr val="16BDF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E99AD043-F5F6-38F6-D35C-762D98260DD9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176D2C21-C31E-40E8-3223-677B8E6C581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43" name="그래픽 42">
              <a:extLst>
                <a:ext uri="{FF2B5EF4-FFF2-40B4-BE49-F238E27FC236}">
                  <a16:creationId xmlns:a16="http://schemas.microsoft.com/office/drawing/2014/main" id="{38A90457-5646-F0BF-47FB-8C59F323B1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742842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13D25-8465-091D-53A4-04A93F0FB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FA91EA-0675-D889-E659-CA8A8212A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 력내 </a:t>
            </a:r>
            <a:r>
              <a:rPr lang="en-US" altLang="ko-KR" dirty="0"/>
              <a:t>내용 </a:t>
            </a:r>
            <a:r>
              <a:rPr lang="ko-KR" altLang="en-US" dirty="0"/>
              <a:t>내용입 력내 용 입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DB163D-0EA7-4064-4394-21EC0CA7FC42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 용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 내용 입력 내 용 입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DCBBBC7-1341-8DEE-513B-86D0DF02BC81}"/>
              </a:ext>
            </a:extLst>
          </p:cNvPr>
          <p:cNvGrpSpPr/>
          <p:nvPr/>
        </p:nvGrpSpPr>
        <p:grpSpPr>
          <a:xfrm>
            <a:off x="388704" y="5644464"/>
            <a:ext cx="11421790" cy="822906"/>
            <a:chOff x="388704" y="5764250"/>
            <a:chExt cx="11421790" cy="582762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46591F9-6D47-2E91-A9B9-547BA2906BCA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9" name="직선 연결선[R] 46">
              <a:extLst>
                <a:ext uri="{FF2B5EF4-FFF2-40B4-BE49-F238E27FC236}">
                  <a16:creationId xmlns:a16="http://schemas.microsoft.com/office/drawing/2014/main" id="{DC1989F3-2C4B-8512-DE85-BA227EF81201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53B6090-436C-F0CB-105A-C8C568786306}"/>
              </a:ext>
            </a:extLst>
          </p:cNvPr>
          <p:cNvGrpSpPr/>
          <p:nvPr/>
        </p:nvGrpSpPr>
        <p:grpSpPr>
          <a:xfrm>
            <a:off x="574038" y="5784636"/>
            <a:ext cx="7890692" cy="221279"/>
            <a:chOff x="574038" y="1702532"/>
            <a:chExt cx="7890692" cy="221279"/>
          </a:xfrm>
        </p:grpSpPr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25060FDB-EA0B-830B-2DD1-2BE41B2634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58D5EA7-4248-9DF3-6231-4009F5F85FDA}"/>
                </a:ext>
              </a:extLst>
            </p:cNvPr>
            <p:cNvSpPr txBox="1"/>
            <p:nvPr/>
          </p:nvSpPr>
          <p:spPr>
            <a:xfrm>
              <a:off x="855931" y="1702532"/>
              <a:ext cx="7608799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입력내용입력내용입력내용입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253,139내용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65B77E2C-1F66-0F40-FC9E-64F2203A781E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02532"/>
            <a:chExt cx="10769998" cy="221279"/>
          </a:xfrm>
        </p:grpSpPr>
        <p:pic>
          <p:nvPicPr>
            <p:cNvPr id="26" name="그래픽 25">
              <a:extLst>
                <a:ext uri="{FF2B5EF4-FFF2-40B4-BE49-F238E27FC236}">
                  <a16:creationId xmlns:a16="http://schemas.microsoft.com/office/drawing/2014/main" id="{6FC19563-8181-18D4-94D1-A810A225BE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99A7AFD-B74D-2197-FB31-452379260D3C}"/>
                </a:ext>
              </a:extLst>
            </p:cNvPr>
            <p:cNvSpPr txBox="1"/>
            <p:nvPr/>
          </p:nvSpPr>
          <p:spPr>
            <a:xfrm>
              <a:off x="855932" y="1702532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6FFA643-9FD4-13E4-2B18-2AA53BDB9A2D}"/>
              </a:ext>
            </a:extLst>
          </p:cNvPr>
          <p:cNvGrpSpPr/>
          <p:nvPr/>
        </p:nvGrpSpPr>
        <p:grpSpPr>
          <a:xfrm>
            <a:off x="388704" y="1462127"/>
            <a:ext cx="11421790" cy="486991"/>
            <a:chOff x="388704" y="1531855"/>
            <a:chExt cx="11421790" cy="582762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B3D15FD8-3B93-0ED6-479A-D2E93FD9C268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53" name="직선 연결선[R] 5">
              <a:extLst>
                <a:ext uri="{FF2B5EF4-FFF2-40B4-BE49-F238E27FC236}">
                  <a16:creationId xmlns:a16="http://schemas.microsoft.com/office/drawing/2014/main" id="{C62A3725-5DBC-E5EA-9480-207175A8412A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27C00297-3CB4-224C-8B96-C2EF098B2935}"/>
              </a:ext>
            </a:extLst>
          </p:cNvPr>
          <p:cNvGrpSpPr/>
          <p:nvPr/>
        </p:nvGrpSpPr>
        <p:grpSpPr>
          <a:xfrm>
            <a:off x="574038" y="1589639"/>
            <a:ext cx="10769998" cy="237437"/>
            <a:chOff x="574038" y="1636096"/>
            <a:chExt cx="10769998" cy="237437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8E23FF1-B3A3-21BC-CA7F-47BFAF296A76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내용 입력내 용</a:t>
              </a:r>
            </a:p>
          </p:txBody>
        </p:sp>
        <p:pic>
          <p:nvPicPr>
            <p:cNvPr id="56" name="그래픽 55">
              <a:extLst>
                <a:ext uri="{FF2B5EF4-FFF2-40B4-BE49-F238E27FC236}">
                  <a16:creationId xmlns:a16="http://schemas.microsoft.com/office/drawing/2014/main" id="{B1DDC875-04E7-C757-D9EB-A8BE311B249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90F5F44-1382-263C-9E15-F2DC225E712E}"/>
              </a:ext>
            </a:extLst>
          </p:cNvPr>
          <p:cNvGrpSpPr/>
          <p:nvPr/>
        </p:nvGrpSpPr>
        <p:grpSpPr>
          <a:xfrm>
            <a:off x="388704" y="2160465"/>
            <a:ext cx="3651774" cy="3325935"/>
            <a:chOff x="388704" y="2160465"/>
            <a:chExt cx="3651774" cy="3325935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AF3E4780-850F-98D4-72A0-254C5BAF5C50}"/>
                </a:ext>
              </a:extLst>
            </p:cNvPr>
            <p:cNvSpPr/>
            <p:nvPr/>
          </p:nvSpPr>
          <p:spPr>
            <a:xfrm>
              <a:off x="388988" y="2484466"/>
              <a:ext cx="3651490" cy="30019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3" name="양쪽 모서리가 둥근 사각형 44">
              <a:extLst>
                <a:ext uri="{FF2B5EF4-FFF2-40B4-BE49-F238E27FC236}">
                  <a16:creationId xmlns:a16="http://schemas.microsoft.com/office/drawing/2014/main" id="{6B34F408-8471-0688-D63F-FBA38D92C332}"/>
                </a:ext>
              </a:extLst>
            </p:cNvPr>
            <p:cNvSpPr/>
            <p:nvPr/>
          </p:nvSpPr>
          <p:spPr>
            <a:xfrm>
              <a:off x="389831" y="2160465"/>
              <a:ext cx="243288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 내 용 입력 내</a:t>
              </a:r>
            </a:p>
          </p:txBody>
        </p:sp>
        <p:cxnSp>
          <p:nvCxnSpPr>
            <p:cNvPr id="64" name="직선 연결선[R] 45">
              <a:extLst>
                <a:ext uri="{FF2B5EF4-FFF2-40B4-BE49-F238E27FC236}">
                  <a16:creationId xmlns:a16="http://schemas.microsoft.com/office/drawing/2014/main" id="{10D8560C-3D96-0B40-D3AE-729057043058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484465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D17EC9D-DA3C-3F47-0522-72C344CCE193}"/>
              </a:ext>
            </a:extLst>
          </p:cNvPr>
          <p:cNvGrpSpPr/>
          <p:nvPr/>
        </p:nvGrpSpPr>
        <p:grpSpPr>
          <a:xfrm>
            <a:off x="4268985" y="2160465"/>
            <a:ext cx="3651774" cy="3325935"/>
            <a:chOff x="4268985" y="2160465"/>
            <a:chExt cx="3651774" cy="3325935"/>
          </a:xfrm>
        </p:grpSpPr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0E1839F4-2D41-E28D-3A2B-97683CD19DB4}"/>
                </a:ext>
              </a:extLst>
            </p:cNvPr>
            <p:cNvSpPr/>
            <p:nvPr/>
          </p:nvSpPr>
          <p:spPr>
            <a:xfrm>
              <a:off x="4269269" y="2484466"/>
              <a:ext cx="3651490" cy="30019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5" name="양쪽 모서리가 둥근 사각형 48">
              <a:extLst>
                <a:ext uri="{FF2B5EF4-FFF2-40B4-BE49-F238E27FC236}">
                  <a16:creationId xmlns:a16="http://schemas.microsoft.com/office/drawing/2014/main" id="{29C09CDB-6397-1929-F397-4507419E3662}"/>
                </a:ext>
              </a:extLst>
            </p:cNvPr>
            <p:cNvSpPr/>
            <p:nvPr/>
          </p:nvSpPr>
          <p:spPr>
            <a:xfrm>
              <a:off x="4270112" y="2160465"/>
              <a:ext cx="280445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 입 력내 용입 력 내</a:t>
              </a:r>
            </a:p>
          </p:txBody>
        </p:sp>
        <p:cxnSp>
          <p:nvCxnSpPr>
            <p:cNvPr id="66" name="직선 연결선[R] 49">
              <a:extLst>
                <a:ext uri="{FF2B5EF4-FFF2-40B4-BE49-F238E27FC236}">
                  <a16:creationId xmlns:a16="http://schemas.microsoft.com/office/drawing/2014/main" id="{460EF4A9-A8D2-473E-BD2E-08D86636F4C3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484465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C49575E-F155-0630-8ED1-C3FDD94BDF09}"/>
              </a:ext>
            </a:extLst>
          </p:cNvPr>
          <p:cNvGrpSpPr/>
          <p:nvPr/>
        </p:nvGrpSpPr>
        <p:grpSpPr>
          <a:xfrm>
            <a:off x="8150394" y="2160465"/>
            <a:ext cx="3651774" cy="3325935"/>
            <a:chOff x="8150394" y="2160465"/>
            <a:chExt cx="3651774" cy="3325935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1B8C5994-3C86-14F5-5602-5416E9905967}"/>
                </a:ext>
              </a:extLst>
            </p:cNvPr>
            <p:cNvSpPr/>
            <p:nvPr/>
          </p:nvSpPr>
          <p:spPr>
            <a:xfrm>
              <a:off x="8150678" y="2484466"/>
              <a:ext cx="3651490" cy="30019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7" name="양쪽 모서리가 둥근 사각형 52">
              <a:extLst>
                <a:ext uri="{FF2B5EF4-FFF2-40B4-BE49-F238E27FC236}">
                  <a16:creationId xmlns:a16="http://schemas.microsoft.com/office/drawing/2014/main" id="{5037D5AB-4FFF-E837-0C68-0CB53E37F33D}"/>
                </a:ext>
              </a:extLst>
            </p:cNvPr>
            <p:cNvSpPr/>
            <p:nvPr/>
          </p:nvSpPr>
          <p:spPr>
            <a:xfrm>
              <a:off x="8151521" y="2160465"/>
              <a:ext cx="223173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 용입 력</a:t>
              </a:r>
            </a:p>
          </p:txBody>
        </p:sp>
        <p:cxnSp>
          <p:nvCxnSpPr>
            <p:cNvPr id="68" name="직선 연결선[R] 53">
              <a:extLst>
                <a:ext uri="{FF2B5EF4-FFF2-40B4-BE49-F238E27FC236}">
                  <a16:creationId xmlns:a16="http://schemas.microsoft.com/office/drawing/2014/main" id="{4A084109-5B12-3DC0-EB95-9110FF9E8185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484465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90CC563F-91BD-A683-DDA4-9481ACC9EBE6}"/>
              </a:ext>
            </a:extLst>
          </p:cNvPr>
          <p:cNvSpPr txBox="1"/>
          <p:nvPr/>
        </p:nvSpPr>
        <p:spPr>
          <a:xfrm>
            <a:off x="528135" y="4771786"/>
            <a:ext cx="3396598" cy="5959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42875" indent="-142875">
              <a:lnSpc>
                <a:spcPct val="110000"/>
              </a:lnSpc>
              <a:buFont typeface="Arial" panose="020B0604020202020204" pitchFamily="34" charset="0"/>
              <a:buChar char="•"/>
              <a:defRPr kumimoji="1" sz="1200" spc="-4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내용 입력 내 </a:t>
            </a:r>
            <a:r>
              <a:rPr lang="ko-KR" altLang="en-US" dirty="0" err="1"/>
              <a:t>내용</a:t>
            </a:r>
            <a:r>
              <a:rPr lang="ko-KR" altLang="en-US" dirty="0"/>
              <a:t> </a:t>
            </a:r>
            <a:r>
              <a:rPr lang="ko-KR" altLang="en-US" dirty="0" err="1"/>
              <a:t>내용</a:t>
            </a:r>
            <a:r>
              <a:rPr lang="ko-KR" altLang="en-US" dirty="0"/>
              <a:t> 내용</a:t>
            </a:r>
          </a:p>
          <a:p>
            <a:r>
              <a:rPr lang="ko-KR" altLang="en-US" dirty="0"/>
              <a:t>내용입 력내 용 입력 내 용</a:t>
            </a:r>
          </a:p>
          <a:p>
            <a:r>
              <a:rPr lang="ko-KR" altLang="en-US" dirty="0"/>
              <a:t>내용 입 력내  용입력 내 용입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6641E02-99A0-E29A-DFE1-8763C5B5C66C}"/>
              </a:ext>
            </a:extLst>
          </p:cNvPr>
          <p:cNvSpPr txBox="1"/>
          <p:nvPr/>
        </p:nvSpPr>
        <p:spPr>
          <a:xfrm>
            <a:off x="4426087" y="4771786"/>
            <a:ext cx="3230079" cy="5959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 력내 용 입력 내</a:t>
            </a:r>
          </a:p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 용 입 력 </a:t>
            </a:r>
          </a:p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 입력 내 용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9EEFC6F-CB11-0F91-524C-0A74A411F0A5}"/>
              </a:ext>
            </a:extLst>
          </p:cNvPr>
          <p:cNvSpPr txBox="1"/>
          <p:nvPr/>
        </p:nvSpPr>
        <p:spPr>
          <a:xfrm>
            <a:off x="8316298" y="4771786"/>
            <a:ext cx="3230079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용입력 내 용입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 입력내 용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 입 력내용 입</a:t>
            </a:r>
          </a:p>
        </p:txBody>
      </p:sp>
      <p:cxnSp>
        <p:nvCxnSpPr>
          <p:cNvPr id="72" name="직선 연결선[R] 56">
            <a:extLst>
              <a:ext uri="{FF2B5EF4-FFF2-40B4-BE49-F238E27FC236}">
                <a16:creationId xmlns:a16="http://schemas.microsoft.com/office/drawing/2014/main" id="{D38291E4-0C0F-5B11-6C5A-8AA2009C26EA}"/>
              </a:ext>
            </a:extLst>
          </p:cNvPr>
          <p:cNvCxnSpPr>
            <a:cxnSpLocks/>
          </p:cNvCxnSpPr>
          <p:nvPr/>
        </p:nvCxnSpPr>
        <p:spPr>
          <a:xfrm>
            <a:off x="504733" y="4700243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[R] 58">
            <a:extLst>
              <a:ext uri="{FF2B5EF4-FFF2-40B4-BE49-F238E27FC236}">
                <a16:creationId xmlns:a16="http://schemas.microsoft.com/office/drawing/2014/main" id="{A7379F36-8C4F-F209-21C3-623F0015F459}"/>
              </a:ext>
            </a:extLst>
          </p:cNvPr>
          <p:cNvCxnSpPr>
            <a:cxnSpLocks/>
          </p:cNvCxnSpPr>
          <p:nvPr/>
        </p:nvCxnSpPr>
        <p:spPr>
          <a:xfrm>
            <a:off x="4385014" y="4700243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[R] 60">
            <a:extLst>
              <a:ext uri="{FF2B5EF4-FFF2-40B4-BE49-F238E27FC236}">
                <a16:creationId xmlns:a16="http://schemas.microsoft.com/office/drawing/2014/main" id="{F5A7FB97-A10D-2553-1D77-CADF70AC1DAF}"/>
              </a:ext>
            </a:extLst>
          </p:cNvPr>
          <p:cNvCxnSpPr>
            <a:cxnSpLocks/>
          </p:cNvCxnSpPr>
          <p:nvPr/>
        </p:nvCxnSpPr>
        <p:spPr>
          <a:xfrm>
            <a:off x="8266423" y="4700243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DF970EB4-7925-922E-4C5D-5CD6B95B2961}"/>
              </a:ext>
            </a:extLst>
          </p:cNvPr>
          <p:cNvGrpSpPr/>
          <p:nvPr/>
        </p:nvGrpSpPr>
        <p:grpSpPr>
          <a:xfrm>
            <a:off x="622558" y="2491639"/>
            <a:ext cx="3192567" cy="2113152"/>
            <a:chOff x="631354" y="2670446"/>
            <a:chExt cx="2709640" cy="1814002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6B793F73-CB70-4D0C-0E5B-660DD4B5613E}"/>
                </a:ext>
              </a:extLst>
            </p:cNvPr>
            <p:cNvGrpSpPr/>
            <p:nvPr/>
          </p:nvGrpSpPr>
          <p:grpSpPr>
            <a:xfrm>
              <a:off x="631354" y="3761000"/>
              <a:ext cx="2709640" cy="723448"/>
              <a:chOff x="1011329" y="3669458"/>
              <a:chExt cx="2709640" cy="723448"/>
            </a:xfrm>
          </p:grpSpPr>
          <p:pic>
            <p:nvPicPr>
              <p:cNvPr id="41" name="Picture 1">
                <a:extLst>
                  <a:ext uri="{FF2B5EF4-FFF2-40B4-BE49-F238E27FC236}">
                    <a16:creationId xmlns:a16="http://schemas.microsoft.com/office/drawing/2014/main" id="{4DE87D70-E381-BE09-77CE-A9B94364535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011329" y="3743325"/>
                <a:ext cx="620187" cy="6466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  <p:pic>
            <p:nvPicPr>
              <p:cNvPr id="42" name="Picture 5">
                <a:extLst>
                  <a:ext uri="{FF2B5EF4-FFF2-40B4-BE49-F238E27FC236}">
                    <a16:creationId xmlns:a16="http://schemas.microsoft.com/office/drawing/2014/main" id="{0411922C-03CB-BA71-2477-A99A01F489C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641173" y="3669458"/>
                <a:ext cx="2079796" cy="72344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</p:grpSp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5EDF3AC9-45B0-579D-BAD8-3ABB424AF0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354" y="2670446"/>
              <a:ext cx="2709640" cy="1117092"/>
            </a:xfrm>
            <a:prstGeom prst="rect">
              <a:avLst/>
            </a:prstGeom>
          </p:spPr>
        </p:pic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E9F6BEA0-329D-43A4-95FE-84731D940AA3}"/>
              </a:ext>
            </a:extLst>
          </p:cNvPr>
          <p:cNvGrpSpPr/>
          <p:nvPr/>
        </p:nvGrpSpPr>
        <p:grpSpPr>
          <a:xfrm>
            <a:off x="8363483" y="2561189"/>
            <a:ext cx="3275700" cy="2048389"/>
            <a:chOff x="8366094" y="2749118"/>
            <a:chExt cx="3147438" cy="1937096"/>
          </a:xfrm>
        </p:grpSpPr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500E2CED-5323-5F07-A5AE-40A7D6F792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781"/>
            <a:stretch>
              <a:fillRect/>
            </a:stretch>
          </p:blipFill>
          <p:spPr>
            <a:xfrm>
              <a:off x="8380531" y="2749118"/>
              <a:ext cx="3128779" cy="1126913"/>
            </a:xfrm>
            <a:prstGeom prst="rect">
              <a:avLst/>
            </a:prstGeom>
          </p:spPr>
        </p:pic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7384757E-5613-C41C-5739-4AD0CFE30F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366094" y="3876031"/>
              <a:ext cx="3147438" cy="810183"/>
            </a:xfrm>
            <a:prstGeom prst="rect">
              <a:avLst/>
            </a:prstGeom>
          </p:spPr>
        </p:pic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77DF29C6-49EC-D976-963B-EFD1513945BE}"/>
              </a:ext>
            </a:extLst>
          </p:cNvPr>
          <p:cNvGrpSpPr/>
          <p:nvPr/>
        </p:nvGrpSpPr>
        <p:grpSpPr>
          <a:xfrm>
            <a:off x="4454185" y="2608162"/>
            <a:ext cx="3281373" cy="1997402"/>
            <a:chOff x="4497290" y="2535845"/>
            <a:chExt cx="3096302" cy="1782656"/>
          </a:xfrm>
        </p:grpSpPr>
        <p:pic>
          <p:nvPicPr>
            <p:cNvPr id="79" name="그림 78">
              <a:extLst>
                <a:ext uri="{FF2B5EF4-FFF2-40B4-BE49-F238E27FC236}">
                  <a16:creationId xmlns:a16="http://schemas.microsoft.com/office/drawing/2014/main" id="{DC11DDDF-6D55-03BF-3520-53E7D5E43BA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97290" y="3497502"/>
              <a:ext cx="3096302" cy="820999"/>
            </a:xfrm>
            <a:prstGeom prst="rect">
              <a:avLst/>
            </a:prstGeom>
          </p:spPr>
        </p:pic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E59595FF-A625-5DC1-A4C9-7F38C8476C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97290" y="2535845"/>
              <a:ext cx="3096302" cy="955614"/>
            </a:xfrm>
            <a:prstGeom prst="rect">
              <a:avLst/>
            </a:prstGeom>
          </p:spPr>
        </p:pic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61B09E9-10AA-1D52-A27E-BFD8AB72F2A5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8C55D253-576C-F6E2-376B-51EBE486650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5B1CC253-567F-3B01-361C-198E0E6892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9898906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8E30E994-EC09-A5A2-5481-274E3D10F9CB}"/>
              </a:ext>
            </a:extLst>
          </p:cNvPr>
          <p:cNvGrpSpPr/>
          <p:nvPr/>
        </p:nvGrpSpPr>
        <p:grpSpPr>
          <a:xfrm>
            <a:off x="8150394" y="2709802"/>
            <a:ext cx="3651774" cy="2798535"/>
            <a:chOff x="8150394" y="2709802"/>
            <a:chExt cx="3651774" cy="2798535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07AF992D-34F1-8965-7274-33AA513A033A}"/>
                </a:ext>
              </a:extLst>
            </p:cNvPr>
            <p:cNvSpPr/>
            <p:nvPr/>
          </p:nvSpPr>
          <p:spPr>
            <a:xfrm>
              <a:off x="8150678" y="3033803"/>
              <a:ext cx="3651490" cy="24745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5" name="양쪽 모서리가 둥근 사각형 52">
              <a:extLst>
                <a:ext uri="{FF2B5EF4-FFF2-40B4-BE49-F238E27FC236}">
                  <a16:creationId xmlns:a16="http://schemas.microsoft.com/office/drawing/2014/main" id="{5307ABDE-BFA8-B95E-06FC-FED3EA179E50}"/>
                </a:ext>
              </a:extLst>
            </p:cNvPr>
            <p:cNvSpPr/>
            <p:nvPr/>
          </p:nvSpPr>
          <p:spPr>
            <a:xfrm>
              <a:off x="8151520" y="2709802"/>
              <a:ext cx="2875271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</a:t>
              </a:r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내용 입 력내 용</a:t>
              </a:r>
            </a:p>
          </p:txBody>
        </p:sp>
        <p:cxnSp>
          <p:nvCxnSpPr>
            <p:cNvPr id="86" name="직선 연결선[R] 53">
              <a:extLst>
                <a:ext uri="{FF2B5EF4-FFF2-40B4-BE49-F238E27FC236}">
                  <a16:creationId xmlns:a16="http://schemas.microsoft.com/office/drawing/2014/main" id="{BE754D0E-EFD7-AD39-C846-DDC29D28914F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3033802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04A4BDB5-A4D0-D994-B0D6-E1F0D4C12C4A}"/>
              </a:ext>
            </a:extLst>
          </p:cNvPr>
          <p:cNvGrpSpPr/>
          <p:nvPr/>
        </p:nvGrpSpPr>
        <p:grpSpPr>
          <a:xfrm>
            <a:off x="4268985" y="2709802"/>
            <a:ext cx="3651774" cy="2798535"/>
            <a:chOff x="4268985" y="2709802"/>
            <a:chExt cx="3651774" cy="2798535"/>
          </a:xfrm>
        </p:grpSpPr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5D38C6F0-B9B6-1D8B-F2E5-F695002F6DA0}"/>
                </a:ext>
              </a:extLst>
            </p:cNvPr>
            <p:cNvSpPr/>
            <p:nvPr/>
          </p:nvSpPr>
          <p:spPr>
            <a:xfrm>
              <a:off x="4269269" y="3033803"/>
              <a:ext cx="3651490" cy="24745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3" name="양쪽 모서리가 둥근 사각형 48">
              <a:extLst>
                <a:ext uri="{FF2B5EF4-FFF2-40B4-BE49-F238E27FC236}">
                  <a16:creationId xmlns:a16="http://schemas.microsoft.com/office/drawing/2014/main" id="{91BE3965-F010-3AC4-FC31-F4D842699DDD}"/>
                </a:ext>
              </a:extLst>
            </p:cNvPr>
            <p:cNvSpPr/>
            <p:nvPr/>
          </p:nvSpPr>
          <p:spPr>
            <a:xfrm>
              <a:off x="4270111" y="2709802"/>
              <a:ext cx="2875271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력내  용입력 내 용입</a:t>
              </a:r>
            </a:p>
          </p:txBody>
        </p:sp>
        <p:cxnSp>
          <p:nvCxnSpPr>
            <p:cNvPr id="84" name="직선 연결선[R] 49">
              <a:extLst>
                <a:ext uri="{FF2B5EF4-FFF2-40B4-BE49-F238E27FC236}">
                  <a16:creationId xmlns:a16="http://schemas.microsoft.com/office/drawing/2014/main" id="{E4130B0B-8288-D305-5849-5AECF54A999A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3033802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6816E54C-DC66-B568-B40A-BDA79E9556BF}"/>
              </a:ext>
            </a:extLst>
          </p:cNvPr>
          <p:cNvSpPr/>
          <p:nvPr/>
        </p:nvSpPr>
        <p:spPr>
          <a:xfrm>
            <a:off x="388988" y="3033803"/>
            <a:ext cx="3651490" cy="247453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F4DA72-6BE0-06FF-F115-B7AE7B458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내용입 력 내 용 입력 내 용입력 내용 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C62E9C-03F4-597A-22F5-DFC9E7FDBFA1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력내 용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4031AA4-49B9-F82C-2BCE-40CFD993F0C9}"/>
              </a:ext>
            </a:extLst>
          </p:cNvPr>
          <p:cNvGrpSpPr/>
          <p:nvPr/>
        </p:nvGrpSpPr>
        <p:grpSpPr>
          <a:xfrm>
            <a:off x="388704" y="1467282"/>
            <a:ext cx="11421790" cy="1123518"/>
            <a:chOff x="388704" y="1531855"/>
            <a:chExt cx="11421790" cy="58276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DBB1553-6FC1-9192-99D7-2CA02888ADE6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5">
              <a:extLst>
                <a:ext uri="{FF2B5EF4-FFF2-40B4-BE49-F238E27FC236}">
                  <a16:creationId xmlns:a16="http://schemas.microsoft.com/office/drawing/2014/main" id="{9B9DBF13-2C4C-AD3B-F7FA-CA7474E247B0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E19C318-E33A-0912-4B96-05040B0210FE}"/>
              </a:ext>
            </a:extLst>
          </p:cNvPr>
          <p:cNvGrpSpPr/>
          <p:nvPr/>
        </p:nvGrpSpPr>
        <p:grpSpPr>
          <a:xfrm>
            <a:off x="574038" y="1594794"/>
            <a:ext cx="10769998" cy="237437"/>
            <a:chOff x="574038" y="1636096"/>
            <a:chExt cx="10769998" cy="23743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63FC9B5-4EA2-A3B6-32AF-E0D845152412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입 력 </a:t>
              </a:r>
              <a:r>
                <a:rPr kumimoji="1" lang="ko-KR" altLang="en-US" sz="1400" b="1" spc="-40" dirty="0" err="1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 력내 용</a:t>
              </a: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29FB2C45-BEBB-DA53-3847-659657FBDDC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E3ED44C-848C-69F8-6457-CFB2337105D6}"/>
              </a:ext>
            </a:extLst>
          </p:cNvPr>
          <p:cNvGrpSpPr/>
          <p:nvPr/>
        </p:nvGrpSpPr>
        <p:grpSpPr>
          <a:xfrm>
            <a:off x="574038" y="1899594"/>
            <a:ext cx="10769998" cy="237437"/>
            <a:chOff x="574038" y="1636096"/>
            <a:chExt cx="10769998" cy="23743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3E06F4C-03EB-987F-1DE0-0766808F7687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 용 입 력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 용입력 내 용입</a:t>
              </a: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51A35182-FA44-D687-4FB7-1A307FE2AF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3667A27-8FBE-4192-4C4E-FB56679B5AEE}"/>
              </a:ext>
            </a:extLst>
          </p:cNvPr>
          <p:cNvGrpSpPr/>
          <p:nvPr/>
        </p:nvGrpSpPr>
        <p:grpSpPr>
          <a:xfrm>
            <a:off x="574038" y="2204394"/>
            <a:ext cx="10769998" cy="237437"/>
            <a:chOff x="574038" y="1636096"/>
            <a:chExt cx="10769998" cy="237437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98BA3FF-723D-5CE8-C4A4-8D919EAE0503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내용 입 력내 용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</a:t>
              </a:r>
              <a:r>
                <a:rPr kumimoji="1" lang="ko-KR" altLang="en-US" sz="1400" b="1" spc="-40" dirty="0" err="1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 력내 용 입</a:t>
              </a:r>
            </a:p>
          </p:txBody>
        </p:sp>
        <p:pic>
          <p:nvPicPr>
            <p:cNvPr id="21" name="그래픽 20">
              <a:extLst>
                <a:ext uri="{FF2B5EF4-FFF2-40B4-BE49-F238E27FC236}">
                  <a16:creationId xmlns:a16="http://schemas.microsoft.com/office/drawing/2014/main" id="{6573F121-6FB9-F05F-D2D9-2C0804F687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F927439-1DED-6242-F152-1D1CCD064413}"/>
              </a:ext>
            </a:extLst>
          </p:cNvPr>
          <p:cNvGrpSpPr/>
          <p:nvPr/>
        </p:nvGrpSpPr>
        <p:grpSpPr>
          <a:xfrm>
            <a:off x="388704" y="5644464"/>
            <a:ext cx="11421790" cy="822906"/>
            <a:chOff x="388704" y="5764250"/>
            <a:chExt cx="11421790" cy="582762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AA32B33C-9F80-13E0-A0A7-CAA9E6A65540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48" name="직선 연결선[R] 46">
              <a:extLst>
                <a:ext uri="{FF2B5EF4-FFF2-40B4-BE49-F238E27FC236}">
                  <a16:creationId xmlns:a16="http://schemas.microsoft.com/office/drawing/2014/main" id="{52AD61C6-070A-7C7B-AF7C-2FE8FE1AC198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92120362-86FB-2483-1AB4-BE1E53EB5154}"/>
              </a:ext>
            </a:extLst>
          </p:cNvPr>
          <p:cNvGrpSpPr/>
          <p:nvPr/>
        </p:nvGrpSpPr>
        <p:grpSpPr>
          <a:xfrm>
            <a:off x="574038" y="5784636"/>
            <a:ext cx="5165338" cy="221279"/>
            <a:chOff x="574038" y="1702532"/>
            <a:chExt cx="5165338" cy="221279"/>
          </a:xfrm>
        </p:grpSpPr>
        <p:pic>
          <p:nvPicPr>
            <p:cNvPr id="50" name="그래픽 49">
              <a:extLst>
                <a:ext uri="{FF2B5EF4-FFF2-40B4-BE49-F238E27FC236}">
                  <a16:creationId xmlns:a16="http://schemas.microsoft.com/office/drawing/2014/main" id="{09E17564-FA0D-7CB3-1D2B-91375BDCD6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FBB87AA-8F18-446E-11C6-3714F9A47776}"/>
                </a:ext>
              </a:extLst>
            </p:cNvPr>
            <p:cNvSpPr txBox="1"/>
            <p:nvPr/>
          </p:nvSpPr>
          <p:spPr>
            <a:xfrm>
              <a:off x="855932" y="1702532"/>
              <a:ext cx="488344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 력내 용 입</a:t>
              </a: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94E2ED63-CA9A-275E-20C0-F570CA801B00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02532"/>
            <a:chExt cx="10769998" cy="221279"/>
          </a:xfrm>
        </p:grpSpPr>
        <p:pic>
          <p:nvPicPr>
            <p:cNvPr id="53" name="그래픽 52">
              <a:extLst>
                <a:ext uri="{FF2B5EF4-FFF2-40B4-BE49-F238E27FC236}">
                  <a16:creationId xmlns:a16="http://schemas.microsoft.com/office/drawing/2014/main" id="{EE8E7317-4CE6-B278-9000-D2CD527C952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05572A8-D534-B001-F071-D0EB4531E356}"/>
                </a:ext>
              </a:extLst>
            </p:cNvPr>
            <p:cNvSpPr txBox="1"/>
            <p:nvPr/>
          </p:nvSpPr>
          <p:spPr>
            <a:xfrm>
              <a:off x="855932" y="1702532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 용입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 력내용</a:t>
              </a: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183CFE52-EC12-EFF5-93F8-AC362D16AEDA}"/>
              </a:ext>
            </a:extLst>
          </p:cNvPr>
          <p:cNvGrpSpPr/>
          <p:nvPr/>
        </p:nvGrpSpPr>
        <p:grpSpPr>
          <a:xfrm>
            <a:off x="4967701" y="5784636"/>
            <a:ext cx="5165338" cy="218778"/>
            <a:chOff x="574038" y="1702532"/>
            <a:chExt cx="5165338" cy="218778"/>
          </a:xfrm>
        </p:grpSpPr>
        <p:pic>
          <p:nvPicPr>
            <p:cNvPr id="56" name="그래픽 55">
              <a:extLst>
                <a:ext uri="{FF2B5EF4-FFF2-40B4-BE49-F238E27FC236}">
                  <a16:creationId xmlns:a16="http://schemas.microsoft.com/office/drawing/2014/main" id="{01CE0B67-5ACA-4EC7-094B-F9FFB39545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9F8718D-5797-7C2D-9C72-61148F804170}"/>
                </a:ext>
              </a:extLst>
            </p:cNvPr>
            <p:cNvSpPr txBox="1"/>
            <p:nvPr/>
          </p:nvSpPr>
          <p:spPr>
            <a:xfrm>
              <a:off x="855932" y="1702532"/>
              <a:ext cx="4883444" cy="21877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+mn-ea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400" b="1" spc="-40" dirty="0" err="1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 력내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endParaRPr kumimoji="1" lang="ko-KR" altLang="en-US" sz="1400" b="1" spc="-40" dirty="0">
                <a:solidFill>
                  <a:srgbClr val="00999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pic>
        <p:nvPicPr>
          <p:cNvPr id="71" name="_x528709576">
            <a:extLst>
              <a:ext uri="{FF2B5EF4-FFF2-40B4-BE49-F238E27FC236}">
                <a16:creationId xmlns:a16="http://schemas.microsoft.com/office/drawing/2014/main" id="{B660945B-422C-DA5A-FCF4-1C30E11D79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2" r="9662" b="1057"/>
          <a:stretch>
            <a:fillRect/>
          </a:stretch>
        </p:blipFill>
        <p:spPr bwMode="auto">
          <a:xfrm>
            <a:off x="4362994" y="3121237"/>
            <a:ext cx="3481595" cy="2310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1">
            <a:extLst>
              <a:ext uri="{FF2B5EF4-FFF2-40B4-BE49-F238E27FC236}">
                <a16:creationId xmlns:a16="http://schemas.microsoft.com/office/drawing/2014/main" id="{4F1649C6-214B-BF1D-FE8A-179520BD230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20203" y="3121237"/>
            <a:ext cx="1293591" cy="676271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6B14F9AC-8B1A-2A8F-B4F0-3FA04CC5F73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20203" y="4056909"/>
            <a:ext cx="1293591" cy="1108124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74" name="Picture 1">
            <a:extLst>
              <a:ext uri="{FF2B5EF4-FFF2-40B4-BE49-F238E27FC236}">
                <a16:creationId xmlns:a16="http://schemas.microsoft.com/office/drawing/2014/main" id="{AE203C21-4D35-5A9B-B0DF-25831B4B7263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96781" y="3121237"/>
            <a:ext cx="2135778" cy="2125814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75" name="모서리가 둥근 직사각형 67">
            <a:extLst>
              <a:ext uri="{FF2B5EF4-FFF2-40B4-BE49-F238E27FC236}">
                <a16:creationId xmlns:a16="http://schemas.microsoft.com/office/drawing/2014/main" id="{C8EC0FCF-4660-8DD5-6F73-7C8B17D55279}"/>
              </a:ext>
            </a:extLst>
          </p:cNvPr>
          <p:cNvSpPr/>
          <p:nvPr/>
        </p:nvSpPr>
        <p:spPr>
          <a:xfrm>
            <a:off x="8220203" y="3771681"/>
            <a:ext cx="1293591" cy="27805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 력내</a:t>
            </a:r>
          </a:p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 력내 용</a:t>
            </a:r>
          </a:p>
        </p:txBody>
      </p:sp>
      <p:sp>
        <p:nvSpPr>
          <p:cNvPr id="76" name="모서리가 둥근 직사각형 68">
            <a:extLst>
              <a:ext uri="{FF2B5EF4-FFF2-40B4-BE49-F238E27FC236}">
                <a16:creationId xmlns:a16="http://schemas.microsoft.com/office/drawing/2014/main" id="{B868FB1A-5B0E-67FC-3690-33CFFD3E0C5D}"/>
              </a:ext>
            </a:extLst>
          </p:cNvPr>
          <p:cNvSpPr/>
          <p:nvPr/>
        </p:nvSpPr>
        <p:spPr>
          <a:xfrm>
            <a:off x="8220203" y="5154016"/>
            <a:ext cx="1293591" cy="27805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 dirty="0" err="1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</a:t>
            </a:r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내용 입</a:t>
            </a:r>
            <a:b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</a:br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 력내</a:t>
            </a:r>
          </a:p>
        </p:txBody>
      </p:sp>
      <p:sp>
        <p:nvSpPr>
          <p:cNvPr id="77" name="모서리가 둥근 직사각형 69">
            <a:extLst>
              <a:ext uri="{FF2B5EF4-FFF2-40B4-BE49-F238E27FC236}">
                <a16:creationId xmlns:a16="http://schemas.microsoft.com/office/drawing/2014/main" id="{3941CF71-30E8-904F-E162-57AF5F4E9CD3}"/>
              </a:ext>
            </a:extLst>
          </p:cNvPr>
          <p:cNvSpPr/>
          <p:nvPr/>
        </p:nvSpPr>
        <p:spPr>
          <a:xfrm>
            <a:off x="9600131" y="5249552"/>
            <a:ext cx="2132427" cy="18251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274893">
                <a:alpha val="60000"/>
              </a:srgbClr>
            </a:solidFill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9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 입 력내 용 입력 내 용입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353CA70-D7B5-7DE8-9FC5-81CE83400802}"/>
              </a:ext>
            </a:extLst>
          </p:cNvPr>
          <p:cNvGrpSpPr/>
          <p:nvPr/>
        </p:nvGrpSpPr>
        <p:grpSpPr>
          <a:xfrm>
            <a:off x="388704" y="2709802"/>
            <a:ext cx="3651774" cy="2722269"/>
            <a:chOff x="388704" y="2709802"/>
            <a:chExt cx="3651774" cy="2722269"/>
          </a:xfrm>
        </p:grpSpPr>
        <p:pic>
          <p:nvPicPr>
            <p:cNvPr id="70" name="그림 69">
              <a:extLst>
                <a:ext uri="{FF2B5EF4-FFF2-40B4-BE49-F238E27FC236}">
                  <a16:creationId xmlns:a16="http://schemas.microsoft.com/office/drawing/2014/main" id="{621D1221-7128-4BAF-1A0C-43AFF420024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47088" y="3121101"/>
              <a:ext cx="3531353" cy="2310970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81" name="양쪽 모서리가 둥근 사각형 44">
              <a:extLst>
                <a:ext uri="{FF2B5EF4-FFF2-40B4-BE49-F238E27FC236}">
                  <a16:creationId xmlns:a16="http://schemas.microsoft.com/office/drawing/2014/main" id="{88ED79F6-F47D-F370-A96B-590D603A6608}"/>
                </a:ext>
              </a:extLst>
            </p:cNvPr>
            <p:cNvSpPr/>
            <p:nvPr/>
          </p:nvSpPr>
          <p:spPr>
            <a:xfrm>
              <a:off x="389830" y="2709802"/>
              <a:ext cx="3163267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 용 입 력 내용입 력</a:t>
              </a:r>
            </a:p>
          </p:txBody>
        </p:sp>
        <p:cxnSp>
          <p:nvCxnSpPr>
            <p:cNvPr id="82" name="직선 연결선[R] 45">
              <a:extLst>
                <a:ext uri="{FF2B5EF4-FFF2-40B4-BE49-F238E27FC236}">
                  <a16:creationId xmlns:a16="http://schemas.microsoft.com/office/drawing/2014/main" id="{88DEEC87-5BFC-8C32-6505-4A2FDBC8929A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3033802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A39B9BA5-68BA-405F-5E1D-178AF95C1ACF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4C3A1CF8-C295-F22A-7280-38331A53396E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24" name="그래픽 23">
              <a:extLst>
                <a:ext uri="{FF2B5EF4-FFF2-40B4-BE49-F238E27FC236}">
                  <a16:creationId xmlns:a16="http://schemas.microsoft.com/office/drawing/2014/main" id="{731F7073-C487-F6D1-1064-C47B8E6829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133624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598BD8-6FFD-288D-1ED3-C7A00386E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입력 내 용입 력내 용입력내용 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1542E4-0D36-BD3A-02B1-A4DF7A756651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력내 용 입력내 </a:t>
            </a:r>
            <a:r>
              <a:rPr kumimoji="1" lang="ko-KR" altLang="en-US" b="1" spc="-40" dirty="0" err="1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내용입</a:t>
            </a:r>
            <a:r>
              <a:rPr kumimoji="1" lang="en-US" altLang="ko-KR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rgbClr val="129AEF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내 용 입 력내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3CE2B1A-38E0-502A-AC97-6A004C2820E5}"/>
              </a:ext>
            </a:extLst>
          </p:cNvPr>
          <p:cNvGrpSpPr/>
          <p:nvPr/>
        </p:nvGrpSpPr>
        <p:grpSpPr>
          <a:xfrm>
            <a:off x="388704" y="1401967"/>
            <a:ext cx="11421790" cy="792804"/>
            <a:chOff x="388704" y="1531855"/>
            <a:chExt cx="11421790" cy="58276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67ADBEB-33D4-82F3-5B61-DD619AA657C2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5">
              <a:extLst>
                <a:ext uri="{FF2B5EF4-FFF2-40B4-BE49-F238E27FC236}">
                  <a16:creationId xmlns:a16="http://schemas.microsoft.com/office/drawing/2014/main" id="{0A315438-787B-1901-7E80-C7D96AAC8612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6DAF59C-D1EF-119F-38FB-7A79AF7B29AB}"/>
              </a:ext>
            </a:extLst>
          </p:cNvPr>
          <p:cNvGrpSpPr/>
          <p:nvPr/>
        </p:nvGrpSpPr>
        <p:grpSpPr>
          <a:xfrm>
            <a:off x="574038" y="1529479"/>
            <a:ext cx="10769998" cy="237437"/>
            <a:chOff x="574038" y="1636096"/>
            <a:chExt cx="10769998" cy="23743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F30A212-8421-A32E-B1EF-7563662BB9DB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b="1" spc="-40" dirty="0" err="1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내용입력내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 내 용입 력 내용입 력 내용 입 력 내 용 입력 내</a:t>
              </a: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950C42C8-536C-A9D3-52A7-02CC4149C0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B7E922B-B7A4-A76B-EFCB-F26212DBE0B0}"/>
              </a:ext>
            </a:extLst>
          </p:cNvPr>
          <p:cNvGrpSpPr/>
          <p:nvPr/>
        </p:nvGrpSpPr>
        <p:grpSpPr>
          <a:xfrm>
            <a:off x="574038" y="1834279"/>
            <a:ext cx="10769998" cy="237437"/>
            <a:chOff x="574038" y="1636096"/>
            <a:chExt cx="10769998" cy="23743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D12CEA6-FFC9-C229-1E49-D568E9736CEF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입력 내용 입력 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783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37내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D2A50A5C-3AE8-CD9A-C21A-2A9B4418F4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D80F909-1B2A-0312-E712-89C47DEE8AA7}"/>
              </a:ext>
            </a:extLst>
          </p:cNvPr>
          <p:cNvGrpSpPr/>
          <p:nvPr/>
        </p:nvGrpSpPr>
        <p:grpSpPr>
          <a:xfrm>
            <a:off x="388704" y="5840967"/>
            <a:ext cx="11421790" cy="626403"/>
            <a:chOff x="388704" y="5764250"/>
            <a:chExt cx="11421790" cy="582762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FD005033-7F3B-801A-7DF9-604B22041320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2" name="직선 연결선[R] 29">
              <a:extLst>
                <a:ext uri="{FF2B5EF4-FFF2-40B4-BE49-F238E27FC236}">
                  <a16:creationId xmlns:a16="http://schemas.microsoft.com/office/drawing/2014/main" id="{904850E7-4739-C7FC-7EBC-FBBF934BF8F8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7A8CD2C1-A6E4-3D16-BEB7-9B289BEF32F0}"/>
              </a:ext>
            </a:extLst>
          </p:cNvPr>
          <p:cNvGrpSpPr/>
          <p:nvPr/>
        </p:nvGrpSpPr>
        <p:grpSpPr>
          <a:xfrm>
            <a:off x="574038" y="6035514"/>
            <a:ext cx="4103517" cy="221279"/>
            <a:chOff x="574038" y="1710483"/>
            <a:chExt cx="4103517" cy="221279"/>
          </a:xfrm>
        </p:grpSpPr>
        <p:pic>
          <p:nvPicPr>
            <p:cNvPr id="24" name="그래픽 23">
              <a:extLst>
                <a:ext uri="{FF2B5EF4-FFF2-40B4-BE49-F238E27FC236}">
                  <a16:creationId xmlns:a16="http://schemas.microsoft.com/office/drawing/2014/main" id="{61923D0E-A793-E54A-C780-9F06B298D50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F8BC287-9423-6AC6-5679-9277078D276D}"/>
                </a:ext>
              </a:extLst>
            </p:cNvPr>
            <p:cNvSpPr txBox="1"/>
            <p:nvPr/>
          </p:nvSpPr>
          <p:spPr>
            <a:xfrm>
              <a:off x="855932" y="1710483"/>
              <a:ext cx="3821623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내용입력내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6241395-64D5-6510-E449-092F2A380DDE}"/>
              </a:ext>
            </a:extLst>
          </p:cNvPr>
          <p:cNvGrpSpPr/>
          <p:nvPr/>
        </p:nvGrpSpPr>
        <p:grpSpPr>
          <a:xfrm>
            <a:off x="4961598" y="6035514"/>
            <a:ext cx="2280867" cy="221279"/>
            <a:chOff x="574038" y="1710483"/>
            <a:chExt cx="2280867" cy="221279"/>
          </a:xfrm>
        </p:grpSpPr>
        <p:pic>
          <p:nvPicPr>
            <p:cNvPr id="27" name="그래픽 26">
              <a:extLst>
                <a:ext uri="{FF2B5EF4-FFF2-40B4-BE49-F238E27FC236}">
                  <a16:creationId xmlns:a16="http://schemas.microsoft.com/office/drawing/2014/main" id="{4A841514-BE11-1DD3-F8C9-2E6FEFB9D9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35E227A-4EAF-C530-2813-B2F33B12F52E}"/>
                </a:ext>
              </a:extLst>
            </p:cNvPr>
            <p:cNvSpPr txBox="1"/>
            <p:nvPr/>
          </p:nvSpPr>
          <p:spPr>
            <a:xfrm>
              <a:off x="855933" y="1710483"/>
              <a:ext cx="1998972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 력 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67AC5FCE-A551-2B93-7EAF-3FAC60909FFF}"/>
              </a:ext>
            </a:extLst>
          </p:cNvPr>
          <p:cNvGrpSpPr/>
          <p:nvPr/>
        </p:nvGrpSpPr>
        <p:grpSpPr>
          <a:xfrm>
            <a:off x="7913346" y="6035514"/>
            <a:ext cx="3637059" cy="221279"/>
            <a:chOff x="574038" y="1710483"/>
            <a:chExt cx="3637059" cy="221279"/>
          </a:xfrm>
        </p:grpSpPr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7E988E9B-720F-08E5-0B84-6E5C01548B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803DE73-BB5D-B187-C65E-8E9A5DAC81FF}"/>
                </a:ext>
              </a:extLst>
            </p:cNvPr>
            <p:cNvSpPr txBox="1"/>
            <p:nvPr/>
          </p:nvSpPr>
          <p:spPr>
            <a:xfrm>
              <a:off x="855932" y="1710483"/>
              <a:ext cx="335516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</a:t>
              </a:r>
            </a:p>
          </p:txBody>
        </p:sp>
      </p:grpSp>
      <p:pic>
        <p:nvPicPr>
          <p:cNvPr id="32" name="그림 31">
            <a:extLst>
              <a:ext uri="{FF2B5EF4-FFF2-40B4-BE49-F238E27FC236}">
                <a16:creationId xmlns:a16="http://schemas.microsoft.com/office/drawing/2014/main" id="{70DB053C-A1E3-CABB-6059-52ED643AE1C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4038" y="2409219"/>
            <a:ext cx="10976367" cy="3258329"/>
          </a:xfrm>
          <a:prstGeom prst="rect">
            <a:avLst/>
          </a:prstGeom>
        </p:spPr>
      </p:pic>
      <p:sp>
        <p:nvSpPr>
          <p:cNvPr id="34" name="모서리가 둥근 직사각형 48">
            <a:extLst>
              <a:ext uri="{FF2B5EF4-FFF2-40B4-BE49-F238E27FC236}">
                <a16:creationId xmlns:a16="http://schemas.microsoft.com/office/drawing/2014/main" id="{89E6B89F-DDFB-7757-29D5-7515991CE98E}"/>
              </a:ext>
            </a:extLst>
          </p:cNvPr>
          <p:cNvSpPr/>
          <p:nvPr/>
        </p:nvSpPr>
        <p:spPr>
          <a:xfrm>
            <a:off x="7195557" y="2321256"/>
            <a:ext cx="2023429" cy="27833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>
            <a:solidFill>
              <a:srgbClr val="274893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ko-KR" altLang="en-US" sz="1200" b="1" spc="-40" dirty="0" err="1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내용입</a:t>
            </a:r>
            <a:r>
              <a:rPr kumimoji="1" lang="ko-KR" altLang="en-US" sz="1200" b="1" spc="-40" dirty="0">
                <a:solidFill>
                  <a:srgbClr val="274893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내용입력내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2C37E8F-EF80-B6FB-E27E-89F338BB3800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3ECB692B-B135-5F43-01DF-FA0E596AAF63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" name="그래픽 8">
              <a:extLst>
                <a:ext uri="{FF2B5EF4-FFF2-40B4-BE49-F238E27FC236}">
                  <a16:creationId xmlns:a16="http://schemas.microsoft.com/office/drawing/2014/main" id="{47ACD516-DAAB-ADE6-E22E-132346FDE9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2374239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FE74C5-E24B-3612-90BD-8E9A86B55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입력 내용 입력 내용 입력 내용 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44BBBC-A381-7C10-CF7A-4EB9F90FCB13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 력내 용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 력내 용 입력 내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ECEE403-58FE-3BF8-41DE-897A36B7BE5B}"/>
              </a:ext>
            </a:extLst>
          </p:cNvPr>
          <p:cNvGrpSpPr/>
          <p:nvPr/>
        </p:nvGrpSpPr>
        <p:grpSpPr>
          <a:xfrm>
            <a:off x="388704" y="1401967"/>
            <a:ext cx="11421790" cy="792804"/>
            <a:chOff x="388704" y="1531855"/>
            <a:chExt cx="11421790" cy="58276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3D36716-4B98-693A-B82E-3DA4C87F79EA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5">
              <a:extLst>
                <a:ext uri="{FF2B5EF4-FFF2-40B4-BE49-F238E27FC236}">
                  <a16:creationId xmlns:a16="http://schemas.microsoft.com/office/drawing/2014/main" id="{DA07F2BE-D66E-3F7E-0FC0-516352A5C966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A59B8B1-FA45-2F41-8F54-E7A1B489FA2D}"/>
              </a:ext>
            </a:extLst>
          </p:cNvPr>
          <p:cNvGrpSpPr/>
          <p:nvPr/>
        </p:nvGrpSpPr>
        <p:grpSpPr>
          <a:xfrm>
            <a:off x="574038" y="1834279"/>
            <a:ext cx="10769998" cy="237437"/>
            <a:chOff x="574038" y="1636096"/>
            <a:chExt cx="10769998" cy="23743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4DACE3-5D20-AD79-4ADC-24AB9289BDEB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 용 입 력내 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 용 입 력</a:t>
              </a: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00D26AD5-4A13-F6CA-F1C2-CE025BD839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D20FB45-BE87-14C7-6BD5-A45F45CEA85B}"/>
              </a:ext>
            </a:extLst>
          </p:cNvPr>
          <p:cNvGrpSpPr/>
          <p:nvPr/>
        </p:nvGrpSpPr>
        <p:grpSpPr>
          <a:xfrm>
            <a:off x="574038" y="1529479"/>
            <a:ext cx="10769998" cy="237437"/>
            <a:chOff x="574038" y="1636096"/>
            <a:chExt cx="10769998" cy="237437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CEB7A50-1FC8-5930-B494-A244C318E208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력내용입력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내용입 력 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</a:p>
          </p:txBody>
        </p:sp>
        <p:pic>
          <p:nvPicPr>
            <p:cNvPr id="21" name="그래픽 20">
              <a:extLst>
                <a:ext uri="{FF2B5EF4-FFF2-40B4-BE49-F238E27FC236}">
                  <a16:creationId xmlns:a16="http://schemas.microsoft.com/office/drawing/2014/main" id="{59B349CE-38EA-9CBD-311D-821893C852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A2A55F23-6CBD-C8E8-C07B-3FF7EA3831CF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D558CD54-A569-12CA-450E-E4F421E239D6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4" name="직선 연결선[R] 66">
              <a:extLst>
                <a:ext uri="{FF2B5EF4-FFF2-40B4-BE49-F238E27FC236}">
                  <a16:creationId xmlns:a16="http://schemas.microsoft.com/office/drawing/2014/main" id="{6B07D43D-1288-3296-F0E7-60A2A06030A6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AFF18E04-5286-0171-AE8E-199A5B025EFC}"/>
              </a:ext>
            </a:extLst>
          </p:cNvPr>
          <p:cNvGrpSpPr/>
          <p:nvPr/>
        </p:nvGrpSpPr>
        <p:grpSpPr>
          <a:xfrm>
            <a:off x="574038" y="5781986"/>
            <a:ext cx="10769998" cy="221279"/>
            <a:chOff x="574038" y="1710483"/>
            <a:chExt cx="10769998" cy="221279"/>
          </a:xfrm>
        </p:grpSpPr>
        <p:pic>
          <p:nvPicPr>
            <p:cNvPr id="26" name="그래픽 25">
              <a:extLst>
                <a:ext uri="{FF2B5EF4-FFF2-40B4-BE49-F238E27FC236}">
                  <a16:creationId xmlns:a16="http://schemas.microsoft.com/office/drawing/2014/main" id="{F93DC783-7861-AB3D-53B2-E84F4704D0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BA5283C-6F5F-3611-4E74-0DF93187D4AA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입력내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 용입 력 내용 입력 내용입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08C99406-DD13-C53C-979C-4DDBD175B14F}"/>
              </a:ext>
            </a:extLst>
          </p:cNvPr>
          <p:cNvGrpSpPr/>
          <p:nvPr/>
        </p:nvGrpSpPr>
        <p:grpSpPr>
          <a:xfrm>
            <a:off x="574038" y="6081608"/>
            <a:ext cx="10769998" cy="221279"/>
            <a:chOff x="574038" y="1710483"/>
            <a:chExt cx="10769998" cy="221279"/>
          </a:xfrm>
        </p:grpSpPr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CBDF8A0D-D9EA-89FB-AD15-01E7CB366F8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7838B23-BCDF-703A-9100-EEE7DFE4F1FB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력내용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입력내용입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내 용 입 력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FCE300BF-2E36-0906-C7BB-9394BD9CA65C}"/>
              </a:ext>
            </a:extLst>
          </p:cNvPr>
          <p:cNvGrpSpPr/>
          <p:nvPr/>
        </p:nvGrpSpPr>
        <p:grpSpPr>
          <a:xfrm>
            <a:off x="574038" y="5482364"/>
            <a:ext cx="10769998" cy="221279"/>
            <a:chOff x="574038" y="1710483"/>
            <a:chExt cx="10769998" cy="221279"/>
          </a:xfrm>
        </p:grpSpPr>
        <p:pic>
          <p:nvPicPr>
            <p:cNvPr id="32" name="그래픽 31">
              <a:extLst>
                <a:ext uri="{FF2B5EF4-FFF2-40B4-BE49-F238E27FC236}">
                  <a16:creationId xmlns:a16="http://schemas.microsoft.com/office/drawing/2014/main" id="{39A287B5-4B99-A17F-7392-BFA5DA3AE10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15FD5F2-8FA3-01E1-5808-F5C733C39E4D}"/>
                </a:ext>
              </a:extLst>
            </p:cNvPr>
            <p:cNvSpPr txBox="1"/>
            <p:nvPr/>
          </p:nvSpPr>
          <p:spPr>
            <a:xfrm>
              <a:off x="855932" y="1710483"/>
              <a:ext cx="10488104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 력내 용입력 내 용입 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내용38 </a:t>
              </a:r>
              <a:r>
                <a:rPr kumimoji="1" lang="ko-KR" altLang="en-US" sz="1400" b="1" spc="-40" dirty="0">
                  <a:solidFill>
                    <a:srgbClr val="00999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입력 내 용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2B1CFB70-A63F-546A-E1CF-BFA9151604E1}"/>
              </a:ext>
            </a:extLst>
          </p:cNvPr>
          <p:cNvGrpSpPr/>
          <p:nvPr/>
        </p:nvGrpSpPr>
        <p:grpSpPr>
          <a:xfrm>
            <a:off x="388704" y="2293370"/>
            <a:ext cx="3651774" cy="2904521"/>
            <a:chOff x="388704" y="2293370"/>
            <a:chExt cx="3651774" cy="2904521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CB5BD814-D3D2-82BA-4595-6C6911F1DA9F}"/>
                </a:ext>
              </a:extLst>
            </p:cNvPr>
            <p:cNvSpPr/>
            <p:nvPr/>
          </p:nvSpPr>
          <p:spPr>
            <a:xfrm>
              <a:off x="38898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8" name="양쪽 모서리가 둥근 사각형 44">
              <a:extLst>
                <a:ext uri="{FF2B5EF4-FFF2-40B4-BE49-F238E27FC236}">
                  <a16:creationId xmlns:a16="http://schemas.microsoft.com/office/drawing/2014/main" id="{09E2569F-E506-6CA3-C75A-0782304AC175}"/>
                </a:ext>
              </a:extLst>
            </p:cNvPr>
            <p:cNvSpPr/>
            <p:nvPr/>
          </p:nvSpPr>
          <p:spPr>
            <a:xfrm>
              <a:off x="389831" y="2293370"/>
              <a:ext cx="2432882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</a:t>
              </a:r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내용 입 력</a:t>
              </a:r>
            </a:p>
          </p:txBody>
        </p:sp>
        <p:cxnSp>
          <p:nvCxnSpPr>
            <p:cNvPr id="39" name="직선 연결선[R] 45">
              <a:extLst>
                <a:ext uri="{FF2B5EF4-FFF2-40B4-BE49-F238E27FC236}">
                  <a16:creationId xmlns:a16="http://schemas.microsoft.com/office/drawing/2014/main" id="{192126B9-2BD6-72A8-93E2-023C57BA1291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AE85C0E2-B87B-767B-74A0-427E2199F3BD}"/>
              </a:ext>
            </a:extLst>
          </p:cNvPr>
          <p:cNvGrpSpPr/>
          <p:nvPr/>
        </p:nvGrpSpPr>
        <p:grpSpPr>
          <a:xfrm>
            <a:off x="4268985" y="2293370"/>
            <a:ext cx="3651774" cy="2904521"/>
            <a:chOff x="4268985" y="2293370"/>
            <a:chExt cx="3651774" cy="2904521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6EB528B5-EDBD-19B4-032A-8DB542AC4D6D}"/>
                </a:ext>
              </a:extLst>
            </p:cNvPr>
            <p:cNvSpPr/>
            <p:nvPr/>
          </p:nvSpPr>
          <p:spPr>
            <a:xfrm>
              <a:off x="4269269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0" name="양쪽 모서리가 둥근 사각형 48">
              <a:extLst>
                <a:ext uri="{FF2B5EF4-FFF2-40B4-BE49-F238E27FC236}">
                  <a16:creationId xmlns:a16="http://schemas.microsoft.com/office/drawing/2014/main" id="{56B01DF7-693D-CD95-74D0-F9D93E30896B}"/>
                </a:ext>
              </a:extLst>
            </p:cNvPr>
            <p:cNvSpPr/>
            <p:nvPr/>
          </p:nvSpPr>
          <p:spPr>
            <a:xfrm>
              <a:off x="4270112" y="2293370"/>
              <a:ext cx="2313568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력내</a:t>
              </a:r>
              <a:r>
                <a:rPr kumimoji="1" lang="en-US" altLang="ko-KR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 력</a:t>
              </a:r>
            </a:p>
          </p:txBody>
        </p:sp>
        <p:cxnSp>
          <p:nvCxnSpPr>
            <p:cNvPr id="41" name="직선 연결선[R] 49">
              <a:extLst>
                <a:ext uri="{FF2B5EF4-FFF2-40B4-BE49-F238E27FC236}">
                  <a16:creationId xmlns:a16="http://schemas.microsoft.com/office/drawing/2014/main" id="{C35D80AE-F383-85BE-4290-6CED44A402C8}"/>
                </a:ext>
              </a:extLst>
            </p:cNvPr>
            <p:cNvCxnSpPr>
              <a:cxnSpLocks/>
            </p:cNvCxnSpPr>
            <p:nvPr/>
          </p:nvCxnSpPr>
          <p:spPr>
            <a:xfrm>
              <a:off x="4268985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06A79F3-C3EE-C040-BF98-EC2CB5EE7683}"/>
              </a:ext>
            </a:extLst>
          </p:cNvPr>
          <p:cNvGrpSpPr/>
          <p:nvPr/>
        </p:nvGrpSpPr>
        <p:grpSpPr>
          <a:xfrm>
            <a:off x="8150394" y="2293370"/>
            <a:ext cx="3651774" cy="2904521"/>
            <a:chOff x="8150394" y="2293370"/>
            <a:chExt cx="3651774" cy="2904521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B597F56A-427B-C958-7B1D-3A58852CF0C8}"/>
                </a:ext>
              </a:extLst>
            </p:cNvPr>
            <p:cNvSpPr/>
            <p:nvPr/>
          </p:nvSpPr>
          <p:spPr>
            <a:xfrm>
              <a:off x="8150678" y="2617371"/>
              <a:ext cx="3651490" cy="25805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2" name="양쪽 모서리가 둥근 사각형 52">
              <a:extLst>
                <a:ext uri="{FF2B5EF4-FFF2-40B4-BE49-F238E27FC236}">
                  <a16:creationId xmlns:a16="http://schemas.microsoft.com/office/drawing/2014/main" id="{0E370DD0-9681-DFD0-F30A-60AF351DDF1E}"/>
                </a:ext>
              </a:extLst>
            </p:cNvPr>
            <p:cNvSpPr/>
            <p:nvPr/>
          </p:nvSpPr>
          <p:spPr>
            <a:xfrm>
              <a:off x="8151521" y="2293370"/>
              <a:ext cx="201024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입력내 용 입</a:t>
              </a:r>
            </a:p>
          </p:txBody>
        </p:sp>
        <p:cxnSp>
          <p:nvCxnSpPr>
            <p:cNvPr id="43" name="직선 연결선[R] 53">
              <a:extLst>
                <a:ext uri="{FF2B5EF4-FFF2-40B4-BE49-F238E27FC236}">
                  <a16:creationId xmlns:a16="http://schemas.microsoft.com/office/drawing/2014/main" id="{2AD2B36E-F775-8B82-15CC-D2ED65881E01}"/>
                </a:ext>
              </a:extLst>
            </p:cNvPr>
            <p:cNvCxnSpPr>
              <a:cxnSpLocks/>
            </p:cNvCxnSpPr>
            <p:nvPr/>
          </p:nvCxnSpPr>
          <p:spPr>
            <a:xfrm>
              <a:off x="8150394" y="2617370"/>
              <a:ext cx="3651774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EAFD087F-4626-1293-5D59-C3CF3706F2DE}"/>
              </a:ext>
            </a:extLst>
          </p:cNvPr>
          <p:cNvSpPr txBox="1"/>
          <p:nvPr/>
        </p:nvSpPr>
        <p:spPr>
          <a:xfrm>
            <a:off x="528135" y="4540777"/>
            <a:ext cx="3396598" cy="3928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용입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531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 입</a:t>
            </a:r>
          </a:p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 내용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103내 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0EBFF39-C9FA-B513-A21D-92DA7344D3A2}"/>
              </a:ext>
            </a:extLst>
          </p:cNvPr>
          <p:cNvSpPr txBox="1"/>
          <p:nvPr/>
        </p:nvSpPr>
        <p:spPr>
          <a:xfrm>
            <a:off x="4426087" y="4540777"/>
            <a:ext cx="3230079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내용  입력 </a:t>
            </a:r>
          </a:p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 력내 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</a:t>
            </a:r>
          </a:p>
          <a:p>
            <a:pPr marL="142875" indent="-142875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내용입력내 용입 력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 입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5CF254-4C7C-17A0-0C61-B1A261C6F962}"/>
              </a:ext>
            </a:extLst>
          </p:cNvPr>
          <p:cNvSpPr txBox="1"/>
          <p:nvPr/>
        </p:nvSpPr>
        <p:spPr>
          <a:xfrm>
            <a:off x="8316298" y="4540777"/>
            <a:ext cx="3230079" cy="5796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입력내 용 입력 내 </a:t>
            </a:r>
            <a:b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입력 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</a:t>
            </a:r>
            <a:r>
              <a:rPr kumimoji="1" lang="en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331력 43</a:t>
            </a: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용입 력내</a:t>
            </a:r>
            <a:r>
              <a:rPr kumimoji="1" lang="en-US" altLang="ko-KR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</a:p>
          <a:p>
            <a:pPr marL="142875" indent="-14287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ko-KR" altLang="en-US" sz="1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내용입 력내 용 입력 내</a:t>
            </a:r>
          </a:p>
        </p:txBody>
      </p:sp>
      <p:cxnSp>
        <p:nvCxnSpPr>
          <p:cNvPr id="49" name="직선 연결선[R] 56">
            <a:extLst>
              <a:ext uri="{FF2B5EF4-FFF2-40B4-BE49-F238E27FC236}">
                <a16:creationId xmlns:a16="http://schemas.microsoft.com/office/drawing/2014/main" id="{AE930771-C8C6-8CBA-9A58-C81FB2C458BB}"/>
              </a:ext>
            </a:extLst>
          </p:cNvPr>
          <p:cNvCxnSpPr>
            <a:cxnSpLocks/>
          </p:cNvCxnSpPr>
          <p:nvPr/>
        </p:nvCxnSpPr>
        <p:spPr>
          <a:xfrm>
            <a:off x="504733" y="446923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[R] 58">
            <a:extLst>
              <a:ext uri="{FF2B5EF4-FFF2-40B4-BE49-F238E27FC236}">
                <a16:creationId xmlns:a16="http://schemas.microsoft.com/office/drawing/2014/main" id="{E5333367-F00B-9817-5586-9E6D2E047662}"/>
              </a:ext>
            </a:extLst>
          </p:cNvPr>
          <p:cNvCxnSpPr>
            <a:cxnSpLocks/>
          </p:cNvCxnSpPr>
          <p:nvPr/>
        </p:nvCxnSpPr>
        <p:spPr>
          <a:xfrm>
            <a:off x="4385014" y="446923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[R] 60">
            <a:extLst>
              <a:ext uri="{FF2B5EF4-FFF2-40B4-BE49-F238E27FC236}">
                <a16:creationId xmlns:a16="http://schemas.microsoft.com/office/drawing/2014/main" id="{A80E9717-493D-8575-E01C-DE82FC5F4BC5}"/>
              </a:ext>
            </a:extLst>
          </p:cNvPr>
          <p:cNvCxnSpPr>
            <a:cxnSpLocks/>
          </p:cNvCxnSpPr>
          <p:nvPr/>
        </p:nvCxnSpPr>
        <p:spPr>
          <a:xfrm>
            <a:off x="8266423" y="4469234"/>
            <a:ext cx="34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그림 51">
            <a:extLst>
              <a:ext uri="{FF2B5EF4-FFF2-40B4-BE49-F238E27FC236}">
                <a16:creationId xmlns:a16="http://schemas.microsoft.com/office/drawing/2014/main" id="{93B738D9-6994-F52E-E8E3-B6E147BD27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700" y="2703731"/>
            <a:ext cx="3451865" cy="1687160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797334FF-CC13-C18F-C019-1A4FFE28E1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4685" y="2703731"/>
            <a:ext cx="3417715" cy="1687160"/>
          </a:xfrm>
          <a:prstGeom prst="roundRect">
            <a:avLst>
              <a:gd name="adj" fmla="val 5594"/>
            </a:avLst>
          </a:prstGeom>
          <a:solidFill>
            <a:srgbClr val="FFFFFF">
              <a:shade val="85000"/>
            </a:srgbClr>
          </a:solidFill>
          <a:ln w="6350">
            <a:noFill/>
          </a:ln>
          <a:effectLst/>
        </p:spPr>
      </p:pic>
      <p:pic>
        <p:nvPicPr>
          <p:cNvPr id="54" name="Picture 3">
            <a:extLst>
              <a:ext uri="{FF2B5EF4-FFF2-40B4-BE49-F238E27FC236}">
                <a16:creationId xmlns:a16="http://schemas.microsoft.com/office/drawing/2014/main" id="{E253C2EE-6C7C-35E5-34B1-79D2577BDB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3891" y="2703730"/>
            <a:ext cx="3465065" cy="1687160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 w="6350">
            <a:noFill/>
          </a:ln>
          <a:effectLst/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1D371166-E04D-20A5-2804-5B5AC5CC148C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9E3D457-2E89-B055-0E9E-A614C36432A0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289E2F3C-4195-F248-995F-E449E0EEAB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2654870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831C28-57BC-3934-CD78-B29A177E1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내용 입력내 용 입력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2B4B23-7155-4CA0-B7CA-23CF104797A1}"/>
              </a:ext>
            </a:extLst>
          </p:cNvPr>
          <p:cNvSpPr txBox="1"/>
          <p:nvPr/>
        </p:nvSpPr>
        <p:spPr>
          <a:xfrm>
            <a:off x="851947" y="968331"/>
            <a:ext cx="10958019" cy="284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 입력내 용입력</a:t>
            </a:r>
            <a:r>
              <a:rPr kumimoji="1" lang="en-US" altLang="ko-KR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 </a:t>
            </a:r>
            <a:r>
              <a:rPr kumimoji="1" lang="ko-KR" altLang="en-US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내용입력 내용 입력 내 용입 력 내용 입 력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4565ED9-CF4A-3794-38BC-1D9FF87B9C93}"/>
              </a:ext>
            </a:extLst>
          </p:cNvPr>
          <p:cNvGrpSpPr/>
          <p:nvPr/>
        </p:nvGrpSpPr>
        <p:grpSpPr>
          <a:xfrm>
            <a:off x="388704" y="1405497"/>
            <a:ext cx="11421790" cy="792804"/>
            <a:chOff x="388704" y="1531855"/>
            <a:chExt cx="11421790" cy="58276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328F1F4-4B8C-E687-942B-7344D5F13FB4}"/>
                </a:ext>
              </a:extLst>
            </p:cNvPr>
            <p:cNvSpPr/>
            <p:nvPr/>
          </p:nvSpPr>
          <p:spPr>
            <a:xfrm>
              <a:off x="389474" y="1534797"/>
              <a:ext cx="11421020" cy="5768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2" name="직선 연결선[R] 5">
              <a:extLst>
                <a:ext uri="{FF2B5EF4-FFF2-40B4-BE49-F238E27FC236}">
                  <a16:creationId xmlns:a16="http://schemas.microsoft.com/office/drawing/2014/main" id="{EF27433F-E30B-FED1-487D-A45937F90B59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1531855"/>
              <a:ext cx="0" cy="582762"/>
            </a:xfrm>
            <a:prstGeom prst="line">
              <a:avLst/>
            </a:prstGeom>
            <a:ln w="38100">
              <a:solidFill>
                <a:srgbClr val="2748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46375D8-1604-6E64-750A-E8BC5E438CF6}"/>
              </a:ext>
            </a:extLst>
          </p:cNvPr>
          <p:cNvGrpSpPr/>
          <p:nvPr/>
        </p:nvGrpSpPr>
        <p:grpSpPr>
          <a:xfrm>
            <a:off x="574038" y="1533009"/>
            <a:ext cx="10769998" cy="495970"/>
            <a:chOff x="574038" y="1636096"/>
            <a:chExt cx="10769998" cy="49597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13C9512-915F-E2D1-E9C1-2EFF4EC54188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4959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용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 입 력 내 용입력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력내</a:t>
              </a:r>
            </a:p>
            <a:p>
              <a:pPr>
                <a:lnSpc>
                  <a:spcPct val="120000"/>
                </a:lnSpc>
              </a:pPr>
              <a:endParaRPr kumimoji="1" lang="ko-KR" altLang="en-US" sz="1400" b="1" spc="-40" dirty="0">
                <a:solidFill>
                  <a:srgbClr val="129AE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DDBD0C34-C245-F9FF-BCBE-8B4F97BE0F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8955F2F-2A6E-CC79-4C14-334E78C59B3C}"/>
              </a:ext>
            </a:extLst>
          </p:cNvPr>
          <p:cNvGrpSpPr/>
          <p:nvPr/>
        </p:nvGrpSpPr>
        <p:grpSpPr>
          <a:xfrm>
            <a:off x="574038" y="1837809"/>
            <a:ext cx="10769998" cy="237437"/>
            <a:chOff x="574038" y="1636096"/>
            <a:chExt cx="10769998" cy="23743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F2F6A97-B307-C3B8-C886-DD9F32196597}"/>
                </a:ext>
              </a:extLst>
            </p:cNvPr>
            <p:cNvSpPr txBox="1"/>
            <p:nvPr/>
          </p:nvSpPr>
          <p:spPr>
            <a:xfrm>
              <a:off x="855932" y="1636096"/>
              <a:ext cx="10488104" cy="23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 내용입 력내 용입 력 내용 입 </a:t>
              </a:r>
              <a:r>
                <a:rPr kumimoji="1" lang="ko-KR" altLang="en-US" sz="1400" b="1" spc="-40" dirty="0">
                  <a:solidFill>
                    <a:srgbClr val="129AE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력내  용 입력 내 용</a:t>
              </a: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07034913-ECC3-52BE-2988-A138EBD6FD1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4038" y="1665819"/>
              <a:ext cx="174314" cy="174314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A10B91F-FDB8-E622-9E4A-1D64DFD3ED54}"/>
              </a:ext>
            </a:extLst>
          </p:cNvPr>
          <p:cNvGrpSpPr/>
          <p:nvPr/>
        </p:nvGrpSpPr>
        <p:grpSpPr>
          <a:xfrm>
            <a:off x="388704" y="5324800"/>
            <a:ext cx="11421790" cy="1142570"/>
            <a:chOff x="388704" y="5764250"/>
            <a:chExt cx="11421790" cy="582762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7AE845C-ED50-48D2-EA39-D9CBD33F3533}"/>
                </a:ext>
              </a:extLst>
            </p:cNvPr>
            <p:cNvSpPr/>
            <p:nvPr/>
          </p:nvSpPr>
          <p:spPr>
            <a:xfrm>
              <a:off x="389474" y="5769330"/>
              <a:ext cx="11421020" cy="5762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1" name="직선 연결선[R] 66">
              <a:extLst>
                <a:ext uri="{FF2B5EF4-FFF2-40B4-BE49-F238E27FC236}">
                  <a16:creationId xmlns:a16="http://schemas.microsoft.com/office/drawing/2014/main" id="{843E1290-8472-27CD-4832-6F26DEAEE237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4" y="5764250"/>
              <a:ext cx="0" cy="582762"/>
            </a:xfrm>
            <a:prstGeom prst="line">
              <a:avLst/>
            </a:prstGeom>
            <a:ln w="38100">
              <a:solidFill>
                <a:srgbClr val="0099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E76D900D-3C45-951E-2C1F-CEE00CD305EE}"/>
              </a:ext>
            </a:extLst>
          </p:cNvPr>
          <p:cNvGrpSpPr/>
          <p:nvPr/>
        </p:nvGrpSpPr>
        <p:grpSpPr>
          <a:xfrm>
            <a:off x="574038" y="5781986"/>
            <a:ext cx="4530579" cy="221279"/>
            <a:chOff x="574038" y="1710483"/>
            <a:chExt cx="4530579" cy="221279"/>
          </a:xfrm>
        </p:grpSpPr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9304FD42-CD93-B88A-ABDD-44818B1756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435DD13-D5C7-D4C0-DFEA-7B580CE001FF}"/>
                </a:ext>
              </a:extLst>
            </p:cNvPr>
            <p:cNvSpPr txBox="1"/>
            <p:nvPr/>
          </p:nvSpPr>
          <p:spPr>
            <a:xfrm>
              <a:off x="855932" y="1710483"/>
              <a:ext cx="424868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39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 내용 입력  내 용입 력 내용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2EDF0ABF-0D5C-3B3A-B838-45526F898B8B}"/>
              </a:ext>
            </a:extLst>
          </p:cNvPr>
          <p:cNvGrpSpPr/>
          <p:nvPr/>
        </p:nvGrpSpPr>
        <p:grpSpPr>
          <a:xfrm>
            <a:off x="574038" y="6081608"/>
            <a:ext cx="4530579" cy="221279"/>
            <a:chOff x="574038" y="1710483"/>
            <a:chExt cx="4530579" cy="221279"/>
          </a:xfrm>
        </p:grpSpPr>
        <p:pic>
          <p:nvPicPr>
            <p:cNvPr id="26" name="그래픽 25">
              <a:extLst>
                <a:ext uri="{FF2B5EF4-FFF2-40B4-BE49-F238E27FC236}">
                  <a16:creationId xmlns:a16="http://schemas.microsoft.com/office/drawing/2014/main" id="{207F5C4E-49FB-9DD5-CFBA-E41FE42520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736646F-1204-EA7F-437A-7828D7FD58FF}"/>
                </a:ext>
              </a:extLst>
            </p:cNvPr>
            <p:cNvSpPr txBox="1"/>
            <p:nvPr/>
          </p:nvSpPr>
          <p:spPr>
            <a:xfrm>
              <a:off x="855932" y="1710483"/>
              <a:ext cx="424868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40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용입력 내 용 입력내용 입력 내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A94F979-6242-2317-CC6C-3A46886B8746}"/>
              </a:ext>
            </a:extLst>
          </p:cNvPr>
          <p:cNvGrpSpPr/>
          <p:nvPr/>
        </p:nvGrpSpPr>
        <p:grpSpPr>
          <a:xfrm>
            <a:off x="574038" y="5482364"/>
            <a:ext cx="4530579" cy="221279"/>
            <a:chOff x="574038" y="1710483"/>
            <a:chExt cx="4530579" cy="221279"/>
          </a:xfrm>
        </p:grpSpPr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73F2A69D-E9FF-0C7C-DD01-2D03F8A7DE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92DDD4C-8050-AFD4-43D0-25CB168F5142}"/>
                </a:ext>
              </a:extLst>
            </p:cNvPr>
            <p:cNvSpPr txBox="1"/>
            <p:nvPr/>
          </p:nvSpPr>
          <p:spPr>
            <a:xfrm>
              <a:off x="855932" y="1710483"/>
              <a:ext cx="424868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36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내용입력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내용 입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07C38A00-9E78-A79F-2FB4-EE8EC402FA4F}"/>
              </a:ext>
            </a:extLst>
          </p:cNvPr>
          <p:cNvGrpSpPr/>
          <p:nvPr/>
        </p:nvGrpSpPr>
        <p:grpSpPr>
          <a:xfrm>
            <a:off x="5838020" y="5781986"/>
            <a:ext cx="5903479" cy="221279"/>
            <a:chOff x="574038" y="1710483"/>
            <a:chExt cx="5903479" cy="221279"/>
          </a:xfrm>
        </p:grpSpPr>
        <p:pic>
          <p:nvPicPr>
            <p:cNvPr id="32" name="그래픽 31">
              <a:extLst>
                <a:ext uri="{FF2B5EF4-FFF2-40B4-BE49-F238E27FC236}">
                  <a16:creationId xmlns:a16="http://schemas.microsoft.com/office/drawing/2014/main" id="{CA26ACEC-CEE9-C365-34FE-8C95738E392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4B9D42A-73A8-D6F1-B0F2-ADA0CADC45D0}"/>
                </a:ext>
              </a:extLst>
            </p:cNvPr>
            <p:cNvSpPr txBox="1"/>
            <p:nvPr/>
          </p:nvSpPr>
          <p:spPr>
            <a:xfrm>
              <a:off x="855932" y="1710483"/>
              <a:ext cx="562158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42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 력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내 용 입력내 용입 력</a:t>
              </a: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5BD92007-39DC-6F5A-8DB1-6365126E2D0F}"/>
              </a:ext>
            </a:extLst>
          </p:cNvPr>
          <p:cNvGrpSpPr/>
          <p:nvPr/>
        </p:nvGrpSpPr>
        <p:grpSpPr>
          <a:xfrm>
            <a:off x="5838020" y="5482364"/>
            <a:ext cx="4530579" cy="221279"/>
            <a:chOff x="574038" y="1710483"/>
            <a:chExt cx="4530579" cy="221279"/>
          </a:xfrm>
        </p:grpSpPr>
        <p:pic>
          <p:nvPicPr>
            <p:cNvPr id="38" name="그래픽 37">
              <a:extLst>
                <a:ext uri="{FF2B5EF4-FFF2-40B4-BE49-F238E27FC236}">
                  <a16:creationId xmlns:a16="http://schemas.microsoft.com/office/drawing/2014/main" id="{A466E3BE-6861-7235-178B-8E0F87E1D6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4038" y="1730875"/>
              <a:ext cx="174314" cy="174314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84B7F8B-3D07-2C97-4D53-E768D5191FEB}"/>
                </a:ext>
              </a:extLst>
            </p:cNvPr>
            <p:cNvSpPr txBox="1"/>
            <p:nvPr/>
          </p:nvSpPr>
          <p:spPr>
            <a:xfrm>
              <a:off x="855932" y="1710483"/>
              <a:ext cx="4248685" cy="221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41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 </a:t>
              </a:r>
              <a:r>
                <a:rPr kumimoji="1" lang="ko-KR" altLang="en-US" sz="1400" spc="-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</a:t>
              </a:r>
              <a:r>
                <a:rPr kumimoji="1" lang="en-US" altLang="ko-KR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</a:t>
              </a:r>
              <a:r>
                <a:rPr kumimoji="1" lang="ko-KR" altLang="en-US" sz="1400" spc="-4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내용 입력 내용 입력 내 용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29C38051-EBB7-1D20-BB2E-61E07D2C6D6F}"/>
              </a:ext>
            </a:extLst>
          </p:cNvPr>
          <p:cNvGrpSpPr/>
          <p:nvPr/>
        </p:nvGrpSpPr>
        <p:grpSpPr>
          <a:xfrm>
            <a:off x="388703" y="2293370"/>
            <a:ext cx="5604691" cy="2916082"/>
            <a:chOff x="388703" y="2293370"/>
            <a:chExt cx="5604691" cy="2916082"/>
          </a:xfrm>
        </p:grpSpPr>
        <p:sp>
          <p:nvSpPr>
            <p:cNvPr id="41" name="양쪽 모서리가 둥근 사각형 22">
              <a:extLst>
                <a:ext uri="{FF2B5EF4-FFF2-40B4-BE49-F238E27FC236}">
                  <a16:creationId xmlns:a16="http://schemas.microsoft.com/office/drawing/2014/main" id="{AEF12FD1-8C6F-01D3-B789-BF192CB0CFEA}"/>
                </a:ext>
              </a:extLst>
            </p:cNvPr>
            <p:cNvSpPr/>
            <p:nvPr/>
          </p:nvSpPr>
          <p:spPr>
            <a:xfrm>
              <a:off x="390435" y="2293370"/>
              <a:ext cx="2958244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 력내 용 입력 내 용입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49C0EC9-6737-8D83-73D1-43135826508E}"/>
                </a:ext>
              </a:extLst>
            </p:cNvPr>
            <p:cNvSpPr/>
            <p:nvPr/>
          </p:nvSpPr>
          <p:spPr>
            <a:xfrm>
              <a:off x="389139" y="2617369"/>
              <a:ext cx="5604255" cy="25920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42" name="직선 연결선[R] 23">
              <a:extLst>
                <a:ext uri="{FF2B5EF4-FFF2-40B4-BE49-F238E27FC236}">
                  <a16:creationId xmlns:a16="http://schemas.microsoft.com/office/drawing/2014/main" id="{DE363C78-7ABC-AA75-2530-385871E2149D}"/>
                </a:ext>
              </a:extLst>
            </p:cNvPr>
            <p:cNvCxnSpPr>
              <a:cxnSpLocks/>
            </p:cNvCxnSpPr>
            <p:nvPr/>
          </p:nvCxnSpPr>
          <p:spPr>
            <a:xfrm>
              <a:off x="388703" y="2617370"/>
              <a:ext cx="5604691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A06B799D-EB22-C2A8-5353-AD25940597C0}"/>
              </a:ext>
            </a:extLst>
          </p:cNvPr>
          <p:cNvGrpSpPr/>
          <p:nvPr/>
        </p:nvGrpSpPr>
        <p:grpSpPr>
          <a:xfrm>
            <a:off x="6205795" y="2293370"/>
            <a:ext cx="5604691" cy="2916082"/>
            <a:chOff x="6205795" y="2293370"/>
            <a:chExt cx="5604691" cy="2916082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6B6794C4-7EE0-71CA-1F93-6BE523AAEF2A}"/>
                </a:ext>
              </a:extLst>
            </p:cNvPr>
            <p:cNvSpPr/>
            <p:nvPr/>
          </p:nvSpPr>
          <p:spPr>
            <a:xfrm>
              <a:off x="6206231" y="2617369"/>
              <a:ext cx="5604255" cy="25920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5" name="양쪽 모서리가 둥근 사각형 64">
              <a:extLst>
                <a:ext uri="{FF2B5EF4-FFF2-40B4-BE49-F238E27FC236}">
                  <a16:creationId xmlns:a16="http://schemas.microsoft.com/office/drawing/2014/main" id="{B053FE9B-8FC7-DECD-9E5C-51966A86A558}"/>
                </a:ext>
              </a:extLst>
            </p:cNvPr>
            <p:cNvSpPr/>
            <p:nvPr/>
          </p:nvSpPr>
          <p:spPr>
            <a:xfrm>
              <a:off x="6207527" y="2293370"/>
              <a:ext cx="3764376" cy="324000"/>
            </a:xfrm>
            <a:prstGeom prst="round2SameRect">
              <a:avLst>
                <a:gd name="adj1" fmla="val 28227"/>
                <a:gd name="adj2" fmla="val 0"/>
              </a:avLst>
            </a:prstGeom>
            <a:solidFill>
              <a:srgbClr val="E7EE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/>
            <a:lstStyle/>
            <a:p>
              <a:pPr algn="ctr"/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입력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</a:t>
              </a:r>
              <a:r>
                <a:rPr kumimoji="1" lang="ko-KR" altLang="en-US" sz="1300" spc="-40" dirty="0" err="1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</a:t>
              </a:r>
              <a:r>
                <a:rPr kumimoji="1" lang="en-US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 </a:t>
              </a:r>
              <a:r>
                <a:rPr kumimoji="1" lang="en" altLang="ko-KR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내용입력내용 </a:t>
              </a:r>
              <a:r>
                <a:rPr kumimoji="1" lang="ko-KR" altLang="en-US" sz="1300" spc="-40" dirty="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 입</a:t>
              </a:r>
            </a:p>
          </p:txBody>
        </p:sp>
        <p:cxnSp>
          <p:nvCxnSpPr>
            <p:cNvPr id="46" name="직선 연결선[R] 65">
              <a:extLst>
                <a:ext uri="{FF2B5EF4-FFF2-40B4-BE49-F238E27FC236}">
                  <a16:creationId xmlns:a16="http://schemas.microsoft.com/office/drawing/2014/main" id="{2683B43F-E87B-F6FA-19F5-BBE0279B2318}"/>
                </a:ext>
              </a:extLst>
            </p:cNvPr>
            <p:cNvCxnSpPr>
              <a:cxnSpLocks/>
            </p:cNvCxnSpPr>
            <p:nvPr/>
          </p:nvCxnSpPr>
          <p:spPr>
            <a:xfrm>
              <a:off x="6205795" y="2617370"/>
              <a:ext cx="5604691" cy="0"/>
            </a:xfrm>
            <a:prstGeom prst="line">
              <a:avLst/>
            </a:prstGeom>
            <a:ln w="19050">
              <a:solidFill>
                <a:srgbClr val="2748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8" name="그림 47">
            <a:extLst>
              <a:ext uri="{FF2B5EF4-FFF2-40B4-BE49-F238E27FC236}">
                <a16:creationId xmlns:a16="http://schemas.microsoft.com/office/drawing/2014/main" id="{311D9F81-1A8E-A84F-3DFE-A8860B282F1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/>
          <a:stretch>
            <a:fillRect/>
          </a:stretch>
        </p:blipFill>
        <p:spPr>
          <a:xfrm>
            <a:off x="504498" y="2695295"/>
            <a:ext cx="5362016" cy="2454773"/>
          </a:xfrm>
          <a:prstGeom prst="rect">
            <a:avLst/>
          </a:prstGeom>
        </p:spPr>
      </p:pic>
      <p:grpSp>
        <p:nvGrpSpPr>
          <p:cNvPr id="59" name="그룹 58">
            <a:extLst>
              <a:ext uri="{FF2B5EF4-FFF2-40B4-BE49-F238E27FC236}">
                <a16:creationId xmlns:a16="http://schemas.microsoft.com/office/drawing/2014/main" id="{3FB9C6BE-6942-0CE9-18D9-DB45557D0BCC}"/>
              </a:ext>
            </a:extLst>
          </p:cNvPr>
          <p:cNvGrpSpPr/>
          <p:nvPr/>
        </p:nvGrpSpPr>
        <p:grpSpPr>
          <a:xfrm>
            <a:off x="6547249" y="2705929"/>
            <a:ext cx="4921782" cy="2444129"/>
            <a:chOff x="6547249" y="2705929"/>
            <a:chExt cx="4921782" cy="2444129"/>
          </a:xfrm>
        </p:grpSpPr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0F4E34A8-4887-F281-D20F-8942362E72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6547249" y="2705929"/>
              <a:ext cx="4921782" cy="2444129"/>
            </a:xfrm>
            <a:prstGeom prst="rect">
              <a:avLst/>
            </a:prstGeom>
          </p:spPr>
        </p:pic>
        <p:sp>
          <p:nvSpPr>
            <p:cNvPr id="50" name="모서리가 둥근 직사각형 69">
              <a:extLst>
                <a:ext uri="{FF2B5EF4-FFF2-40B4-BE49-F238E27FC236}">
                  <a16:creationId xmlns:a16="http://schemas.microsoft.com/office/drawing/2014/main" id="{08814606-7936-D364-1552-2E5C3979ADCD}"/>
                </a:ext>
              </a:extLst>
            </p:cNvPr>
            <p:cNvSpPr/>
            <p:nvPr/>
          </p:nvSpPr>
          <p:spPr>
            <a:xfrm>
              <a:off x="8241030" y="4182232"/>
              <a:ext cx="995962" cy="18251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rgbClr val="129AEF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800" b="1" spc="-40">
                  <a:solidFill>
                    <a:srgbClr val="129AE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</a:p>
          </p:txBody>
        </p:sp>
        <p:sp>
          <p:nvSpPr>
            <p:cNvPr id="51" name="모서리가 둥근 직사각형 70">
              <a:extLst>
                <a:ext uri="{FF2B5EF4-FFF2-40B4-BE49-F238E27FC236}">
                  <a16:creationId xmlns:a16="http://schemas.microsoft.com/office/drawing/2014/main" id="{2A6E7038-FECA-DFAB-CFD7-B41078263DAA}"/>
                </a:ext>
              </a:extLst>
            </p:cNvPr>
            <p:cNvSpPr/>
            <p:nvPr/>
          </p:nvSpPr>
          <p:spPr>
            <a:xfrm>
              <a:off x="9807809" y="4182232"/>
              <a:ext cx="995962" cy="18251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rgbClr val="129AEF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800" b="1" spc="-40">
                  <a:solidFill>
                    <a:srgbClr val="129AEF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</a:p>
          </p:txBody>
        </p:sp>
        <p:sp>
          <p:nvSpPr>
            <p:cNvPr id="52" name="모서리가 둥근 직사각형 71">
              <a:extLst>
                <a:ext uri="{FF2B5EF4-FFF2-40B4-BE49-F238E27FC236}">
                  <a16:creationId xmlns:a16="http://schemas.microsoft.com/office/drawing/2014/main" id="{1BD1D2C8-1500-33D0-22F5-9AF8E83ED64B}"/>
                </a:ext>
              </a:extLst>
            </p:cNvPr>
            <p:cNvSpPr/>
            <p:nvPr/>
          </p:nvSpPr>
          <p:spPr>
            <a:xfrm>
              <a:off x="8791809" y="4882042"/>
              <a:ext cx="560738" cy="18251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rgbClr val="274893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800" b="1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</a:p>
          </p:txBody>
        </p:sp>
        <p:sp>
          <p:nvSpPr>
            <p:cNvPr id="53" name="모서리가 둥근 직사각형 72">
              <a:extLst>
                <a:ext uri="{FF2B5EF4-FFF2-40B4-BE49-F238E27FC236}">
                  <a16:creationId xmlns:a16="http://schemas.microsoft.com/office/drawing/2014/main" id="{A4EEA523-FF73-1B83-9568-F9C6FDAD4CD8}"/>
                </a:ext>
              </a:extLst>
            </p:cNvPr>
            <p:cNvSpPr/>
            <p:nvPr/>
          </p:nvSpPr>
          <p:spPr>
            <a:xfrm>
              <a:off x="10374630" y="4882042"/>
              <a:ext cx="560738" cy="18251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rgbClr val="274893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ko-KR" altLang="en-US" sz="800" b="1" spc="-40">
                  <a:solidFill>
                    <a:srgbClr val="274893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내용입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ACE1FA7F-69E4-5675-D5E9-52D4758B5045}"/>
              </a:ext>
            </a:extLst>
          </p:cNvPr>
          <p:cNvGrpSpPr/>
          <p:nvPr/>
        </p:nvGrpSpPr>
        <p:grpSpPr>
          <a:xfrm>
            <a:off x="284489" y="894590"/>
            <a:ext cx="426088" cy="426088"/>
            <a:chOff x="284489" y="903299"/>
            <a:chExt cx="426088" cy="426088"/>
          </a:xfrm>
        </p:grpSpPr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E98915E5-F32B-69F4-4DE4-C6A3E78CDDAD}"/>
                </a:ext>
              </a:extLst>
            </p:cNvPr>
            <p:cNvSpPr/>
            <p:nvPr/>
          </p:nvSpPr>
          <p:spPr>
            <a:xfrm>
              <a:off x="284489" y="903299"/>
              <a:ext cx="426088" cy="426088"/>
            </a:xfrm>
            <a:prstGeom prst="ellipse">
              <a:avLst/>
            </a:prstGeom>
            <a:gradFill flip="none" rotWithShape="1">
              <a:gsLst>
                <a:gs pos="13775">
                  <a:srgbClr val="8AD7E5"/>
                </a:gs>
                <a:gs pos="0">
                  <a:srgbClr val="39BCBD">
                    <a:lumMod val="20000"/>
                    <a:lumOff val="80000"/>
                  </a:srgbClr>
                </a:gs>
                <a:gs pos="38000">
                  <a:srgbClr val="37B7D6"/>
                </a:gs>
                <a:gs pos="100000">
                  <a:srgbClr val="066DB6"/>
                </a:gs>
                <a:gs pos="77000">
                  <a:srgbClr val="0F8DDB"/>
                </a:gs>
              </a:gsLst>
              <a:lin ang="54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38100" dist="25400" dir="5400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endParaRPr lang="ko-KR" altLang="en-US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35" name="그래픽 34">
              <a:extLst>
                <a:ext uri="{FF2B5EF4-FFF2-40B4-BE49-F238E27FC236}">
                  <a16:creationId xmlns:a16="http://schemas.microsoft.com/office/drawing/2014/main" id="{26DCD808-4372-1E02-D4C3-97FA4B72EE0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2508" y="991318"/>
              <a:ext cx="250050" cy="25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7097672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8D22F27-81C0-B226-B12B-2C2B8318E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2BB93A5-D670-5A18-EEE6-E2B6374424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0464" y="6120523"/>
            <a:ext cx="2333536" cy="402740"/>
          </a:xfrm>
          <a:prstGeom prst="rect">
            <a:avLst/>
          </a:prstGeom>
        </p:spPr>
      </p:pic>
      <p:sp>
        <p:nvSpPr>
          <p:cNvPr id="6" name="모서리가 둥근 직사각형 61">
            <a:extLst>
              <a:ext uri="{FF2B5EF4-FFF2-40B4-BE49-F238E27FC236}">
                <a16:creationId xmlns:a16="http://schemas.microsoft.com/office/drawing/2014/main" id="{E331C331-F62F-CB7B-D381-04D0559D9300}"/>
              </a:ext>
            </a:extLst>
          </p:cNvPr>
          <p:cNvSpPr/>
          <p:nvPr/>
        </p:nvSpPr>
        <p:spPr>
          <a:xfrm>
            <a:off x="4374383" y="1276172"/>
            <a:ext cx="3443234" cy="51227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129AEF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800" b="1" i="0" u="none" strike="noStrike" kern="1200" cap="none" spc="-30" normalizeH="0" baseline="0" noProof="0" dirty="0">
                <a:ln>
                  <a:noFill/>
                </a:ln>
                <a:solidFill>
                  <a:srgbClr val="274893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 자리입니다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21B3E5E-8E09-54BE-5419-467CC85491F7}"/>
              </a:ext>
            </a:extLst>
          </p:cNvPr>
          <p:cNvGrpSpPr/>
          <p:nvPr/>
        </p:nvGrpSpPr>
        <p:grpSpPr>
          <a:xfrm>
            <a:off x="2857227" y="2229316"/>
            <a:ext cx="6493580" cy="1230462"/>
            <a:chOff x="2857228" y="1959826"/>
            <a:chExt cx="6493580" cy="123046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B44227F-2AE7-9B6D-8BA7-3ED88C5A50F5}"/>
                </a:ext>
              </a:extLst>
            </p:cNvPr>
            <p:cNvSpPr txBox="1"/>
            <p:nvPr/>
          </p:nvSpPr>
          <p:spPr>
            <a:xfrm>
              <a:off x="3527829" y="1959826"/>
              <a:ext cx="5136342" cy="67710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4400" b="1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503000000020004" pitchFamily="2" charset="-127"/>
                  <a:ea typeface="Pretendard ExtraBold" panose="02000503000000020004" pitchFamily="2" charset="-127"/>
                  <a:cs typeface="Pretendard ExtraBold" panose="02000503000000020004" pitchFamily="2" charset="-127"/>
                </a:rPr>
                <a:t>강조문구를 넣어주세요</a:t>
              </a:r>
              <a:endParaRPr kumimoji="1" lang="en-US" altLang="ko-KR" sz="4400" b="1" i="0" u="none" strike="noStrike" kern="1200" cap="none" spc="-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788C15-8BA1-D111-711C-A253D4BA8047}"/>
                </a:ext>
              </a:extLst>
            </p:cNvPr>
            <p:cNvSpPr txBox="1"/>
            <p:nvPr/>
          </p:nvSpPr>
          <p:spPr>
            <a:xfrm>
              <a:off x="3122750" y="2728623"/>
              <a:ext cx="5946501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3279775" algn="l"/>
                </a:tabLst>
                <a:defRPr/>
              </a:pPr>
              <a:r>
                <a:rPr kumimoji="1" lang="ko-KR" altLang="en-US" sz="3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한국철도기술연구원이 함께 하겠습니다</a:t>
              </a:r>
              <a:r>
                <a:rPr kumimoji="1" lang="en-US" altLang="ko-KR" sz="300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</a:p>
          </p:txBody>
        </p:sp>
        <p:pic>
          <p:nvPicPr>
            <p:cNvPr id="10" name="그래픽 9">
              <a:extLst>
                <a:ext uri="{FF2B5EF4-FFF2-40B4-BE49-F238E27FC236}">
                  <a16:creationId xmlns:a16="http://schemas.microsoft.com/office/drawing/2014/main" id="{BF603F6E-7093-7CEF-87DC-3CE8163BCE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857228" y="1961898"/>
              <a:ext cx="234044" cy="234044"/>
            </a:xfrm>
            <a:prstGeom prst="rect">
              <a:avLst/>
            </a:prstGeom>
          </p:spPr>
        </p:pic>
        <p:pic>
          <p:nvPicPr>
            <p:cNvPr id="11" name="그래픽 10">
              <a:extLst>
                <a:ext uri="{FF2B5EF4-FFF2-40B4-BE49-F238E27FC236}">
                  <a16:creationId xmlns:a16="http://schemas.microsoft.com/office/drawing/2014/main" id="{948DD421-01E7-B437-9D94-3DBD7A7F28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9116764" y="1961898"/>
              <a:ext cx="234044" cy="234044"/>
            </a:xfrm>
            <a:prstGeom prst="rect">
              <a:avLst/>
            </a:prstGeom>
          </p:spPr>
        </p:pic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8F5AD226-505B-D9F7-2364-93E374EC7962}"/>
              </a:ext>
            </a:extLst>
          </p:cNvPr>
          <p:cNvSpPr/>
          <p:nvPr/>
        </p:nvSpPr>
        <p:spPr>
          <a:xfrm>
            <a:off x="0" y="-351693"/>
            <a:ext cx="1283953" cy="2951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엔딩 </a:t>
            </a:r>
            <a:r>
              <a:rPr lang="en-US" altLang="ko-KR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B</a:t>
            </a:r>
            <a:endParaRPr lang="ko-KR" altLang="en-US" sz="1400" b="1" spc="-5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9318454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AA5476BB-0EE4-E8C4-1473-73ABD92AC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F5ACD9-1CCD-F0C3-B541-B16F074C18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1463" y="4310833"/>
            <a:ext cx="3088352" cy="533012"/>
          </a:xfrm>
          <a:prstGeom prst="rect">
            <a:avLst/>
          </a:prstGeom>
          <a:effectLst>
            <a:glow rad="25400">
              <a:schemeClr val="bg1">
                <a:alpha val="80000"/>
              </a:schemeClr>
            </a:glow>
          </a:effectLst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D2CD6B7C-FE04-0C3F-0424-31C6EB614E74}"/>
              </a:ext>
            </a:extLst>
          </p:cNvPr>
          <p:cNvSpPr txBox="1">
            <a:spLocks/>
          </p:cNvSpPr>
          <p:nvPr/>
        </p:nvSpPr>
        <p:spPr bwMode="auto">
          <a:xfrm>
            <a:off x="2100146" y="1905637"/>
            <a:ext cx="7991708" cy="90060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09447" latinLnBrk="0">
              <a:lnSpc>
                <a:spcPct val="110000"/>
              </a:lnSpc>
              <a:defRPr/>
            </a:pPr>
            <a:r>
              <a:rPr lang="ko-KR" altLang="en-US" sz="50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강조문구를 넣어주세요</a:t>
            </a:r>
            <a:r>
              <a:rPr lang="en-US" altLang="ko-KR" sz="5000" spc="-50" dirty="0">
                <a:ln>
                  <a:solidFill>
                    <a:srgbClr val="39BCBD">
                      <a:alpha val="0"/>
                    </a:srgbClr>
                  </a:solidFill>
                </a:ln>
                <a:gradFill>
                  <a:gsLst>
                    <a:gs pos="0">
                      <a:srgbClr val="39BCBD"/>
                    </a:gs>
                    <a:gs pos="100000">
                      <a:srgbClr val="31A5E2"/>
                    </a:gs>
                  </a:gsLst>
                  <a:lin ang="3000000" scaled="0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!</a:t>
            </a:r>
            <a:endParaRPr lang="ko-KR" altLang="en-US" sz="3800" spc="-50" dirty="0">
              <a:ln w="2540" cap="sq">
                <a:noFill/>
                <a:miter lim="800000"/>
              </a:ln>
              <a:gradFill flip="none" rotWithShape="1">
                <a:gsLst>
                  <a:gs pos="0">
                    <a:srgbClr val="002060"/>
                  </a:gs>
                  <a:gs pos="100000">
                    <a:srgbClr val="002060"/>
                  </a:gs>
                </a:gsLst>
                <a:lin ang="16200000" scaled="1"/>
                <a:tileRect/>
              </a:gra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3DB6A-6A88-879B-AD98-39E55F9CCAF5}"/>
              </a:ext>
            </a:extLst>
          </p:cNvPr>
          <p:cNvSpPr txBox="1"/>
          <p:nvPr/>
        </p:nvSpPr>
        <p:spPr>
          <a:xfrm>
            <a:off x="2590256" y="2049864"/>
            <a:ext cx="324016" cy="250056"/>
          </a:xfrm>
          <a:custGeom>
            <a:avLst/>
            <a:gdLst/>
            <a:ahLst/>
            <a:cxnLst/>
            <a:rect l="l" t="t" r="r" b="b"/>
            <a:pathLst>
              <a:path w="308458" h="238049">
                <a:moveTo>
                  <a:pt x="274092" y="0"/>
                </a:moveTo>
                <a:lnTo>
                  <a:pt x="300076" y="33528"/>
                </a:lnTo>
                <a:cubicBezTo>
                  <a:pt x="287223" y="43028"/>
                  <a:pt x="276327" y="54343"/>
                  <a:pt x="267386" y="67475"/>
                </a:cubicBezTo>
                <a:cubicBezTo>
                  <a:pt x="258445" y="80607"/>
                  <a:pt x="252019" y="94437"/>
                  <a:pt x="248107" y="108966"/>
                </a:cubicBezTo>
                <a:cubicBezTo>
                  <a:pt x="266548" y="111201"/>
                  <a:pt x="281216" y="118186"/>
                  <a:pt x="292113" y="129921"/>
                </a:cubicBezTo>
                <a:cubicBezTo>
                  <a:pt x="303010" y="141656"/>
                  <a:pt x="308458" y="155905"/>
                  <a:pt x="308458" y="172669"/>
                </a:cubicBezTo>
                <a:cubicBezTo>
                  <a:pt x="308458" y="191669"/>
                  <a:pt x="302171" y="207315"/>
                  <a:pt x="289598" y="219609"/>
                </a:cubicBezTo>
                <a:cubicBezTo>
                  <a:pt x="277025" y="231902"/>
                  <a:pt x="260401" y="238049"/>
                  <a:pt x="239725" y="238049"/>
                </a:cubicBezTo>
                <a:cubicBezTo>
                  <a:pt x="221844" y="238049"/>
                  <a:pt x="206756" y="232880"/>
                  <a:pt x="194463" y="222542"/>
                </a:cubicBezTo>
                <a:cubicBezTo>
                  <a:pt x="182169" y="212204"/>
                  <a:pt x="174905" y="198933"/>
                  <a:pt x="172669" y="182728"/>
                </a:cubicBezTo>
                <a:cubicBezTo>
                  <a:pt x="170434" y="173228"/>
                  <a:pt x="169317" y="163170"/>
                  <a:pt x="169317" y="152553"/>
                </a:cubicBezTo>
                <a:cubicBezTo>
                  <a:pt x="169317" y="126848"/>
                  <a:pt x="176022" y="102819"/>
                  <a:pt x="189433" y="80467"/>
                </a:cubicBezTo>
                <a:cubicBezTo>
                  <a:pt x="200051" y="62027"/>
                  <a:pt x="213462" y="45542"/>
                  <a:pt x="229667" y="31013"/>
                </a:cubicBezTo>
                <a:cubicBezTo>
                  <a:pt x="245872" y="16485"/>
                  <a:pt x="260680" y="6147"/>
                  <a:pt x="274092" y="0"/>
                </a:cubicBezTo>
                <a:close/>
                <a:moveTo>
                  <a:pt x="104775" y="0"/>
                </a:moveTo>
                <a:lnTo>
                  <a:pt x="130759" y="33528"/>
                </a:lnTo>
                <a:cubicBezTo>
                  <a:pt x="117907" y="43028"/>
                  <a:pt x="107010" y="54343"/>
                  <a:pt x="98070" y="67475"/>
                </a:cubicBezTo>
                <a:cubicBezTo>
                  <a:pt x="89129" y="80607"/>
                  <a:pt x="82703" y="94437"/>
                  <a:pt x="78791" y="108966"/>
                </a:cubicBezTo>
                <a:cubicBezTo>
                  <a:pt x="97231" y="111201"/>
                  <a:pt x="111900" y="118186"/>
                  <a:pt x="122797" y="129921"/>
                </a:cubicBezTo>
                <a:cubicBezTo>
                  <a:pt x="133693" y="141656"/>
                  <a:pt x="139141" y="155905"/>
                  <a:pt x="139141" y="172669"/>
                </a:cubicBezTo>
                <a:cubicBezTo>
                  <a:pt x="139141" y="191669"/>
                  <a:pt x="132855" y="207315"/>
                  <a:pt x="120282" y="219609"/>
                </a:cubicBezTo>
                <a:cubicBezTo>
                  <a:pt x="107709" y="231902"/>
                  <a:pt x="91085" y="238049"/>
                  <a:pt x="70409" y="238049"/>
                </a:cubicBezTo>
                <a:cubicBezTo>
                  <a:pt x="52527" y="238049"/>
                  <a:pt x="37440" y="232880"/>
                  <a:pt x="25146" y="222542"/>
                </a:cubicBezTo>
                <a:cubicBezTo>
                  <a:pt x="12853" y="212204"/>
                  <a:pt x="5588" y="198933"/>
                  <a:pt x="3353" y="182728"/>
                </a:cubicBezTo>
                <a:cubicBezTo>
                  <a:pt x="1118" y="173228"/>
                  <a:pt x="0" y="163170"/>
                  <a:pt x="0" y="152553"/>
                </a:cubicBezTo>
                <a:cubicBezTo>
                  <a:pt x="0" y="126848"/>
                  <a:pt x="6706" y="102819"/>
                  <a:pt x="20117" y="80467"/>
                </a:cubicBezTo>
                <a:cubicBezTo>
                  <a:pt x="30734" y="62027"/>
                  <a:pt x="44145" y="45542"/>
                  <a:pt x="60351" y="31013"/>
                </a:cubicBezTo>
                <a:cubicBezTo>
                  <a:pt x="76556" y="16485"/>
                  <a:pt x="91364" y="6147"/>
                  <a:pt x="104775" y="0"/>
                </a:cubicBez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solidFill>
              <a:sysClr val="window" lastClr="FFFFFF">
                <a:alpha val="0"/>
              </a:sysClr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66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Pretendard ExtraBold" panose="02000903000000020004" pitchFamily="50" charset="-127"/>
              <a:ea typeface="Pretendard ExtraBold" panose="02000903000000020004" pitchFamily="50" charset="-127"/>
            </a:endParaRPr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829BA6DC-7921-50E3-519B-78EEE5075480}"/>
              </a:ext>
            </a:extLst>
          </p:cNvPr>
          <p:cNvSpPr/>
          <p:nvPr/>
        </p:nvSpPr>
        <p:spPr>
          <a:xfrm>
            <a:off x="9204576" y="2049864"/>
            <a:ext cx="324016" cy="250056"/>
          </a:xfrm>
          <a:custGeom>
            <a:avLst/>
            <a:gdLst/>
            <a:ahLst/>
            <a:cxnLst/>
            <a:rect l="l" t="t" r="r" b="b"/>
            <a:pathLst>
              <a:path w="308457" h="238049">
                <a:moveTo>
                  <a:pt x="238048" y="0"/>
                </a:moveTo>
                <a:cubicBezTo>
                  <a:pt x="255930" y="0"/>
                  <a:pt x="271018" y="5169"/>
                  <a:pt x="283311" y="15507"/>
                </a:cubicBezTo>
                <a:cubicBezTo>
                  <a:pt x="295605" y="25845"/>
                  <a:pt x="302869" y="39116"/>
                  <a:pt x="305104" y="55321"/>
                </a:cubicBezTo>
                <a:cubicBezTo>
                  <a:pt x="307340" y="64821"/>
                  <a:pt x="308457" y="74879"/>
                  <a:pt x="308457" y="85497"/>
                </a:cubicBezTo>
                <a:cubicBezTo>
                  <a:pt x="308457" y="111201"/>
                  <a:pt x="301752" y="135230"/>
                  <a:pt x="288340" y="157582"/>
                </a:cubicBezTo>
                <a:cubicBezTo>
                  <a:pt x="277723" y="176022"/>
                  <a:pt x="264312" y="192507"/>
                  <a:pt x="248107" y="207036"/>
                </a:cubicBezTo>
                <a:cubicBezTo>
                  <a:pt x="231902" y="221564"/>
                  <a:pt x="217093" y="231902"/>
                  <a:pt x="203682" y="238049"/>
                </a:cubicBezTo>
                <a:lnTo>
                  <a:pt x="177698" y="204521"/>
                </a:lnTo>
                <a:cubicBezTo>
                  <a:pt x="190550" y="195021"/>
                  <a:pt x="201447" y="183706"/>
                  <a:pt x="210388" y="170574"/>
                </a:cubicBezTo>
                <a:cubicBezTo>
                  <a:pt x="219329" y="157442"/>
                  <a:pt x="225755" y="143612"/>
                  <a:pt x="229666" y="129083"/>
                </a:cubicBezTo>
                <a:cubicBezTo>
                  <a:pt x="211226" y="126848"/>
                  <a:pt x="196558" y="119863"/>
                  <a:pt x="185661" y="108128"/>
                </a:cubicBezTo>
                <a:cubicBezTo>
                  <a:pt x="174764" y="96393"/>
                  <a:pt x="169316" y="82144"/>
                  <a:pt x="169316" y="65380"/>
                </a:cubicBezTo>
                <a:cubicBezTo>
                  <a:pt x="169316" y="46381"/>
                  <a:pt x="175603" y="30734"/>
                  <a:pt x="188176" y="18441"/>
                </a:cubicBezTo>
                <a:cubicBezTo>
                  <a:pt x="200749" y="6147"/>
                  <a:pt x="217373" y="0"/>
                  <a:pt x="238048" y="0"/>
                </a:cubicBezTo>
                <a:close/>
                <a:moveTo>
                  <a:pt x="68732" y="0"/>
                </a:moveTo>
                <a:cubicBezTo>
                  <a:pt x="86614" y="0"/>
                  <a:pt x="101701" y="5169"/>
                  <a:pt x="113995" y="15507"/>
                </a:cubicBezTo>
                <a:cubicBezTo>
                  <a:pt x="126288" y="25845"/>
                  <a:pt x="133553" y="39116"/>
                  <a:pt x="135788" y="55321"/>
                </a:cubicBezTo>
                <a:cubicBezTo>
                  <a:pt x="138023" y="64821"/>
                  <a:pt x="139141" y="74879"/>
                  <a:pt x="139141" y="85497"/>
                </a:cubicBezTo>
                <a:cubicBezTo>
                  <a:pt x="139141" y="111201"/>
                  <a:pt x="132435" y="135230"/>
                  <a:pt x="119024" y="157582"/>
                </a:cubicBezTo>
                <a:cubicBezTo>
                  <a:pt x="108407" y="176022"/>
                  <a:pt x="94996" y="192507"/>
                  <a:pt x="78790" y="207036"/>
                </a:cubicBezTo>
                <a:cubicBezTo>
                  <a:pt x="62585" y="221564"/>
                  <a:pt x="47777" y="231902"/>
                  <a:pt x="34366" y="238049"/>
                </a:cubicBezTo>
                <a:lnTo>
                  <a:pt x="8382" y="204521"/>
                </a:lnTo>
                <a:cubicBezTo>
                  <a:pt x="21234" y="195021"/>
                  <a:pt x="32131" y="183706"/>
                  <a:pt x="41071" y="170574"/>
                </a:cubicBezTo>
                <a:cubicBezTo>
                  <a:pt x="50012" y="157442"/>
                  <a:pt x="56438" y="143612"/>
                  <a:pt x="60350" y="129083"/>
                </a:cubicBezTo>
                <a:cubicBezTo>
                  <a:pt x="41910" y="126848"/>
                  <a:pt x="27241" y="119863"/>
                  <a:pt x="16345" y="108128"/>
                </a:cubicBezTo>
                <a:cubicBezTo>
                  <a:pt x="5448" y="96393"/>
                  <a:pt x="0" y="82144"/>
                  <a:pt x="0" y="65380"/>
                </a:cubicBezTo>
                <a:cubicBezTo>
                  <a:pt x="0" y="46381"/>
                  <a:pt x="6286" y="30734"/>
                  <a:pt x="18859" y="18441"/>
                </a:cubicBezTo>
                <a:cubicBezTo>
                  <a:pt x="31432" y="6147"/>
                  <a:pt x="48056" y="0"/>
                  <a:pt x="68732" y="0"/>
                </a:cubicBez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+mn-cs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435C89CD-409F-151E-8A54-64FFF803E46E}"/>
              </a:ext>
            </a:extLst>
          </p:cNvPr>
          <p:cNvSpPr txBox="1">
            <a:spLocks/>
          </p:cNvSpPr>
          <p:nvPr/>
        </p:nvSpPr>
        <p:spPr bwMode="auto">
          <a:xfrm>
            <a:off x="2100146" y="2753186"/>
            <a:ext cx="7991708" cy="839770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09447" latinLnBrk="0">
              <a:lnSpc>
                <a:spcPct val="110000"/>
              </a:lnSpc>
              <a:defRPr/>
            </a:pPr>
            <a:r>
              <a:rPr lang="ko-KR" altLang="en-US" sz="3800" spc="-50" dirty="0">
                <a:ln w="2540" cap="sq">
                  <a:noFill/>
                  <a:miter lim="800000"/>
                </a:ln>
                <a:gradFill flip="none" rotWithShape="1">
                  <a:gsLst>
                    <a:gs pos="0">
                      <a:srgbClr val="002060"/>
                    </a:gs>
                    <a:gs pos="100000">
                      <a:srgbClr val="002060"/>
                    </a:gs>
                  </a:gsLst>
                  <a:lin ang="16200000" scaled="1"/>
                  <a:tileRect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한국철도기술연구원이 함께 하겠습니다</a:t>
            </a:r>
            <a:r>
              <a:rPr lang="en-US" altLang="ko-KR" sz="3800" spc="-50" dirty="0">
                <a:ln w="2540" cap="sq">
                  <a:noFill/>
                  <a:miter lim="800000"/>
                </a:ln>
                <a:gradFill flip="none" rotWithShape="1">
                  <a:gsLst>
                    <a:gs pos="0">
                      <a:srgbClr val="002060"/>
                    </a:gs>
                    <a:gs pos="100000">
                      <a:srgbClr val="002060"/>
                    </a:gs>
                  </a:gsLst>
                  <a:lin ang="16200000" scaled="1"/>
                  <a:tileRect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 </a:t>
            </a:r>
            <a:endParaRPr lang="ko-KR" altLang="en-US" sz="3800" spc="-50" dirty="0">
              <a:ln w="2540" cap="sq">
                <a:noFill/>
                <a:miter lim="800000"/>
              </a:ln>
              <a:gradFill flip="none" rotWithShape="1">
                <a:gsLst>
                  <a:gs pos="0">
                    <a:srgbClr val="002060"/>
                  </a:gs>
                  <a:gs pos="100000">
                    <a:srgbClr val="002060"/>
                  </a:gs>
                </a:gsLst>
                <a:lin ang="16200000" scaled="1"/>
                <a:tileRect/>
              </a:gra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9383731-EE4E-54D8-214E-10E6E425A98E}"/>
              </a:ext>
            </a:extLst>
          </p:cNvPr>
          <p:cNvSpPr/>
          <p:nvPr/>
        </p:nvSpPr>
        <p:spPr>
          <a:xfrm>
            <a:off x="0" y="-351693"/>
            <a:ext cx="1283953" cy="2951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엔딩 </a:t>
            </a:r>
            <a:r>
              <a:rPr lang="en-US" altLang="ko-KR" sz="1400" b="1" spc="-5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ea"/>
              </a:rPr>
              <a:t>A</a:t>
            </a:r>
            <a:endParaRPr lang="ko-KR" altLang="en-US" sz="1400" b="1" spc="-5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90916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74893"/>
        </a:solidFill>
        <a:ln>
          <a:noFill/>
        </a:ln>
      </a:spPr>
      <a:bodyPr rtlCol="0" anchor="ctr"/>
      <a:lstStyle>
        <a:defPPr algn="ctr">
          <a:defRPr kumimoji="1" sz="2000" spc="-3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75000"/>
            </a:schemeClr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30960</TotalTime>
  <Words>8659</Words>
  <Application>Microsoft Office PowerPoint</Application>
  <PresentationFormat>와이드스크린</PresentationFormat>
  <Paragraphs>1406</Paragraphs>
  <Slides>66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66</vt:i4>
      </vt:variant>
    </vt:vector>
  </HeadingPairs>
  <TitlesOfParts>
    <vt:vector size="77" baseType="lpstr">
      <vt:lpstr>Pretendard ExtraBold</vt:lpstr>
      <vt:lpstr>Wingdings</vt:lpstr>
      <vt:lpstr>Pretendard Medium</vt:lpstr>
      <vt:lpstr>Pretendard SemiBold</vt:lpstr>
      <vt:lpstr>Pretendard Variable Black</vt:lpstr>
      <vt:lpstr>맑은 고딕</vt:lpstr>
      <vt:lpstr>Arial</vt:lpstr>
      <vt:lpstr>Pretendard</vt:lpstr>
      <vt:lpstr>Pretendard Light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마스터 타이틀이 들어가는 자리입니다</vt:lpstr>
      <vt:lpstr>내내용 2내 내용 입력 </vt:lpstr>
      <vt:lpstr>내내용 2내 내용 입 력 내</vt:lpstr>
      <vt:lpstr>내용입 1내 내용입 력내용 입 력 내 용 입</vt:lpstr>
      <vt:lpstr>내용입2내 내용입 력내용 입 력 내</vt:lpstr>
      <vt:lpstr>내용입3내 내용입 력내용 입력 내 용</vt:lpstr>
      <vt:lpstr>내내용 2내 내용입력 내 용입</vt:lpstr>
      <vt:lpstr>내내용 2내 내용입</vt:lpstr>
      <vt:lpstr>내내용 3내 내용 입력</vt:lpstr>
      <vt:lpstr>내내용 3내 내용 입력</vt:lpstr>
      <vt:lpstr>내용  입    내531용입내 용입 력내 용 입력 내용입내</vt:lpstr>
      <vt:lpstr>내용 입력 </vt:lpstr>
      <vt:lpstr>내용입  력내용</vt:lpstr>
      <vt:lpstr>내용 내용 내용 입 력 내용 입력 내 용 입 력내용</vt:lpstr>
      <vt:lpstr>내용 내용 내용 입 력 내용 입력 내 용 입 력내용</vt:lpstr>
      <vt:lpstr>내용 내용 내용 입 력 내용 입력 내 용 입 력내용</vt:lpstr>
      <vt:lpstr>내용 내용 내용 입 력 내용 입력 내 용 입 력내용</vt:lpstr>
      <vt:lpstr>내용 입력 내용입 력</vt:lpstr>
      <vt:lpstr>내용 입력 내용입 력</vt:lpstr>
      <vt:lpstr>내용 내 내용  입 내5164용 7입</vt:lpstr>
      <vt:lpstr>내용입</vt:lpstr>
      <vt:lpstr>내용입</vt:lpstr>
      <vt:lpstr>내용 입</vt:lpstr>
      <vt:lpstr>내용 입</vt:lpstr>
      <vt:lpstr>5169 내용  입력내</vt:lpstr>
      <vt:lpstr>5169 내용  입력내</vt:lpstr>
      <vt:lpstr>내용내내용 입 력내용 내용입내 5169내 용입 력내 5내 내용</vt:lpstr>
      <vt:lpstr>501내용입 내용입 력내 용입 력</vt:lpstr>
      <vt:lpstr>내용입 531내용입내 용입 력내 용입 력내 용입 </vt:lpstr>
      <vt:lpstr>내용 입력내 용 입력내 용입 력내 용입 력 내용 입 력 </vt:lpstr>
      <vt:lpstr>4,339내용입내 용입 력내 용내용입내 용입</vt:lpstr>
      <vt:lpstr>내용입 내용입 내용입 력내용 입력내</vt:lpstr>
      <vt:lpstr>내용 입 력내 용 입력내 용입내용입내 용 입력내 내용내</vt:lpstr>
      <vt:lpstr>내용 내용입력내 내용 내용입</vt:lpstr>
      <vt:lpstr>내용 입력내 내용 입 력내용</vt:lpstr>
      <vt:lpstr>내용입 력내용 입 력내 용입력 내</vt:lpstr>
      <vt:lpstr>내용입 력내 용입력내 내용 입력 내용 입력</vt:lpstr>
      <vt:lpstr>내용 입 력내 내용 내용입 력내 용 입 </vt:lpstr>
      <vt:lpstr>내용입 력 내 용 입력 내 용입력 내용 입</vt:lpstr>
      <vt:lpstr>내용 입력 내 용입 력내 용입력내용 입</vt:lpstr>
      <vt:lpstr>내용 입력 내용 입력 내용 입력 내용 입</vt:lpstr>
      <vt:lpstr>내용 입력내 용 입력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철도연</dc:title>
  <dc:creator>이상덕, 변성준</dc:creator>
  <cp:lastModifiedBy>이상덕, 변성준</cp:lastModifiedBy>
  <cp:revision>2383</cp:revision>
  <cp:lastPrinted>2025-10-23T10:03:31Z</cp:lastPrinted>
  <dcterms:created xsi:type="dcterms:W3CDTF">2021-12-02T00:12:11Z</dcterms:created>
  <dcterms:modified xsi:type="dcterms:W3CDTF">2026-04-23T05:26:28Z</dcterms:modified>
</cp:coreProperties>
</file>