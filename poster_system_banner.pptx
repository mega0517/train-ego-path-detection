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0" cy="7560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44000"/>
            <a:ext cx="36000000" cy="2160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719999"/>
            <a:ext cx="7199999" cy="1220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00" y="900000"/>
            <a:ext cx="6840000" cy="8609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0000" y="2304000"/>
            <a:ext cx="3384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0" b="1">
                <a:solidFill>
                  <a:srgbClr val="FFFFFF"/>
                </a:solidFill>
                <a:latin typeface="맑은 고딕"/>
              </a:rPr>
              <a:t>철도 자기 경로 검출을 위한
TEP-Net 통합 개발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5112000"/>
            <a:ext cx="338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B0BEC5"/>
                </a:solidFill>
                <a:latin typeface="맑은 고딕"/>
              </a:rPr>
              <a:t>TEP-Net Integrated Development Environment for Railway Ego-Path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5868000"/>
            <a:ext cx="3384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>
                <a:solidFill>
                  <a:srgbClr val="FFFFFF"/>
                </a:solidFill>
                <a:latin typeface="맑은 고딕"/>
              </a:rPr>
              <a:t>김백현</a:t>
            </a:r>
            <a:r>
              <a:rPr sz="7200" b="0">
                <a:solidFill>
                  <a:srgbClr val="B0BEC5"/>
                </a:solidFill>
                <a:latin typeface="맑은 고딕"/>
              </a:rPr>
              <a:t>  ·  </a:t>
            </a:r>
            <a:r>
              <a:rPr sz="7200" b="1">
                <a:solidFill>
                  <a:srgbClr val="FFFFFF"/>
                </a:solidFill>
                <a:latin typeface="맑은 고딕"/>
              </a:rPr>
              <a:t>황현철</a:t>
            </a:r>
            <a:r>
              <a:rPr sz="7200" b="0">
                <a:solidFill>
                  <a:srgbClr val="4FC3F7"/>
                </a:solidFill>
                <a:latin typeface="맑은 고딕"/>
              </a:rPr>
              <a:t>†</a:t>
            </a:r>
            <a:r>
              <a:rPr sz="7200" b="0">
                <a:solidFill>
                  <a:srgbClr val="B0BEC5"/>
                </a:solidFill>
                <a:latin typeface="맑은 고딕"/>
              </a:rPr>
              <a:t>      한국철도기술연구원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