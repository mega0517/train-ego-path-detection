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6000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000000" cy="7560000"/>
          </a:xfrm>
          <a:prstGeom prst="rect">
            <a:avLst/>
          </a:prstGeom>
          <a:solidFill>
            <a:srgbClr val="1B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44000"/>
            <a:ext cx="36000000" cy="2160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80000" y="719999"/>
            <a:ext cx="7199999" cy="122097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rr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000" y="900000"/>
            <a:ext cx="6840000" cy="8609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80000" y="2232000"/>
            <a:ext cx="33840000" cy="2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000" b="1">
                <a:solidFill>
                  <a:srgbClr val="FFFFFF"/>
                </a:solidFill>
                <a:latin typeface="맑은 고딕"/>
              </a:rPr>
              <a:t>SAM 2 비디오 마스크 전파를 활용한
철도 자기 경로 학습 데이터 반자동 구축 기법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" y="5112000"/>
            <a:ext cx="3384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B0BEC5"/>
                </a:solidFill>
                <a:latin typeface="맑은 고딕"/>
              </a:rPr>
              <a:t>Semi-automatic Construction of Railway Ego-Path Training Data Using SAM 2 Video Mask Propagation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000" y="5868000"/>
            <a:ext cx="33840000" cy="93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7200" b="1">
                <a:solidFill>
                  <a:srgbClr val="FFFFFF"/>
                </a:solidFill>
                <a:latin typeface="맑은 고딕"/>
              </a:rPr>
              <a:t>김백현</a:t>
            </a:r>
            <a:r>
              <a:rPr sz="7200" b="0">
                <a:solidFill>
                  <a:srgbClr val="B0BEC5"/>
                </a:solidFill>
                <a:latin typeface="맑은 고딕"/>
              </a:rPr>
              <a:t>  ·  </a:t>
            </a:r>
            <a:r>
              <a:rPr sz="7200" b="1">
                <a:solidFill>
                  <a:srgbClr val="FFFFFF"/>
                </a:solidFill>
                <a:latin typeface="맑은 고딕"/>
              </a:rPr>
              <a:t>황현철</a:t>
            </a:r>
            <a:r>
              <a:rPr sz="7200" b="0">
                <a:solidFill>
                  <a:srgbClr val="4FC3F7"/>
                </a:solidFill>
                <a:latin typeface="맑은 고딕"/>
              </a:rPr>
              <a:t>†</a:t>
            </a:r>
            <a:r>
              <a:rPr sz="7200" b="0">
                <a:solidFill>
                  <a:srgbClr val="B0BEC5"/>
                </a:solidFill>
                <a:latin typeface="맑은 고딕"/>
              </a:rPr>
              <a:t>      한국철도기술연구원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