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라벨링 비용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프레임마다 좌우 두 곡선을 사람이 그린다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도메인 이동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공개 데이터셋은 일반 간선철도 위주다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반복 구축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새 노선마다 처음부터 다시 라벨링한다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915296"/>
            <a:ext cx="6696000" cy="19064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529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491296"/>
            <a:ext cx="6192000" cy="1186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자기 경로 검출의 병목은 모델이 아니라 학습 데이터 확보다.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자동 라벨의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전제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학습된 모델이 초안을 만든다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한계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모델이 실패하는 신규 도메인에서는 초안이 성립하지 않는다</a:t>
            </a:r>
          </a:p>
        </p:txBody>
      </p:sp>
      <p:pic>
        <p:nvPicPr>
          <p:cNvPr id="7" name="Picture 6" descr="fig3_model_fail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744864"/>
            <a:ext cx="6696000" cy="1242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5095420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그림 1. 일반 철도로 학습된 검출기를 노면 전차 영상에 적용하면 자기 궤도를 벗어나 인접 궤도와 주변 차량으로 이탈한다.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제안 기법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5202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착안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SAM 2는 레일을 학습한 적이 없어도 지정한 영역을 추적한다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1단계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궤도 프롬프트와 비디오 전파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2단계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마스크에서 레일 점열로 변환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3단계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검수 보정과 학습 재라벨 연계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6606936"/>
            <a:ext cx="6696000" cy="242762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678693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7182936"/>
            <a:ext cx="6192000" cy="1707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첫 프레임에서 한 번만 지정하면 영상 전체의 라벨 초안이 만들어진다.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1단계 전파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585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프롬프트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첫 프레임에서 자기 궤도 위 한 점을 클릭한다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자동 시드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미지정 시 화면 하단 중앙을 쓴다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근거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자기 궤도는 차량 정면 하단에서 시작한다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전파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SAM 2가 이후 모든 프레임으로 마스크를 옮긴다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이점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모델 내부 메모리로 추적해 모션 추정이 필요 없다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2단계 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격자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48행을 따라 행별 최좌우 경계 화소를 취한다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연장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최하단 점을 영상 하단 경계까지 늘린다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단순화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RDP로 형상을 보존하며 점을 줄인다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915296"/>
            <a:ext cx="6696000" cy="29488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529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491296"/>
            <a:ext cx="6192000" cy="222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0">
                <a:solidFill>
                  <a:srgbClr val="FFFFFF"/>
                </a:solidFill>
                <a:latin typeface="맑은 고딕"/>
              </a:rPr>
              <a:t>레일당 평균 48점이 6점 내외로 줄어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1">
                <a:solidFill>
                  <a:srgbClr val="9CCC65"/>
                </a:solidFill>
                <a:latin typeface="맑은 고딕"/>
              </a:rPr>
              <a:t>수동 보정에서 다룰 점이 크게 감소한다.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3단계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5202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검수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초안이 편집 화면에 즉시 로드된다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보정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점 단위 이동과 추가, 삭제로 다듬는다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학습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확정 라벨을 그대로 학습 입력으로 쓴다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순환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소량 보정본으로 미세조정한 모델이 나머지 초안을 다시 만든다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파이프라인 구성</a:t>
            </a:r>
          </a:p>
        </p:txBody>
      </p:sp>
      <p:pic>
        <p:nvPicPr>
          <p:cNvPr id="6" name="Picture 5" descr="fig_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88000"/>
            <a:ext cx="6696000" cy="3369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5421"/>
            <a:ext cx="66960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그림 2. 첫 프레임 프롬프트가 전 프레임으로 전파되어 궤도 마스크가 되고, 레일 변환과 검수를 거쳐 학습 데이터가 된다. 미세조정 모델로 초안을 재생성하는 부트스트래핑 루프를 지원한다.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실험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2990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대상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도심 노면 전차 주행 영상 290 프레임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해상도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1920 x 1080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비교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RailSem19로 학습된 검출 모델과 제안 기법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394088"/>
            <a:ext cx="6696000" cy="29488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574087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970088"/>
            <a:ext cx="6192000" cy="222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0">
                <a:solidFill>
                  <a:srgbClr val="FFFFFF"/>
                </a:solidFill>
                <a:latin typeface="맑은 고딕"/>
              </a:rPr>
              <a:t>레일이 도로에 매립되어 침목과 자갈 같은 문맥 단서가 없다.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차선과 횡단보도 등 유사 선형 패턴과 차량 폐색이 많다.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초안 생성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결과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자동 시드만으로 290 프레임 전체에 전파되었다</a:t>
            </a:r>
          </a:p>
        </p:txBody>
      </p:sp>
      <p:pic>
        <p:nvPicPr>
          <p:cNvPr id="7" name="Picture 6" descr="fig4_sam2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1238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3920733"/>
            <a:ext cx="6696000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그림 3. 처음과 중간, 끝 프레임에서 좌우 레일이 매립 궤도를 안정적으로 추종한다.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부트스트래핑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흐름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초안 30장 보정, 미세조정, 전체 재라벨</a:t>
            </a:r>
          </a:p>
        </p:txBody>
      </p:sp>
      <p:pic>
        <p:nvPicPr>
          <p:cNvPr id="7" name="Picture 6" descr="fig3_bootstrap_relab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567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8355432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그림 4. 좌측은 미세조정 이전 초안, 우측은 30 프레임 보정본으로 미세조정한 모델의 재라벨. 지그재그와 이탈이 사라졌다.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정량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88000"/>
          <a:ext cx="6695998" cy="140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176"/>
                <a:gridCol w="1969411"/>
                <a:gridCol w="1969411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대상 도메인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원 도메인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미세조정 전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0.389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0.975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미세조정 후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0.485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0.893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2808000"/>
            <a:ext cx="6696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대상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보정에 쓴 30장 기준 IoU가 상승했다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원 도메인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기저망까지 미세조정한 대가로 하락했다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5364864"/>
            <a:ext cx="6696000" cy="19064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5544863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파국적 망각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5940864"/>
            <a:ext cx="6192000" cy="1186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4FC3F7"/>
                </a:solidFill>
                <a:latin typeface="맑은 고딕"/>
              </a:rPr>
              <a:t>도메인별 모델 분리 또는 기저망 동결로 완화할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585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기여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학습 이력이 없는 신규 궤도 환경에서도 동작한다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확인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단일 프롬프트로 전 구간 초안이 생성되었다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확인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부트스트래핑 1회로 초안 품질이 개선되었다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향후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망각을 억제하는 도메인 적응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향후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반복 부트스트래핑의 정량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256160"/>
            <a:ext cx="6696000" cy="2022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7436159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사사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7832160"/>
            <a:ext cx="6192000" cy="1302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000" b="0">
                <a:solidFill>
                  <a:srgbClr val="B0BEC5"/>
                </a:solidFill>
                <a:latin typeface="맑은 고딕"/>
              </a:rPr>
              <a:t>한국철도기술연구원 주요사업 철도 특화 로봇 기반 선로점검 핵심기술 개발(PK26312A1)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