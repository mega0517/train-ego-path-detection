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0" cy="7560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16000"/>
            <a:ext cx="36000000" cy="1440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224000"/>
            <a:ext cx="33840000" cy="287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200" b="1">
                <a:solidFill>
                  <a:srgbClr val="FFFFFF"/>
                </a:solidFill>
                <a:latin typeface="맑은 고딕"/>
              </a:rPr>
              <a:t>SAM 2 비디오 마스크 전파를 활용한
철도 자기 경로 학습 데이터 반자동 구축 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5400000"/>
            <a:ext cx="3384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5200" b="0">
                <a:solidFill>
                  <a:srgbClr val="8AD7E5"/>
                </a:solidFill>
                <a:latin typeface="맑은 고딕"/>
              </a:rPr>
              <a:t>한국철도기술연구원 철도피지컬AI연구실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